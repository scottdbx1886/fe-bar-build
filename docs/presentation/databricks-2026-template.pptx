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7" r:id="rId4"/>
    <p:sldMasterId id="214748368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Lst>
  <p:sldSz cy="6858000" cx="12188950"/>
  <p:notesSz cx="6858000" cy="9144000"/>
  <p:embeddedFontLst>
    <p:embeddedFont>
      <p:font typeface="DM Sans Medium"/>
      <p:regular r:id="rId105"/>
      <p:bold r:id="rId106"/>
      <p:italic r:id="rId107"/>
      <p:boldItalic r:id="rId108"/>
    </p:embeddedFont>
    <p:embeddedFont>
      <p:font typeface="DM Sans"/>
      <p:regular r:id="rId109"/>
      <p:bold r:id="rId110"/>
      <p:italic r:id="rId111"/>
      <p:boldItalic r:id="rId112"/>
    </p:embeddedFont>
    <p:embeddedFont>
      <p:font typeface="Barlow"/>
      <p:regular r:id="rId113"/>
      <p:bold r:id="rId114"/>
      <p:italic r:id="rId115"/>
      <p:boldItalic r:id="rId116"/>
    </p:embeddedFont>
    <p:embeddedFont>
      <p:font typeface="DM Mono"/>
      <p:regular r:id="rId117"/>
      <p:italic r:id="rId1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363754A-54BE-41FD-8631-09E1B99DC330}">
  <a:tblStyle styleId="{B363754A-54BE-41FD-8631-09E1B99DC330}" styleName="Table_0">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rgbClr val="FFFFFF"/>
      </a:tcTxStyle>
      <a:tcStyle>
        <a:fill>
          <a:solidFill>
            <a:srgbClr val="4472C4"/>
          </a:solidFill>
        </a:fill>
      </a:tcStyle>
    </a:lastCol>
    <a:firstCol>
      <a:tcTxStyle b="on" i="off">
        <a:font>
          <a:latin typeface="Calibri"/>
          <a:ea typeface="Calibri"/>
          <a:cs typeface="Calibri"/>
        </a:font>
        <a:srgbClr val="FFFFFF"/>
      </a:tcTxStyle>
      <a:tcStyle>
        <a:fill>
          <a:solidFill>
            <a:srgbClr val="4472C4"/>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4472C4"/>
          </a:solidFill>
        </a:fill>
      </a:tcStyle>
    </a:lastRow>
    <a:seCell>
      <a:tcTxStyle/>
    </a:seCell>
    <a:swCell>
      <a:tcTxStyle/>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4472C4"/>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font" Target="fonts/DMSansMedium-italic.fntdata"/><Relationship Id="rId106" Type="http://schemas.openxmlformats.org/officeDocument/2006/relationships/font" Target="fonts/DMSansMedium-bold.fntdata"/><Relationship Id="rId105" Type="http://schemas.openxmlformats.org/officeDocument/2006/relationships/font" Target="fonts/DMSansMedium-regular.fntdata"/><Relationship Id="rId104" Type="http://schemas.openxmlformats.org/officeDocument/2006/relationships/slide" Target="slides/slide98.xml"/><Relationship Id="rId109" Type="http://schemas.openxmlformats.org/officeDocument/2006/relationships/font" Target="fonts/DMSans-regular.fntdata"/><Relationship Id="rId108" Type="http://schemas.openxmlformats.org/officeDocument/2006/relationships/font" Target="fonts/DMSansMedium-boldItalic.fntdata"/><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font" Target="fonts/DMMono-italic.fntdata"/><Relationship Id="rId117" Type="http://schemas.openxmlformats.org/officeDocument/2006/relationships/font" Target="fonts/DMMono-regular.fntdata"/><Relationship Id="rId116" Type="http://schemas.openxmlformats.org/officeDocument/2006/relationships/font" Target="fonts/Barlow-boldItalic.fntdata"/><Relationship Id="rId115" Type="http://schemas.openxmlformats.org/officeDocument/2006/relationships/font" Target="fonts/Barlow-italic.fntdata"/><Relationship Id="rId15" Type="http://schemas.openxmlformats.org/officeDocument/2006/relationships/slide" Target="slides/slide9.xml"/><Relationship Id="rId110" Type="http://schemas.openxmlformats.org/officeDocument/2006/relationships/font" Target="fonts/DMSans-bold.fntdata"/><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font" Target="fonts/Barlow-bold.fntdata"/><Relationship Id="rId18" Type="http://schemas.openxmlformats.org/officeDocument/2006/relationships/slide" Target="slides/slide12.xml"/><Relationship Id="rId113" Type="http://schemas.openxmlformats.org/officeDocument/2006/relationships/font" Target="fonts/Barlow-regular.fntdata"/><Relationship Id="rId112" Type="http://schemas.openxmlformats.org/officeDocument/2006/relationships/font" Target="fonts/DMSans-boldItalic.fntdata"/><Relationship Id="rId111" Type="http://schemas.openxmlformats.org/officeDocument/2006/relationships/font" Target="fonts/DMSans-italic.fntdata"/><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f7b9ec9ce5_0_108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f7b9ec9ce5_0_10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eba5681a0d_1_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eba5681a0d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d58ff199e0_0_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1d58ff199e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eba5681a0d_1_203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eba5681a0d_1_20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eba5681a0d_1_205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eba5681a0d_1_20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13a84e7c6a_1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113a84e7c6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eba5681a0d_1_205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eba5681a0d_1_20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f7b9ea4272_0_3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f7b9ea4272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eba5681a0d_1_213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eba5681a0d_1_2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eba5681a0d_1_2043: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eba5681a0d_1_20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eba5681a0d_1_231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eba5681a0d_1_2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eba5681a0d_1_2303: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eba5681a0d_1_2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eba5681a0d_1_14: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eba5681a0d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eba5681a0d_1_217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eba5681a0d_1_2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ee94437484_1_70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ee94437484_1_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eba5681a0d_1_1724: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eba5681a0d_1_17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eba5681a0d_1_173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eba5681a0d_1_17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eba5681a0d_1_173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eba5681a0d_1_1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eba5681a0d_1_279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eba5681a0d_1_27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eba5681a0d_1_281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eba5681a0d_1_28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eba5681a0d_1_282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eba5681a0d_1_2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eba5681a0d_1_283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eba5681a0d_1_28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eba5681a0d_1_219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eba5681a0d_1_2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eba5681a0d_1_175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eba5681a0d_1_17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eba5681a0d_1_176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eba5681a0d_1_17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eba5681a0d_1_1773: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eba5681a0d_1_1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eba5681a0d_1_1783: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eba5681a0d_1_17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eba5681a0d_1_1793: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eba5681a0d_1_17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eba5681a0d_1_180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eba5681a0d_1_18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eba5681a0d_1_186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eba5681a0d_1_18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eba5681a0d_1_267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eba5681a0d_1_2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eba5681a0d_1_2684: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eba5681a0d_1_2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eba5681a0d_1_268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eba5681a0d_1_26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eba5681a0d_1_220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eba5681a0d_1_2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eba5681a0d_1_181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eba5681a0d_1_18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19c8655fda6_1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705" name="Google Shape;705;g19c8655fda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eba5681a0d_1_182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eba5681a0d_1_18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eba5681a0d_1_183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eba5681a0d_1_18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eba5681a0d_1_184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734" name="Google Shape;734;geba5681a0d_1_18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eba5681a0d_1_185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eba5681a0d_1_1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eba5681a0d_1_2293: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753" name="Google Shape;753;geba5681a0d_1_2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eba5681a0d_1_2694: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eba5681a0d_1_26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eba5681a0d_1_275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eba5681a0d_1_2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eba5681a0d_1_272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802" name="Google Shape;802;geba5681a0d_1_2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eba5681a0d_1_171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826" name="Google Shape;826;geba5681a0d_1_17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eba5681a0d_1_221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832" name="Google Shape;832;geba5681a0d_1_2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eba5681a0d_1_220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854" name="Google Shape;854;geba5681a0d_1_2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eba5681a0d_1_165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860" name="Google Shape;860;geba5681a0d_1_16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eba5681a0d_1_166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872" name="Google Shape;872;geba5681a0d_1_1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eba5681a0d_1_168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888" name="Google Shape;888;geba5681a0d_1_16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eba5681a0d_1_165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910" name="Google Shape;910;geba5681a0d_1_1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eba5681a0d_1_244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916" name="Google Shape;916;geba5681a0d_1_2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eba5681a0d_1_244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938" name="Google Shape;938;geba5681a0d_1_2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eba5681a0d_1_3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944" name="Google Shape;944;geba5681a0d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eba5681a0d_1_192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966" name="Google Shape;966;geba5681a0d_1_19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eba5681a0d_1_198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001" name="Google Shape;1001;geba5681a0d_1_19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eba5681a0d_1_187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020" name="Google Shape;1020;geba5681a0d_1_18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eba5681a0d_1_1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051" name="Google Shape;1051;geba5681a0d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eba5681a0d_1_39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074" name="Google Shape;1074;geba5681a0d_1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geba5681a0d_1_35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097" name="Google Shape;1097;geba5681a0d_1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eba5681a0d_1_434: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120" name="Google Shape;1120;geba5681a0d_1_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geba5681a0d_1_473: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143" name="Google Shape;1143;geba5681a0d_1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eba5681a0d_1_51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166" name="Google Shape;1166;geba5681a0d_1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eba5681a0d_1_54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189" name="Google Shape;1189;geba5681a0d_1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geba5681a0d_1_58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212" name="Google Shape;1212;geba5681a0d_1_5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geba5681a0d_1_62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235" name="Google Shape;1235;geba5681a0d_1_6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geba5681a0d_1_8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258" name="Google Shape;1258;geba5681a0d_1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geba5681a0d_1_13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289" name="Google Shape;1289;geba5681a0d_1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8" name="Shape 1318"/>
        <p:cNvGrpSpPr/>
        <p:nvPr/>
      </p:nvGrpSpPr>
      <p:grpSpPr>
        <a:xfrm>
          <a:off x="0" y="0"/>
          <a:ext cx="0" cy="0"/>
          <a:chOff x="0" y="0"/>
          <a:chExt cx="0" cy="0"/>
        </a:xfrm>
      </p:grpSpPr>
      <p:sp>
        <p:nvSpPr>
          <p:cNvPr id="1319" name="Google Shape;1319;geba5681a0d_1_187: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320" name="Google Shape;1320;geba5681a0d_1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9" name="Shape 1349"/>
        <p:cNvGrpSpPr/>
        <p:nvPr/>
      </p:nvGrpSpPr>
      <p:grpSpPr>
        <a:xfrm>
          <a:off x="0" y="0"/>
          <a:ext cx="0" cy="0"/>
          <a:chOff x="0" y="0"/>
          <a:chExt cx="0" cy="0"/>
        </a:xfrm>
      </p:grpSpPr>
      <p:sp>
        <p:nvSpPr>
          <p:cNvPr id="1350" name="Google Shape;1350;geba5681a0d_1_24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351" name="Google Shape;1351;geba5681a0d_1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0" name="Shape 1380"/>
        <p:cNvGrpSpPr/>
        <p:nvPr/>
      </p:nvGrpSpPr>
      <p:grpSpPr>
        <a:xfrm>
          <a:off x="0" y="0"/>
          <a:ext cx="0" cy="0"/>
          <a:chOff x="0" y="0"/>
          <a:chExt cx="0" cy="0"/>
        </a:xfrm>
      </p:grpSpPr>
      <p:sp>
        <p:nvSpPr>
          <p:cNvPr id="1381" name="Google Shape;1381;geba5681a0d_1_29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382" name="Google Shape;1382;geba5681a0d_1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5" name="Shape 1415"/>
        <p:cNvGrpSpPr/>
        <p:nvPr/>
      </p:nvGrpSpPr>
      <p:grpSpPr>
        <a:xfrm>
          <a:off x="0" y="0"/>
          <a:ext cx="0" cy="0"/>
          <a:chOff x="0" y="0"/>
          <a:chExt cx="0" cy="0"/>
        </a:xfrm>
      </p:grpSpPr>
      <p:sp>
        <p:nvSpPr>
          <p:cNvPr id="1416" name="Google Shape;1416;geba5681a0d_1_66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417" name="Google Shape;1417;geba5681a0d_1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0" name="Shape 1450"/>
        <p:cNvGrpSpPr/>
        <p:nvPr/>
      </p:nvGrpSpPr>
      <p:grpSpPr>
        <a:xfrm>
          <a:off x="0" y="0"/>
          <a:ext cx="0" cy="0"/>
          <a:chOff x="0" y="0"/>
          <a:chExt cx="0" cy="0"/>
        </a:xfrm>
      </p:grpSpPr>
      <p:sp>
        <p:nvSpPr>
          <p:cNvPr id="1451" name="Google Shape;1451;geba5681a0d_1_109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452" name="Google Shape;1452;geba5681a0d_1_10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5" name="Shape 1485"/>
        <p:cNvGrpSpPr/>
        <p:nvPr/>
      </p:nvGrpSpPr>
      <p:grpSpPr>
        <a:xfrm>
          <a:off x="0" y="0"/>
          <a:ext cx="0" cy="0"/>
          <a:chOff x="0" y="0"/>
          <a:chExt cx="0" cy="0"/>
        </a:xfrm>
      </p:grpSpPr>
      <p:sp>
        <p:nvSpPr>
          <p:cNvPr id="1486" name="Google Shape;1486;geba5681a0d_1_114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487" name="Google Shape;1487;geba5681a0d_1_1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0" name="Shape 1520"/>
        <p:cNvGrpSpPr/>
        <p:nvPr/>
      </p:nvGrpSpPr>
      <p:grpSpPr>
        <a:xfrm>
          <a:off x="0" y="0"/>
          <a:ext cx="0" cy="0"/>
          <a:chOff x="0" y="0"/>
          <a:chExt cx="0" cy="0"/>
        </a:xfrm>
      </p:grpSpPr>
      <p:sp>
        <p:nvSpPr>
          <p:cNvPr id="1521" name="Google Shape;1521;geba5681a0d_1_121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522" name="Google Shape;1522;geba5681a0d_1_1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5" name="Shape 1555"/>
        <p:cNvGrpSpPr/>
        <p:nvPr/>
      </p:nvGrpSpPr>
      <p:grpSpPr>
        <a:xfrm>
          <a:off x="0" y="0"/>
          <a:ext cx="0" cy="0"/>
          <a:chOff x="0" y="0"/>
          <a:chExt cx="0" cy="0"/>
        </a:xfrm>
      </p:grpSpPr>
      <p:sp>
        <p:nvSpPr>
          <p:cNvPr id="1556" name="Google Shape;1556;geba5681a0d_1_135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557" name="Google Shape;1557;geba5681a0d_1_1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0" name="Shape 1590"/>
        <p:cNvGrpSpPr/>
        <p:nvPr/>
      </p:nvGrpSpPr>
      <p:grpSpPr>
        <a:xfrm>
          <a:off x="0" y="0"/>
          <a:ext cx="0" cy="0"/>
          <a:chOff x="0" y="0"/>
          <a:chExt cx="0" cy="0"/>
        </a:xfrm>
      </p:grpSpPr>
      <p:sp>
        <p:nvSpPr>
          <p:cNvPr id="1591" name="Google Shape;1591;geba5681a0d_1_141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592" name="Google Shape;1592;geba5681a0d_1_1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5" name="Shape 1625"/>
        <p:cNvGrpSpPr/>
        <p:nvPr/>
      </p:nvGrpSpPr>
      <p:grpSpPr>
        <a:xfrm>
          <a:off x="0" y="0"/>
          <a:ext cx="0" cy="0"/>
          <a:chOff x="0" y="0"/>
          <a:chExt cx="0" cy="0"/>
        </a:xfrm>
      </p:grpSpPr>
      <p:sp>
        <p:nvSpPr>
          <p:cNvPr id="1626" name="Google Shape;1626;geba5681a0d_1_148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627" name="Google Shape;1627;geba5681a0d_1_1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0" name="Shape 1660"/>
        <p:cNvGrpSpPr/>
        <p:nvPr/>
      </p:nvGrpSpPr>
      <p:grpSpPr>
        <a:xfrm>
          <a:off x="0" y="0"/>
          <a:ext cx="0" cy="0"/>
          <a:chOff x="0" y="0"/>
          <a:chExt cx="0" cy="0"/>
        </a:xfrm>
      </p:grpSpPr>
      <p:sp>
        <p:nvSpPr>
          <p:cNvPr id="1661" name="Google Shape;1661;geba5681a0d_1_159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662" name="Google Shape;1662;geba5681a0d_1_1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1" name="Shape 1691"/>
        <p:cNvGrpSpPr/>
        <p:nvPr/>
      </p:nvGrpSpPr>
      <p:grpSpPr>
        <a:xfrm>
          <a:off x="0" y="0"/>
          <a:ext cx="0" cy="0"/>
          <a:chOff x="0" y="0"/>
          <a:chExt cx="0" cy="0"/>
        </a:xfrm>
      </p:grpSpPr>
      <p:sp>
        <p:nvSpPr>
          <p:cNvPr id="1692" name="Google Shape;1692;geba5681a0d_1_71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693" name="Google Shape;1693;geba5681a0d_1_7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2" name="Shape 1722"/>
        <p:cNvGrpSpPr/>
        <p:nvPr/>
      </p:nvGrpSpPr>
      <p:grpSpPr>
        <a:xfrm>
          <a:off x="0" y="0"/>
          <a:ext cx="0" cy="0"/>
          <a:chOff x="0" y="0"/>
          <a:chExt cx="0" cy="0"/>
        </a:xfrm>
      </p:grpSpPr>
      <p:sp>
        <p:nvSpPr>
          <p:cNvPr id="1723" name="Google Shape;1723;geba5681a0d_1_78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724" name="Google Shape;1724;geba5681a0d_1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7" name="Shape 1757"/>
        <p:cNvGrpSpPr/>
        <p:nvPr/>
      </p:nvGrpSpPr>
      <p:grpSpPr>
        <a:xfrm>
          <a:off x="0" y="0"/>
          <a:ext cx="0" cy="0"/>
          <a:chOff x="0" y="0"/>
          <a:chExt cx="0" cy="0"/>
        </a:xfrm>
      </p:grpSpPr>
      <p:sp>
        <p:nvSpPr>
          <p:cNvPr id="1758" name="Google Shape;1758;geba5681a0d_1_90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759" name="Google Shape;1759;geba5681a0d_1_9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2" name="Shape 1792"/>
        <p:cNvGrpSpPr/>
        <p:nvPr/>
      </p:nvGrpSpPr>
      <p:grpSpPr>
        <a:xfrm>
          <a:off x="0" y="0"/>
          <a:ext cx="0" cy="0"/>
          <a:chOff x="0" y="0"/>
          <a:chExt cx="0" cy="0"/>
        </a:xfrm>
      </p:grpSpPr>
      <p:sp>
        <p:nvSpPr>
          <p:cNvPr id="1793" name="Google Shape;1793;g1a7c37d3c1f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794" name="Google Shape;1794;g1a7c37d3c1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7" name="Shape 1827"/>
        <p:cNvGrpSpPr/>
        <p:nvPr/>
      </p:nvGrpSpPr>
      <p:grpSpPr>
        <a:xfrm>
          <a:off x="0" y="0"/>
          <a:ext cx="0" cy="0"/>
          <a:chOff x="0" y="0"/>
          <a:chExt cx="0" cy="0"/>
        </a:xfrm>
      </p:grpSpPr>
      <p:sp>
        <p:nvSpPr>
          <p:cNvPr id="1828" name="Google Shape;1828;geba5681a0d_1_99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829" name="Google Shape;1829;geba5681a0d_1_9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2" name="Shape 1862"/>
        <p:cNvGrpSpPr/>
        <p:nvPr/>
      </p:nvGrpSpPr>
      <p:grpSpPr>
        <a:xfrm>
          <a:off x="0" y="0"/>
          <a:ext cx="0" cy="0"/>
          <a:chOff x="0" y="0"/>
          <a:chExt cx="0" cy="0"/>
        </a:xfrm>
      </p:grpSpPr>
      <p:sp>
        <p:nvSpPr>
          <p:cNvPr id="1863" name="Google Shape;1863;geba5681a0d_1_943: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864" name="Google Shape;1864;geba5681a0d_1_9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5" name="Shape 1885"/>
        <p:cNvGrpSpPr/>
        <p:nvPr/>
      </p:nvGrpSpPr>
      <p:grpSpPr>
        <a:xfrm>
          <a:off x="0" y="0"/>
          <a:ext cx="0" cy="0"/>
          <a:chOff x="0" y="0"/>
          <a:chExt cx="0" cy="0"/>
        </a:xfrm>
      </p:grpSpPr>
      <p:sp>
        <p:nvSpPr>
          <p:cNvPr id="1886" name="Google Shape;1886;geba5681a0d_1_84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887" name="Google Shape;1887;geba5681a0d_1_8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2" name="Shape 1922"/>
        <p:cNvGrpSpPr/>
        <p:nvPr/>
      </p:nvGrpSpPr>
      <p:grpSpPr>
        <a:xfrm>
          <a:off x="0" y="0"/>
          <a:ext cx="0" cy="0"/>
          <a:chOff x="0" y="0"/>
          <a:chExt cx="0" cy="0"/>
        </a:xfrm>
      </p:grpSpPr>
      <p:sp>
        <p:nvSpPr>
          <p:cNvPr id="1923" name="Google Shape;1923;gf7b9ea4272_0_25: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924" name="Google Shape;1924;gf7b9ea427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8" name="Shape 1928"/>
        <p:cNvGrpSpPr/>
        <p:nvPr/>
      </p:nvGrpSpPr>
      <p:grpSpPr>
        <a:xfrm>
          <a:off x="0" y="0"/>
          <a:ext cx="0" cy="0"/>
          <a:chOff x="0" y="0"/>
          <a:chExt cx="0" cy="0"/>
        </a:xfrm>
      </p:grpSpPr>
      <p:sp>
        <p:nvSpPr>
          <p:cNvPr id="1929" name="Google Shape;1929;gf7b9ec9ce5_0_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930" name="Google Shape;1930;gf7b9ec9ce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6" name="Shape 1936"/>
        <p:cNvGrpSpPr/>
        <p:nvPr/>
      </p:nvGrpSpPr>
      <p:grpSpPr>
        <a:xfrm>
          <a:off x="0" y="0"/>
          <a:ext cx="0" cy="0"/>
          <a:chOff x="0" y="0"/>
          <a:chExt cx="0" cy="0"/>
        </a:xfrm>
      </p:grpSpPr>
      <p:sp>
        <p:nvSpPr>
          <p:cNvPr id="1937" name="Google Shape;1937;gf7b9ec9ce5_0_3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938" name="Google Shape;1938;gf7b9ec9ce5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4" name="Shape 1944"/>
        <p:cNvGrpSpPr/>
        <p:nvPr/>
      </p:nvGrpSpPr>
      <p:grpSpPr>
        <a:xfrm>
          <a:off x="0" y="0"/>
          <a:ext cx="0" cy="0"/>
          <a:chOff x="0" y="0"/>
          <a:chExt cx="0" cy="0"/>
        </a:xfrm>
      </p:grpSpPr>
      <p:sp>
        <p:nvSpPr>
          <p:cNvPr id="1945" name="Google Shape;1945;gf7b9ec9ce5_0_4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946" name="Google Shape;1946;gf7b9ec9ce5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2" name="Shape 1952"/>
        <p:cNvGrpSpPr/>
        <p:nvPr/>
      </p:nvGrpSpPr>
      <p:grpSpPr>
        <a:xfrm>
          <a:off x="0" y="0"/>
          <a:ext cx="0" cy="0"/>
          <a:chOff x="0" y="0"/>
          <a:chExt cx="0" cy="0"/>
        </a:xfrm>
      </p:grpSpPr>
      <p:sp>
        <p:nvSpPr>
          <p:cNvPr id="1953" name="Google Shape;1953;gf7b9ec9ce5_0_54: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954" name="Google Shape;1954;gf7b9ec9ce5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0" name="Shape 1960"/>
        <p:cNvGrpSpPr/>
        <p:nvPr/>
      </p:nvGrpSpPr>
      <p:grpSpPr>
        <a:xfrm>
          <a:off x="0" y="0"/>
          <a:ext cx="0" cy="0"/>
          <a:chOff x="0" y="0"/>
          <a:chExt cx="0" cy="0"/>
        </a:xfrm>
      </p:grpSpPr>
      <p:sp>
        <p:nvSpPr>
          <p:cNvPr id="1961" name="Google Shape;1961;gf7b9ec9ce5_0_6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962" name="Google Shape;1962;gf7b9ec9ce5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8" name="Shape 1968"/>
        <p:cNvGrpSpPr/>
        <p:nvPr/>
      </p:nvGrpSpPr>
      <p:grpSpPr>
        <a:xfrm>
          <a:off x="0" y="0"/>
          <a:ext cx="0" cy="0"/>
          <a:chOff x="0" y="0"/>
          <a:chExt cx="0" cy="0"/>
        </a:xfrm>
      </p:grpSpPr>
      <p:sp>
        <p:nvSpPr>
          <p:cNvPr id="1969" name="Google Shape;1969;gf7b9ec9ce5_0_7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970" name="Google Shape;1970;gf7b9ec9ce5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6" name="Shape 1976"/>
        <p:cNvGrpSpPr/>
        <p:nvPr/>
      </p:nvGrpSpPr>
      <p:grpSpPr>
        <a:xfrm>
          <a:off x="0" y="0"/>
          <a:ext cx="0" cy="0"/>
          <a:chOff x="0" y="0"/>
          <a:chExt cx="0" cy="0"/>
        </a:xfrm>
      </p:grpSpPr>
      <p:sp>
        <p:nvSpPr>
          <p:cNvPr id="1977" name="Google Shape;1977;gf7b9ec9ce5_0_78: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978" name="Google Shape;1978;gf7b9ec9ce5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4" name="Shape 1984"/>
        <p:cNvGrpSpPr/>
        <p:nvPr/>
      </p:nvGrpSpPr>
      <p:grpSpPr>
        <a:xfrm>
          <a:off x="0" y="0"/>
          <a:ext cx="0" cy="0"/>
          <a:chOff x="0" y="0"/>
          <a:chExt cx="0" cy="0"/>
        </a:xfrm>
      </p:grpSpPr>
      <p:sp>
        <p:nvSpPr>
          <p:cNvPr id="1985" name="Google Shape;1985;gf7b9ec9ce5_0_86: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986" name="Google Shape;1986;gf7b9ec9ce5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2" name="Shape 1992"/>
        <p:cNvGrpSpPr/>
        <p:nvPr/>
      </p:nvGrpSpPr>
      <p:grpSpPr>
        <a:xfrm>
          <a:off x="0" y="0"/>
          <a:ext cx="0" cy="0"/>
          <a:chOff x="0" y="0"/>
          <a:chExt cx="0" cy="0"/>
        </a:xfrm>
      </p:grpSpPr>
      <p:sp>
        <p:nvSpPr>
          <p:cNvPr id="1993" name="Google Shape;1993;gf7b9ec9ce5_0_94: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1994" name="Google Shape;1994;gf7b9ec9ce5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0" name="Shape 2000"/>
        <p:cNvGrpSpPr/>
        <p:nvPr/>
      </p:nvGrpSpPr>
      <p:grpSpPr>
        <a:xfrm>
          <a:off x="0" y="0"/>
          <a:ext cx="0" cy="0"/>
          <a:chOff x="0" y="0"/>
          <a:chExt cx="0" cy="0"/>
        </a:xfrm>
      </p:grpSpPr>
      <p:sp>
        <p:nvSpPr>
          <p:cNvPr id="2001" name="Google Shape;2001;gf7b9ec9ce5_0_102: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002" name="Google Shape;2002;gf7b9ec9ce5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8" name="Shape 2008"/>
        <p:cNvGrpSpPr/>
        <p:nvPr/>
      </p:nvGrpSpPr>
      <p:grpSpPr>
        <a:xfrm>
          <a:off x="0" y="0"/>
          <a:ext cx="0" cy="0"/>
          <a:chOff x="0" y="0"/>
          <a:chExt cx="0" cy="0"/>
        </a:xfrm>
      </p:grpSpPr>
      <p:sp>
        <p:nvSpPr>
          <p:cNvPr id="2009" name="Google Shape;2009;gf7b9ec9ce5_0_11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2010" name="Google Shape;2010;gf7b9ec9ce5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415507" y="992767"/>
            <a:ext cx="11358000" cy="2736900"/>
          </a:xfrm>
          <a:prstGeom prst="rect">
            <a:avLst/>
          </a:prstGeom>
        </p:spPr>
        <p:txBody>
          <a:bodyPr anchorCtr="0" anchor="b" bIns="121875" lIns="121875" spcFirstLastPara="1" rIns="121875" wrap="square" tIns="121875">
            <a:normAutofit/>
          </a:bodyPr>
          <a:lstStyle>
            <a:lvl1pPr lvl="0" rtl="0" algn="ctr">
              <a:spcBef>
                <a:spcPts val="0"/>
              </a:spcBef>
              <a:spcAft>
                <a:spcPts val="0"/>
              </a:spcAft>
              <a:buSzPts val="6900"/>
              <a:buNone/>
              <a:defRPr sz="6900"/>
            </a:lvl1pPr>
            <a:lvl2pPr lvl="1" rtl="0" algn="ctr">
              <a:spcBef>
                <a:spcPts val="0"/>
              </a:spcBef>
              <a:spcAft>
                <a:spcPts val="0"/>
              </a:spcAft>
              <a:buSzPts val="6900"/>
              <a:buNone/>
              <a:defRPr sz="6900"/>
            </a:lvl2pPr>
            <a:lvl3pPr lvl="2" rtl="0" algn="ctr">
              <a:spcBef>
                <a:spcPts val="0"/>
              </a:spcBef>
              <a:spcAft>
                <a:spcPts val="0"/>
              </a:spcAft>
              <a:buSzPts val="6900"/>
              <a:buNone/>
              <a:defRPr sz="6900"/>
            </a:lvl3pPr>
            <a:lvl4pPr lvl="3" rtl="0" algn="ctr">
              <a:spcBef>
                <a:spcPts val="0"/>
              </a:spcBef>
              <a:spcAft>
                <a:spcPts val="0"/>
              </a:spcAft>
              <a:buSzPts val="6900"/>
              <a:buNone/>
              <a:defRPr sz="6900"/>
            </a:lvl4pPr>
            <a:lvl5pPr lvl="4" rtl="0" algn="ctr">
              <a:spcBef>
                <a:spcPts val="0"/>
              </a:spcBef>
              <a:spcAft>
                <a:spcPts val="0"/>
              </a:spcAft>
              <a:buSzPts val="6900"/>
              <a:buNone/>
              <a:defRPr sz="6900"/>
            </a:lvl5pPr>
            <a:lvl6pPr lvl="5" rtl="0" algn="ctr">
              <a:spcBef>
                <a:spcPts val="0"/>
              </a:spcBef>
              <a:spcAft>
                <a:spcPts val="0"/>
              </a:spcAft>
              <a:buSzPts val="6900"/>
              <a:buNone/>
              <a:defRPr sz="6900"/>
            </a:lvl6pPr>
            <a:lvl7pPr lvl="6" rtl="0" algn="ctr">
              <a:spcBef>
                <a:spcPts val="0"/>
              </a:spcBef>
              <a:spcAft>
                <a:spcPts val="0"/>
              </a:spcAft>
              <a:buSzPts val="6900"/>
              <a:buNone/>
              <a:defRPr sz="6900"/>
            </a:lvl7pPr>
            <a:lvl8pPr lvl="7" rtl="0" algn="ctr">
              <a:spcBef>
                <a:spcPts val="0"/>
              </a:spcBef>
              <a:spcAft>
                <a:spcPts val="0"/>
              </a:spcAft>
              <a:buSzPts val="6900"/>
              <a:buNone/>
              <a:defRPr sz="6900"/>
            </a:lvl8pPr>
            <a:lvl9pPr lvl="8" rtl="0" algn="ctr">
              <a:spcBef>
                <a:spcPts val="0"/>
              </a:spcBef>
              <a:spcAft>
                <a:spcPts val="0"/>
              </a:spcAft>
              <a:buSzPts val="6900"/>
              <a:buNone/>
              <a:defRPr sz="6900"/>
            </a:lvl9pPr>
          </a:lstStyle>
          <a:p/>
        </p:txBody>
      </p:sp>
      <p:sp>
        <p:nvSpPr>
          <p:cNvPr id="11" name="Google Shape;11;p2"/>
          <p:cNvSpPr txBox="1"/>
          <p:nvPr>
            <p:ph idx="1" type="subTitle"/>
          </p:nvPr>
        </p:nvSpPr>
        <p:spPr>
          <a:xfrm>
            <a:off x="415496" y="3778833"/>
            <a:ext cx="11358000" cy="1056900"/>
          </a:xfrm>
          <a:prstGeom prst="rect">
            <a:avLst/>
          </a:prstGeom>
        </p:spPr>
        <p:txBody>
          <a:bodyPr anchorCtr="0" anchor="t" bIns="121875" lIns="121875" spcFirstLastPara="1" rIns="121875" wrap="square" tIns="121875">
            <a:normAutofit/>
          </a:bodyPr>
          <a:lstStyle>
            <a:lvl1pPr lvl="0" rtl="0" algn="ctr">
              <a:lnSpc>
                <a:spcPct val="100000"/>
              </a:lnSpc>
              <a:spcBef>
                <a:spcPts val="0"/>
              </a:spcBef>
              <a:spcAft>
                <a:spcPts val="0"/>
              </a:spcAft>
              <a:buSzPts val="3700"/>
              <a:buNone/>
              <a:defRPr sz="3700"/>
            </a:lvl1pPr>
            <a:lvl2pPr lvl="1" rtl="0" algn="ctr">
              <a:lnSpc>
                <a:spcPct val="100000"/>
              </a:lnSpc>
              <a:spcBef>
                <a:spcPts val="0"/>
              </a:spcBef>
              <a:spcAft>
                <a:spcPts val="0"/>
              </a:spcAft>
              <a:buSzPts val="3700"/>
              <a:buNone/>
              <a:defRPr sz="3700"/>
            </a:lvl2pPr>
            <a:lvl3pPr lvl="2" rtl="0" algn="ctr">
              <a:lnSpc>
                <a:spcPct val="100000"/>
              </a:lnSpc>
              <a:spcBef>
                <a:spcPts val="0"/>
              </a:spcBef>
              <a:spcAft>
                <a:spcPts val="0"/>
              </a:spcAft>
              <a:buSzPts val="3700"/>
              <a:buNone/>
              <a:defRPr sz="3700"/>
            </a:lvl3pPr>
            <a:lvl4pPr lvl="3" rtl="0" algn="ctr">
              <a:lnSpc>
                <a:spcPct val="100000"/>
              </a:lnSpc>
              <a:spcBef>
                <a:spcPts val="0"/>
              </a:spcBef>
              <a:spcAft>
                <a:spcPts val="0"/>
              </a:spcAft>
              <a:buSzPts val="3700"/>
              <a:buNone/>
              <a:defRPr sz="3700"/>
            </a:lvl4pPr>
            <a:lvl5pPr lvl="4" rtl="0" algn="ctr">
              <a:lnSpc>
                <a:spcPct val="100000"/>
              </a:lnSpc>
              <a:spcBef>
                <a:spcPts val="0"/>
              </a:spcBef>
              <a:spcAft>
                <a:spcPts val="0"/>
              </a:spcAft>
              <a:buSzPts val="3700"/>
              <a:buNone/>
              <a:defRPr sz="3700"/>
            </a:lvl5pPr>
            <a:lvl6pPr lvl="5" rtl="0" algn="ctr">
              <a:lnSpc>
                <a:spcPct val="100000"/>
              </a:lnSpc>
              <a:spcBef>
                <a:spcPts val="0"/>
              </a:spcBef>
              <a:spcAft>
                <a:spcPts val="0"/>
              </a:spcAft>
              <a:buSzPts val="3700"/>
              <a:buNone/>
              <a:defRPr sz="3700"/>
            </a:lvl6pPr>
            <a:lvl7pPr lvl="6" rtl="0" algn="ctr">
              <a:lnSpc>
                <a:spcPct val="100000"/>
              </a:lnSpc>
              <a:spcBef>
                <a:spcPts val="0"/>
              </a:spcBef>
              <a:spcAft>
                <a:spcPts val="0"/>
              </a:spcAft>
              <a:buSzPts val="3700"/>
              <a:buNone/>
              <a:defRPr sz="3700"/>
            </a:lvl7pPr>
            <a:lvl8pPr lvl="7" rtl="0" algn="ctr">
              <a:lnSpc>
                <a:spcPct val="100000"/>
              </a:lnSpc>
              <a:spcBef>
                <a:spcPts val="0"/>
              </a:spcBef>
              <a:spcAft>
                <a:spcPts val="0"/>
              </a:spcAft>
              <a:buSzPts val="3700"/>
              <a:buNone/>
              <a:defRPr sz="3700"/>
            </a:lvl8pPr>
            <a:lvl9pPr lvl="8" rtl="0" algn="ctr">
              <a:lnSpc>
                <a:spcPct val="100000"/>
              </a:lnSpc>
              <a:spcBef>
                <a:spcPts val="0"/>
              </a:spcBef>
              <a:spcAft>
                <a:spcPts val="0"/>
              </a:spcAft>
              <a:buSzPts val="3700"/>
              <a:buNone/>
              <a:defRPr sz="3700"/>
            </a:lvl9pPr>
          </a:lstStyle>
          <a:p/>
        </p:txBody>
      </p:sp>
      <p:sp>
        <p:nvSpPr>
          <p:cNvPr id="12" name="Google Shape;12;p2"/>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415496" y="2867800"/>
            <a:ext cx="11358000" cy="1122300"/>
          </a:xfrm>
          <a:prstGeom prst="rect">
            <a:avLst/>
          </a:prstGeom>
        </p:spPr>
        <p:txBody>
          <a:bodyPr anchorCtr="0" anchor="ctr" bIns="121875" lIns="121875" spcFirstLastPara="1" rIns="121875" wrap="square" tIns="121875">
            <a:normAutofit/>
          </a:bodyPr>
          <a:lstStyle>
            <a:lvl1pPr lvl="0" rtl="0" algn="ctr">
              <a:spcBef>
                <a:spcPts val="0"/>
              </a:spcBef>
              <a:spcAft>
                <a:spcPts val="0"/>
              </a:spcAft>
              <a:buSzPts val="4800"/>
              <a:buNone/>
              <a:defRPr sz="48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p:txBody>
      </p:sp>
      <p:sp>
        <p:nvSpPr>
          <p:cNvPr id="15" name="Google Shape;15;p3"/>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415496" y="593367"/>
            <a:ext cx="11358000" cy="763500"/>
          </a:xfrm>
          <a:prstGeom prst="rect">
            <a:avLst/>
          </a:prstGeom>
        </p:spPr>
        <p:txBody>
          <a:bodyPr anchorCtr="0" anchor="t" bIns="121875" lIns="121875" spcFirstLastPara="1" rIns="121875" wrap="square" tIns="121875">
            <a:norm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18" name="Google Shape;18;p4"/>
          <p:cNvSpPr txBox="1"/>
          <p:nvPr>
            <p:ph idx="1" type="body"/>
          </p:nvPr>
        </p:nvSpPr>
        <p:spPr>
          <a:xfrm>
            <a:off x="415496" y="1536633"/>
            <a:ext cx="11358000" cy="4555200"/>
          </a:xfrm>
          <a:prstGeom prst="rect">
            <a:avLst/>
          </a:prstGeom>
        </p:spPr>
        <p:txBody>
          <a:bodyPr anchorCtr="0" anchor="t" bIns="121875" lIns="121875" spcFirstLastPara="1" rIns="121875" wrap="square" tIns="121875">
            <a:normAutofit/>
          </a:bodyPr>
          <a:lstStyle>
            <a:lvl1pPr indent="-381000" lvl="0" marL="457200" rtl="0">
              <a:spcBef>
                <a:spcPts val="0"/>
              </a:spcBef>
              <a:spcAft>
                <a:spcPts val="0"/>
              </a:spcAft>
              <a:buSzPts val="2400"/>
              <a:buChar char="●"/>
              <a:defRPr/>
            </a:lvl1pPr>
            <a:lvl2pPr indent="-349250" lvl="1" marL="914400" rtl="0">
              <a:spcBef>
                <a:spcPts val="0"/>
              </a:spcBef>
              <a:spcAft>
                <a:spcPts val="0"/>
              </a:spcAft>
              <a:buSzPts val="1900"/>
              <a:buChar char="○"/>
              <a:defRPr/>
            </a:lvl2pPr>
            <a:lvl3pPr indent="-349250" lvl="2" marL="1371600" rtl="0">
              <a:spcBef>
                <a:spcPts val="0"/>
              </a:spcBef>
              <a:spcAft>
                <a:spcPts val="0"/>
              </a:spcAft>
              <a:buSzPts val="1900"/>
              <a:buChar char="■"/>
              <a:defRPr/>
            </a:lvl3pPr>
            <a:lvl4pPr indent="-349250" lvl="3" marL="1828800" rtl="0">
              <a:spcBef>
                <a:spcPts val="0"/>
              </a:spcBef>
              <a:spcAft>
                <a:spcPts val="0"/>
              </a:spcAft>
              <a:buSzPts val="1900"/>
              <a:buChar char="●"/>
              <a:defRPr/>
            </a:lvl4pPr>
            <a:lvl5pPr indent="-349250" lvl="4" marL="2286000" rtl="0">
              <a:spcBef>
                <a:spcPts val="0"/>
              </a:spcBef>
              <a:spcAft>
                <a:spcPts val="0"/>
              </a:spcAft>
              <a:buSzPts val="1900"/>
              <a:buChar char="○"/>
              <a:defRPr/>
            </a:lvl5pPr>
            <a:lvl6pPr indent="-349250" lvl="5" marL="2743200" rtl="0">
              <a:spcBef>
                <a:spcPts val="0"/>
              </a:spcBef>
              <a:spcAft>
                <a:spcPts val="0"/>
              </a:spcAft>
              <a:buSzPts val="1900"/>
              <a:buChar char="■"/>
              <a:defRPr/>
            </a:lvl6pPr>
            <a:lvl7pPr indent="-349250" lvl="6" marL="3200400" rtl="0">
              <a:spcBef>
                <a:spcPts val="0"/>
              </a:spcBef>
              <a:spcAft>
                <a:spcPts val="0"/>
              </a:spcAft>
              <a:buSzPts val="1900"/>
              <a:buChar char="●"/>
              <a:defRPr/>
            </a:lvl7pPr>
            <a:lvl8pPr indent="-349250" lvl="7" marL="3657600" rtl="0">
              <a:spcBef>
                <a:spcPts val="0"/>
              </a:spcBef>
              <a:spcAft>
                <a:spcPts val="0"/>
              </a:spcAft>
              <a:buSzPts val="1900"/>
              <a:buChar char="○"/>
              <a:defRPr/>
            </a:lvl8pPr>
            <a:lvl9pPr indent="-349250" lvl="8" marL="4114800" rtl="0">
              <a:spcBef>
                <a:spcPts val="0"/>
              </a:spcBef>
              <a:spcAft>
                <a:spcPts val="0"/>
              </a:spcAft>
              <a:buSzPts val="1900"/>
              <a:buChar char="■"/>
              <a:defRPr/>
            </a:lvl9pPr>
          </a:lstStyle>
          <a:p/>
        </p:txBody>
      </p:sp>
      <p:sp>
        <p:nvSpPr>
          <p:cNvPr id="19" name="Google Shape;19;p4"/>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415496" y="593367"/>
            <a:ext cx="11358000" cy="763500"/>
          </a:xfrm>
          <a:prstGeom prst="rect">
            <a:avLst/>
          </a:prstGeom>
        </p:spPr>
        <p:txBody>
          <a:bodyPr anchorCtr="0" anchor="t" bIns="121875" lIns="121875" spcFirstLastPara="1" rIns="121875" wrap="square" tIns="121875">
            <a:norm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22" name="Google Shape;22;p5"/>
          <p:cNvSpPr txBox="1"/>
          <p:nvPr>
            <p:ph idx="1" type="body"/>
          </p:nvPr>
        </p:nvSpPr>
        <p:spPr>
          <a:xfrm>
            <a:off x="415496" y="1536633"/>
            <a:ext cx="5331900" cy="4555200"/>
          </a:xfrm>
          <a:prstGeom prst="rect">
            <a:avLst/>
          </a:prstGeom>
        </p:spPr>
        <p:txBody>
          <a:bodyPr anchorCtr="0" anchor="t" bIns="121875" lIns="121875" spcFirstLastPara="1" rIns="121875" wrap="square" tIns="121875">
            <a:normAutofit/>
          </a:bodyPr>
          <a:lstStyle>
            <a:lvl1pPr indent="-349250" lvl="0" marL="457200" rtl="0">
              <a:spcBef>
                <a:spcPts val="0"/>
              </a:spcBef>
              <a:spcAft>
                <a:spcPts val="0"/>
              </a:spcAft>
              <a:buSzPts val="1900"/>
              <a:buChar char="●"/>
              <a:defRPr sz="19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23" name="Google Shape;23;p5"/>
          <p:cNvSpPr txBox="1"/>
          <p:nvPr>
            <p:ph idx="2" type="body"/>
          </p:nvPr>
        </p:nvSpPr>
        <p:spPr>
          <a:xfrm>
            <a:off x="6441588" y="1536633"/>
            <a:ext cx="5331900" cy="4555200"/>
          </a:xfrm>
          <a:prstGeom prst="rect">
            <a:avLst/>
          </a:prstGeom>
        </p:spPr>
        <p:txBody>
          <a:bodyPr anchorCtr="0" anchor="t" bIns="121875" lIns="121875" spcFirstLastPara="1" rIns="121875" wrap="square" tIns="121875">
            <a:normAutofit/>
          </a:bodyPr>
          <a:lstStyle>
            <a:lvl1pPr indent="-349250" lvl="0" marL="457200" rtl="0">
              <a:spcBef>
                <a:spcPts val="0"/>
              </a:spcBef>
              <a:spcAft>
                <a:spcPts val="0"/>
              </a:spcAft>
              <a:buSzPts val="1900"/>
              <a:buChar char="●"/>
              <a:defRPr sz="19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24" name="Google Shape;24;p5"/>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415496" y="593367"/>
            <a:ext cx="11358000" cy="763500"/>
          </a:xfrm>
          <a:prstGeom prst="rect">
            <a:avLst/>
          </a:prstGeom>
        </p:spPr>
        <p:txBody>
          <a:bodyPr anchorCtr="0" anchor="t" bIns="121875" lIns="121875" spcFirstLastPara="1" rIns="121875" wrap="square" tIns="121875">
            <a:norm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27" name="Google Shape;27;p6"/>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415496" y="740800"/>
            <a:ext cx="3743100" cy="1007700"/>
          </a:xfrm>
          <a:prstGeom prst="rect">
            <a:avLst/>
          </a:prstGeom>
        </p:spPr>
        <p:txBody>
          <a:bodyPr anchorCtr="0" anchor="b" bIns="121875" lIns="121875" spcFirstLastPara="1" rIns="121875" wrap="square" tIns="121875">
            <a:normAutofit/>
          </a:bodyPr>
          <a:lstStyle>
            <a:lvl1pPr lvl="0" rtl="0">
              <a:spcBef>
                <a:spcPts val="0"/>
              </a:spcBef>
              <a:spcAft>
                <a:spcPts val="0"/>
              </a:spcAft>
              <a:buSzPts val="3200"/>
              <a:buNone/>
              <a:defRPr sz="32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30" name="Google Shape;30;p7"/>
          <p:cNvSpPr txBox="1"/>
          <p:nvPr>
            <p:ph idx="1" type="body"/>
          </p:nvPr>
        </p:nvSpPr>
        <p:spPr>
          <a:xfrm>
            <a:off x="415496" y="1852800"/>
            <a:ext cx="3743100" cy="4239300"/>
          </a:xfrm>
          <a:prstGeom prst="rect">
            <a:avLst/>
          </a:prstGeom>
        </p:spPr>
        <p:txBody>
          <a:bodyPr anchorCtr="0" anchor="t" bIns="121875" lIns="121875" spcFirstLastPara="1" rIns="121875" wrap="square" tIns="121875">
            <a:normAutofit/>
          </a:bodyPr>
          <a:lstStyle>
            <a:lvl1pPr indent="-330200" lvl="0" marL="457200" rtl="0">
              <a:spcBef>
                <a:spcPts val="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31" name="Google Shape;31;p7"/>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653503" y="600200"/>
            <a:ext cx="8488200" cy="5454300"/>
          </a:xfrm>
          <a:prstGeom prst="rect">
            <a:avLst/>
          </a:prstGeom>
        </p:spPr>
        <p:txBody>
          <a:bodyPr anchorCtr="0" anchor="ctr" bIns="121875" lIns="121875" spcFirstLastPara="1" rIns="121875" wrap="square" tIns="121875">
            <a:normAutofit/>
          </a:bodyPr>
          <a:lstStyle>
            <a:lvl1pPr lvl="0" rtl="0">
              <a:spcBef>
                <a:spcPts val="0"/>
              </a:spcBef>
              <a:spcAft>
                <a:spcPts val="0"/>
              </a:spcAft>
              <a:buSzPts val="6400"/>
              <a:buNone/>
              <a:defRPr sz="6400"/>
            </a:lvl1pPr>
            <a:lvl2pPr lvl="1" rtl="0">
              <a:spcBef>
                <a:spcPts val="0"/>
              </a:spcBef>
              <a:spcAft>
                <a:spcPts val="0"/>
              </a:spcAft>
              <a:buSzPts val="6400"/>
              <a:buNone/>
              <a:defRPr sz="6400"/>
            </a:lvl2pPr>
            <a:lvl3pPr lvl="2" rtl="0">
              <a:spcBef>
                <a:spcPts val="0"/>
              </a:spcBef>
              <a:spcAft>
                <a:spcPts val="0"/>
              </a:spcAft>
              <a:buSzPts val="6400"/>
              <a:buNone/>
              <a:defRPr sz="6400"/>
            </a:lvl3pPr>
            <a:lvl4pPr lvl="3" rtl="0">
              <a:spcBef>
                <a:spcPts val="0"/>
              </a:spcBef>
              <a:spcAft>
                <a:spcPts val="0"/>
              </a:spcAft>
              <a:buSzPts val="6400"/>
              <a:buNone/>
              <a:defRPr sz="6400"/>
            </a:lvl4pPr>
            <a:lvl5pPr lvl="4" rtl="0">
              <a:spcBef>
                <a:spcPts val="0"/>
              </a:spcBef>
              <a:spcAft>
                <a:spcPts val="0"/>
              </a:spcAft>
              <a:buSzPts val="6400"/>
              <a:buNone/>
              <a:defRPr sz="6400"/>
            </a:lvl5pPr>
            <a:lvl6pPr lvl="5" rtl="0">
              <a:spcBef>
                <a:spcPts val="0"/>
              </a:spcBef>
              <a:spcAft>
                <a:spcPts val="0"/>
              </a:spcAft>
              <a:buSzPts val="6400"/>
              <a:buNone/>
              <a:defRPr sz="6400"/>
            </a:lvl6pPr>
            <a:lvl7pPr lvl="6" rtl="0">
              <a:spcBef>
                <a:spcPts val="0"/>
              </a:spcBef>
              <a:spcAft>
                <a:spcPts val="0"/>
              </a:spcAft>
              <a:buSzPts val="6400"/>
              <a:buNone/>
              <a:defRPr sz="6400"/>
            </a:lvl7pPr>
            <a:lvl8pPr lvl="7" rtl="0">
              <a:spcBef>
                <a:spcPts val="0"/>
              </a:spcBef>
              <a:spcAft>
                <a:spcPts val="0"/>
              </a:spcAft>
              <a:buSzPts val="6400"/>
              <a:buNone/>
              <a:defRPr sz="6400"/>
            </a:lvl8pPr>
            <a:lvl9pPr lvl="8" rtl="0">
              <a:spcBef>
                <a:spcPts val="0"/>
              </a:spcBef>
              <a:spcAft>
                <a:spcPts val="0"/>
              </a:spcAft>
              <a:buSzPts val="6400"/>
              <a:buNone/>
              <a:defRPr sz="6400"/>
            </a:lvl9pPr>
          </a:lstStyle>
          <a:p/>
        </p:txBody>
      </p:sp>
      <p:sp>
        <p:nvSpPr>
          <p:cNvPr id="34" name="Google Shape;34;p8"/>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53911" y="1644233"/>
            <a:ext cx="5392200" cy="1976400"/>
          </a:xfrm>
          <a:prstGeom prst="rect">
            <a:avLst/>
          </a:prstGeom>
        </p:spPr>
        <p:txBody>
          <a:bodyPr anchorCtr="0" anchor="b" bIns="121875" lIns="121875" spcFirstLastPara="1" rIns="121875" wrap="square" tIns="121875">
            <a:normAutofit/>
          </a:bodyPr>
          <a:lstStyle>
            <a:lvl1pPr lvl="0" rtl="0" algn="ctr">
              <a:spcBef>
                <a:spcPts val="0"/>
              </a:spcBef>
              <a:spcAft>
                <a:spcPts val="0"/>
              </a:spcAft>
              <a:buSzPts val="5600"/>
              <a:buNone/>
              <a:defRPr sz="5600"/>
            </a:lvl1pPr>
            <a:lvl2pPr lvl="1" rtl="0" algn="ctr">
              <a:spcBef>
                <a:spcPts val="0"/>
              </a:spcBef>
              <a:spcAft>
                <a:spcPts val="0"/>
              </a:spcAft>
              <a:buSzPts val="5600"/>
              <a:buNone/>
              <a:defRPr sz="5600"/>
            </a:lvl2pPr>
            <a:lvl3pPr lvl="2" rtl="0" algn="ctr">
              <a:spcBef>
                <a:spcPts val="0"/>
              </a:spcBef>
              <a:spcAft>
                <a:spcPts val="0"/>
              </a:spcAft>
              <a:buSzPts val="5600"/>
              <a:buNone/>
              <a:defRPr sz="5600"/>
            </a:lvl3pPr>
            <a:lvl4pPr lvl="3" rtl="0" algn="ctr">
              <a:spcBef>
                <a:spcPts val="0"/>
              </a:spcBef>
              <a:spcAft>
                <a:spcPts val="0"/>
              </a:spcAft>
              <a:buSzPts val="5600"/>
              <a:buNone/>
              <a:defRPr sz="5600"/>
            </a:lvl4pPr>
            <a:lvl5pPr lvl="4" rtl="0" algn="ctr">
              <a:spcBef>
                <a:spcPts val="0"/>
              </a:spcBef>
              <a:spcAft>
                <a:spcPts val="0"/>
              </a:spcAft>
              <a:buSzPts val="5600"/>
              <a:buNone/>
              <a:defRPr sz="5600"/>
            </a:lvl5pPr>
            <a:lvl6pPr lvl="5" rtl="0" algn="ctr">
              <a:spcBef>
                <a:spcPts val="0"/>
              </a:spcBef>
              <a:spcAft>
                <a:spcPts val="0"/>
              </a:spcAft>
              <a:buSzPts val="5600"/>
              <a:buNone/>
              <a:defRPr sz="5600"/>
            </a:lvl6pPr>
            <a:lvl7pPr lvl="6" rtl="0" algn="ctr">
              <a:spcBef>
                <a:spcPts val="0"/>
              </a:spcBef>
              <a:spcAft>
                <a:spcPts val="0"/>
              </a:spcAft>
              <a:buSzPts val="5600"/>
              <a:buNone/>
              <a:defRPr sz="5600"/>
            </a:lvl7pPr>
            <a:lvl8pPr lvl="7" rtl="0" algn="ctr">
              <a:spcBef>
                <a:spcPts val="0"/>
              </a:spcBef>
              <a:spcAft>
                <a:spcPts val="0"/>
              </a:spcAft>
              <a:buSzPts val="5600"/>
              <a:buNone/>
              <a:defRPr sz="5600"/>
            </a:lvl8pPr>
            <a:lvl9pPr lvl="8" rtl="0" algn="ctr">
              <a:spcBef>
                <a:spcPts val="0"/>
              </a:spcBef>
              <a:spcAft>
                <a:spcPts val="0"/>
              </a:spcAft>
              <a:buSzPts val="5600"/>
              <a:buNone/>
              <a:defRPr sz="5600"/>
            </a:lvl9pPr>
          </a:lstStyle>
          <a:p/>
        </p:txBody>
      </p:sp>
      <p:sp>
        <p:nvSpPr>
          <p:cNvPr id="38" name="Google Shape;38;p9"/>
          <p:cNvSpPr txBox="1"/>
          <p:nvPr>
            <p:ph idx="1" type="subTitle"/>
          </p:nvPr>
        </p:nvSpPr>
        <p:spPr>
          <a:xfrm>
            <a:off x="353911" y="3737433"/>
            <a:ext cx="5392200" cy="1646700"/>
          </a:xfrm>
          <a:prstGeom prst="rect">
            <a:avLst/>
          </a:prstGeom>
        </p:spPr>
        <p:txBody>
          <a:bodyPr anchorCtr="0" anchor="t" bIns="121875" lIns="121875" spcFirstLastPara="1" rIns="121875" wrap="square" tIns="12187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9" name="Google Shape;39;p9"/>
          <p:cNvSpPr txBox="1"/>
          <p:nvPr>
            <p:ph idx="2" type="body"/>
          </p:nvPr>
        </p:nvSpPr>
        <p:spPr>
          <a:xfrm>
            <a:off x="6584352" y="965433"/>
            <a:ext cx="5114700" cy="4926900"/>
          </a:xfrm>
          <a:prstGeom prst="rect">
            <a:avLst/>
          </a:prstGeom>
        </p:spPr>
        <p:txBody>
          <a:bodyPr anchorCtr="0" anchor="ctr" bIns="121875" lIns="121875" spcFirstLastPara="1" rIns="121875" wrap="square" tIns="121875">
            <a:normAutofit/>
          </a:bodyPr>
          <a:lstStyle>
            <a:lvl1pPr indent="-381000" lvl="0" marL="457200" rtl="0">
              <a:spcBef>
                <a:spcPts val="0"/>
              </a:spcBef>
              <a:spcAft>
                <a:spcPts val="0"/>
              </a:spcAft>
              <a:buSzPts val="2400"/>
              <a:buChar char="●"/>
              <a:defRPr/>
            </a:lvl1pPr>
            <a:lvl2pPr indent="-349250" lvl="1" marL="914400" rtl="0">
              <a:spcBef>
                <a:spcPts val="0"/>
              </a:spcBef>
              <a:spcAft>
                <a:spcPts val="0"/>
              </a:spcAft>
              <a:buSzPts val="1900"/>
              <a:buChar char="○"/>
              <a:defRPr/>
            </a:lvl2pPr>
            <a:lvl3pPr indent="-349250" lvl="2" marL="1371600" rtl="0">
              <a:spcBef>
                <a:spcPts val="0"/>
              </a:spcBef>
              <a:spcAft>
                <a:spcPts val="0"/>
              </a:spcAft>
              <a:buSzPts val="1900"/>
              <a:buChar char="■"/>
              <a:defRPr/>
            </a:lvl3pPr>
            <a:lvl4pPr indent="-349250" lvl="3" marL="1828800" rtl="0">
              <a:spcBef>
                <a:spcPts val="0"/>
              </a:spcBef>
              <a:spcAft>
                <a:spcPts val="0"/>
              </a:spcAft>
              <a:buSzPts val="1900"/>
              <a:buChar char="●"/>
              <a:defRPr/>
            </a:lvl4pPr>
            <a:lvl5pPr indent="-349250" lvl="4" marL="2286000" rtl="0">
              <a:spcBef>
                <a:spcPts val="0"/>
              </a:spcBef>
              <a:spcAft>
                <a:spcPts val="0"/>
              </a:spcAft>
              <a:buSzPts val="1900"/>
              <a:buChar char="○"/>
              <a:defRPr/>
            </a:lvl5pPr>
            <a:lvl6pPr indent="-349250" lvl="5" marL="2743200" rtl="0">
              <a:spcBef>
                <a:spcPts val="0"/>
              </a:spcBef>
              <a:spcAft>
                <a:spcPts val="0"/>
              </a:spcAft>
              <a:buSzPts val="1900"/>
              <a:buChar char="■"/>
              <a:defRPr/>
            </a:lvl6pPr>
            <a:lvl7pPr indent="-349250" lvl="6" marL="3200400" rtl="0">
              <a:spcBef>
                <a:spcPts val="0"/>
              </a:spcBef>
              <a:spcAft>
                <a:spcPts val="0"/>
              </a:spcAft>
              <a:buSzPts val="1900"/>
              <a:buChar char="●"/>
              <a:defRPr/>
            </a:lvl7pPr>
            <a:lvl8pPr indent="-349250" lvl="7" marL="3657600" rtl="0">
              <a:spcBef>
                <a:spcPts val="0"/>
              </a:spcBef>
              <a:spcAft>
                <a:spcPts val="0"/>
              </a:spcAft>
              <a:buSzPts val="1900"/>
              <a:buChar char="○"/>
              <a:defRPr/>
            </a:lvl8pPr>
            <a:lvl9pPr indent="-349250" lvl="8" marL="4114800" rtl="0">
              <a:spcBef>
                <a:spcPts val="0"/>
              </a:spcBef>
              <a:spcAft>
                <a:spcPts val="0"/>
              </a:spcAft>
              <a:buSzPts val="1900"/>
              <a:buChar char="■"/>
              <a:defRPr/>
            </a:lvl9pPr>
          </a:lstStyle>
          <a:p/>
        </p:txBody>
      </p:sp>
      <p:sp>
        <p:nvSpPr>
          <p:cNvPr id="40" name="Google Shape;40;p9"/>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415496" y="5640767"/>
            <a:ext cx="7996500" cy="806700"/>
          </a:xfrm>
          <a:prstGeom prst="rect">
            <a:avLst/>
          </a:prstGeom>
        </p:spPr>
        <p:txBody>
          <a:bodyPr anchorCtr="0" anchor="ctr" bIns="121875" lIns="121875" spcFirstLastPara="1" rIns="121875" wrap="square" tIns="121875">
            <a:normAutofit/>
          </a:bodyPr>
          <a:lstStyle>
            <a:lvl1pPr indent="-228600" lvl="0" marL="457200" rtl="0">
              <a:lnSpc>
                <a:spcPct val="100000"/>
              </a:lnSpc>
              <a:spcBef>
                <a:spcPts val="0"/>
              </a:spcBef>
              <a:spcAft>
                <a:spcPts val="0"/>
              </a:spcAft>
              <a:buSzPts val="2400"/>
              <a:buNone/>
              <a:defRPr/>
            </a:lvl1pPr>
          </a:lstStyle>
          <a:p/>
        </p:txBody>
      </p:sp>
      <p:sp>
        <p:nvSpPr>
          <p:cNvPr id="43" name="Google Shape;43;p10"/>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415496" y="1474833"/>
            <a:ext cx="11358000" cy="2618100"/>
          </a:xfrm>
          <a:prstGeom prst="rect">
            <a:avLst/>
          </a:prstGeom>
        </p:spPr>
        <p:txBody>
          <a:bodyPr anchorCtr="0" anchor="b" bIns="121875" lIns="121875" spcFirstLastPara="1" rIns="121875" wrap="square" tIns="121875">
            <a:normAutofit/>
          </a:bodyPr>
          <a:lstStyle>
            <a:lvl1pPr lvl="0" rtl="0" algn="ctr">
              <a:spcBef>
                <a:spcPts val="0"/>
              </a:spcBef>
              <a:spcAft>
                <a:spcPts val="0"/>
              </a:spcAft>
              <a:buSzPts val="16000"/>
              <a:buNone/>
              <a:defRPr sz="16000"/>
            </a:lvl1pPr>
            <a:lvl2pPr lvl="1" rtl="0" algn="ctr">
              <a:spcBef>
                <a:spcPts val="0"/>
              </a:spcBef>
              <a:spcAft>
                <a:spcPts val="0"/>
              </a:spcAft>
              <a:buSzPts val="16000"/>
              <a:buNone/>
              <a:defRPr sz="16000"/>
            </a:lvl2pPr>
            <a:lvl3pPr lvl="2" rtl="0" algn="ctr">
              <a:spcBef>
                <a:spcPts val="0"/>
              </a:spcBef>
              <a:spcAft>
                <a:spcPts val="0"/>
              </a:spcAft>
              <a:buSzPts val="16000"/>
              <a:buNone/>
              <a:defRPr sz="16000"/>
            </a:lvl3pPr>
            <a:lvl4pPr lvl="3" rtl="0" algn="ctr">
              <a:spcBef>
                <a:spcPts val="0"/>
              </a:spcBef>
              <a:spcAft>
                <a:spcPts val="0"/>
              </a:spcAft>
              <a:buSzPts val="16000"/>
              <a:buNone/>
              <a:defRPr sz="16000"/>
            </a:lvl4pPr>
            <a:lvl5pPr lvl="4" rtl="0" algn="ctr">
              <a:spcBef>
                <a:spcPts val="0"/>
              </a:spcBef>
              <a:spcAft>
                <a:spcPts val="0"/>
              </a:spcAft>
              <a:buSzPts val="16000"/>
              <a:buNone/>
              <a:defRPr sz="16000"/>
            </a:lvl5pPr>
            <a:lvl6pPr lvl="5" rtl="0" algn="ctr">
              <a:spcBef>
                <a:spcPts val="0"/>
              </a:spcBef>
              <a:spcAft>
                <a:spcPts val="0"/>
              </a:spcAft>
              <a:buSzPts val="16000"/>
              <a:buNone/>
              <a:defRPr sz="16000"/>
            </a:lvl6pPr>
            <a:lvl7pPr lvl="6" rtl="0" algn="ctr">
              <a:spcBef>
                <a:spcPts val="0"/>
              </a:spcBef>
              <a:spcAft>
                <a:spcPts val="0"/>
              </a:spcAft>
              <a:buSzPts val="16000"/>
              <a:buNone/>
              <a:defRPr sz="16000"/>
            </a:lvl7pPr>
            <a:lvl8pPr lvl="7" rtl="0" algn="ctr">
              <a:spcBef>
                <a:spcPts val="0"/>
              </a:spcBef>
              <a:spcAft>
                <a:spcPts val="0"/>
              </a:spcAft>
              <a:buSzPts val="16000"/>
              <a:buNone/>
              <a:defRPr sz="16000"/>
            </a:lvl8pPr>
            <a:lvl9pPr lvl="8" rtl="0" algn="ctr">
              <a:spcBef>
                <a:spcPts val="0"/>
              </a:spcBef>
              <a:spcAft>
                <a:spcPts val="0"/>
              </a:spcAft>
              <a:buSzPts val="16000"/>
              <a:buNone/>
              <a:defRPr sz="16000"/>
            </a:lvl9pPr>
          </a:lstStyle>
          <a:p>
            <a:r>
              <a:t>xx%</a:t>
            </a:r>
          </a:p>
        </p:txBody>
      </p:sp>
      <p:sp>
        <p:nvSpPr>
          <p:cNvPr id="46" name="Google Shape;46;p11"/>
          <p:cNvSpPr txBox="1"/>
          <p:nvPr>
            <p:ph idx="1" type="body"/>
          </p:nvPr>
        </p:nvSpPr>
        <p:spPr>
          <a:xfrm>
            <a:off x="415496" y="4202967"/>
            <a:ext cx="11358000" cy="1734300"/>
          </a:xfrm>
          <a:prstGeom prst="rect">
            <a:avLst/>
          </a:prstGeom>
        </p:spPr>
        <p:txBody>
          <a:bodyPr anchorCtr="0" anchor="t" bIns="121875" lIns="121875" spcFirstLastPara="1" rIns="121875" wrap="square" tIns="121875">
            <a:normAutofit/>
          </a:bodyPr>
          <a:lstStyle>
            <a:lvl1pPr indent="-381000" lvl="0" marL="457200" rtl="0" algn="ctr">
              <a:spcBef>
                <a:spcPts val="0"/>
              </a:spcBef>
              <a:spcAft>
                <a:spcPts val="0"/>
              </a:spcAft>
              <a:buSzPts val="2400"/>
              <a:buChar char="●"/>
              <a:defRPr/>
            </a:lvl1pPr>
            <a:lvl2pPr indent="-349250" lvl="1" marL="914400" rtl="0" algn="ctr">
              <a:spcBef>
                <a:spcPts val="0"/>
              </a:spcBef>
              <a:spcAft>
                <a:spcPts val="0"/>
              </a:spcAft>
              <a:buSzPts val="1900"/>
              <a:buChar char="○"/>
              <a:defRPr/>
            </a:lvl2pPr>
            <a:lvl3pPr indent="-349250" lvl="2" marL="1371600" rtl="0" algn="ctr">
              <a:spcBef>
                <a:spcPts val="0"/>
              </a:spcBef>
              <a:spcAft>
                <a:spcPts val="0"/>
              </a:spcAft>
              <a:buSzPts val="1900"/>
              <a:buChar char="■"/>
              <a:defRPr/>
            </a:lvl3pPr>
            <a:lvl4pPr indent="-349250" lvl="3" marL="1828800" rtl="0" algn="ctr">
              <a:spcBef>
                <a:spcPts val="0"/>
              </a:spcBef>
              <a:spcAft>
                <a:spcPts val="0"/>
              </a:spcAft>
              <a:buSzPts val="1900"/>
              <a:buChar char="●"/>
              <a:defRPr/>
            </a:lvl4pPr>
            <a:lvl5pPr indent="-349250" lvl="4" marL="2286000" rtl="0" algn="ctr">
              <a:spcBef>
                <a:spcPts val="0"/>
              </a:spcBef>
              <a:spcAft>
                <a:spcPts val="0"/>
              </a:spcAft>
              <a:buSzPts val="1900"/>
              <a:buChar char="○"/>
              <a:defRPr/>
            </a:lvl5pPr>
            <a:lvl6pPr indent="-349250" lvl="5" marL="2743200" rtl="0" algn="ctr">
              <a:spcBef>
                <a:spcPts val="0"/>
              </a:spcBef>
              <a:spcAft>
                <a:spcPts val="0"/>
              </a:spcAft>
              <a:buSzPts val="1900"/>
              <a:buChar char="■"/>
              <a:defRPr/>
            </a:lvl6pPr>
            <a:lvl7pPr indent="-349250" lvl="6" marL="3200400" rtl="0" algn="ctr">
              <a:spcBef>
                <a:spcPts val="0"/>
              </a:spcBef>
              <a:spcAft>
                <a:spcPts val="0"/>
              </a:spcAft>
              <a:buSzPts val="1900"/>
              <a:buChar char="●"/>
              <a:defRPr/>
            </a:lvl7pPr>
            <a:lvl8pPr indent="-349250" lvl="7" marL="3657600" rtl="0" algn="ctr">
              <a:spcBef>
                <a:spcPts val="0"/>
              </a:spcBef>
              <a:spcAft>
                <a:spcPts val="0"/>
              </a:spcAft>
              <a:buSzPts val="1900"/>
              <a:buChar char="○"/>
              <a:defRPr/>
            </a:lvl8pPr>
            <a:lvl9pPr indent="-349250" lvl="8" marL="4114800" rtl="0" algn="ctr">
              <a:spcBef>
                <a:spcPts val="0"/>
              </a:spcBef>
              <a:spcAft>
                <a:spcPts val="0"/>
              </a:spcAft>
              <a:buSzPts val="1900"/>
              <a:buChar char="■"/>
              <a:defRPr/>
            </a:lvl9pPr>
          </a:lstStyle>
          <a:p/>
        </p:txBody>
      </p:sp>
      <p:sp>
        <p:nvSpPr>
          <p:cNvPr id="47" name="Google Shape;47;p11"/>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Title Slide A - Light"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761800" y="1186975"/>
            <a:ext cx="5332800" cy="2387700"/>
          </a:xfrm>
          <a:prstGeom prst="rect">
            <a:avLst/>
          </a:prstGeom>
          <a:noFill/>
          <a:ln>
            <a:noFill/>
          </a:ln>
        </p:spPr>
        <p:txBody>
          <a:bodyPr anchorCtr="0" anchor="b" bIns="0" lIns="0" spcFirstLastPara="1" rIns="0" wrap="square" tIns="0">
            <a:noAutofit/>
          </a:bodyPr>
          <a:lstStyle>
            <a:lvl1pPr lvl="0">
              <a:lnSpc>
                <a:spcPct val="90000"/>
              </a:lnSpc>
              <a:spcBef>
                <a:spcPts val="0"/>
              </a:spcBef>
              <a:spcAft>
                <a:spcPts val="0"/>
              </a:spcAft>
              <a:buClr>
                <a:schemeClr val="dk1"/>
              </a:buClr>
              <a:buSzPts val="5600"/>
              <a:buFont typeface="Arial"/>
              <a:buNone/>
              <a:defRPr sz="5600"/>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p:txBody>
      </p:sp>
      <p:sp>
        <p:nvSpPr>
          <p:cNvPr id="58" name="Google Shape;58;p14"/>
          <p:cNvSpPr txBox="1"/>
          <p:nvPr>
            <p:ph idx="1" type="subTitle"/>
          </p:nvPr>
        </p:nvSpPr>
        <p:spPr>
          <a:xfrm>
            <a:off x="761809" y="3835400"/>
            <a:ext cx="6170100" cy="1224300"/>
          </a:xfrm>
          <a:prstGeom prst="rect">
            <a:avLst/>
          </a:prstGeom>
          <a:noFill/>
          <a:ln>
            <a:noFill/>
          </a:ln>
        </p:spPr>
        <p:txBody>
          <a:bodyPr anchorCtr="0" anchor="t" bIns="0" lIns="0" spcFirstLastPara="1" rIns="0" wrap="square" tIns="0">
            <a:noAutofit/>
          </a:bodyPr>
          <a:lstStyle>
            <a:lvl1pPr lvl="0">
              <a:lnSpc>
                <a:spcPct val="90000"/>
              </a:lnSpc>
              <a:spcBef>
                <a:spcPts val="1100"/>
              </a:spcBef>
              <a:spcAft>
                <a:spcPts val="0"/>
              </a:spcAft>
              <a:buClr>
                <a:schemeClr val="dk1"/>
              </a:buClr>
              <a:buSzPts val="3200"/>
              <a:buNone/>
              <a:defRPr sz="32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900"/>
              <a:buNone/>
              <a:defRPr sz="19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59" name="Google Shape;59;p14"/>
          <p:cNvPicPr preferRelativeResize="0"/>
          <p:nvPr/>
        </p:nvPicPr>
        <p:blipFill rotWithShape="1">
          <a:blip r:embed="rId2">
            <a:alphaModFix/>
          </a:blip>
          <a:srcRect b="0" l="0" r="0" t="0"/>
          <a:stretch/>
        </p:blipFill>
        <p:spPr>
          <a:xfrm>
            <a:off x="761808" y="609599"/>
            <a:ext cx="2558260" cy="405452"/>
          </a:xfrm>
          <a:prstGeom prst="rect">
            <a:avLst/>
          </a:prstGeom>
          <a:noFill/>
          <a:ln>
            <a:noFill/>
          </a:ln>
        </p:spPr>
      </p:pic>
      <p:cxnSp>
        <p:nvCxnSpPr>
          <p:cNvPr id="60" name="Google Shape;60;p14"/>
          <p:cNvCxnSpPr/>
          <p:nvPr/>
        </p:nvCxnSpPr>
        <p:spPr>
          <a:xfrm>
            <a:off x="761809" y="5617267"/>
            <a:ext cx="560400" cy="0"/>
          </a:xfrm>
          <a:prstGeom prst="straightConnector1">
            <a:avLst/>
          </a:prstGeom>
          <a:noFill/>
          <a:ln cap="flat" cmpd="sng" w="38100">
            <a:solidFill>
              <a:srgbClr val="FF6952"/>
            </a:solidFill>
            <a:prstDash val="solid"/>
            <a:round/>
            <a:headEnd len="med" w="med" type="none"/>
            <a:tailEnd len="med" w="med" type="none"/>
          </a:ln>
        </p:spPr>
      </p:cxnSp>
      <p:sp>
        <p:nvSpPr>
          <p:cNvPr id="61" name="Google Shape;61;p14"/>
          <p:cNvSpPr txBox="1"/>
          <p:nvPr>
            <p:ph idx="2" type="subTitle"/>
          </p:nvPr>
        </p:nvSpPr>
        <p:spPr>
          <a:xfrm>
            <a:off x="761809" y="5756000"/>
            <a:ext cx="5262300" cy="492300"/>
          </a:xfrm>
          <a:prstGeom prst="rect">
            <a:avLst/>
          </a:prstGeom>
        </p:spPr>
        <p:txBody>
          <a:bodyPr anchorCtr="0" anchor="t" bIns="0" lIns="0" spcFirstLastPara="1" rIns="0" wrap="square" tIns="0">
            <a:noAutofit/>
          </a:bodyPr>
          <a:lstStyle>
            <a:lvl1pPr lvl="0">
              <a:spcBef>
                <a:spcPts val="1100"/>
              </a:spcBef>
              <a:spcAft>
                <a:spcPts val="0"/>
              </a:spcAft>
              <a:buClr>
                <a:schemeClr val="dk2"/>
              </a:buClr>
              <a:buSzPts val="1600"/>
              <a:buNone/>
              <a:defRPr sz="1600">
                <a:solidFill>
                  <a:schemeClr val="dk2"/>
                </a:solidFill>
              </a:defRPr>
            </a:lvl1pPr>
            <a:lvl2pPr lvl="1">
              <a:spcBef>
                <a:spcPts val="500"/>
              </a:spcBef>
              <a:spcAft>
                <a:spcPts val="0"/>
              </a:spcAft>
              <a:buSzPts val="2000"/>
              <a:buNone/>
              <a:defRPr/>
            </a:lvl2pPr>
            <a:lvl3pPr lvl="2">
              <a:spcBef>
                <a:spcPts val="500"/>
              </a:spcBef>
              <a:spcAft>
                <a:spcPts val="0"/>
              </a:spcAft>
              <a:buSzPts val="1600"/>
              <a:buNone/>
              <a:defRPr/>
            </a:lvl3pPr>
            <a:lvl4pPr lvl="3">
              <a:spcBef>
                <a:spcPts val="500"/>
              </a:spcBef>
              <a:spcAft>
                <a:spcPts val="0"/>
              </a:spcAft>
              <a:buSzPts val="1600"/>
              <a:buNone/>
              <a:defRPr/>
            </a:lvl4pPr>
            <a:lvl5pPr lvl="4">
              <a:spcBef>
                <a:spcPts val="500"/>
              </a:spcBef>
              <a:spcAft>
                <a:spcPts val="0"/>
              </a:spcAft>
              <a:buSzPts val="1600"/>
              <a:buNone/>
              <a:defRPr/>
            </a:lvl5pPr>
            <a:lvl6pPr lvl="5">
              <a:spcBef>
                <a:spcPts val="500"/>
              </a:spcBef>
              <a:spcAft>
                <a:spcPts val="0"/>
              </a:spcAft>
              <a:buSzPts val="1600"/>
              <a:buNone/>
              <a:defRPr/>
            </a:lvl6pPr>
            <a:lvl7pPr lvl="6">
              <a:spcBef>
                <a:spcPts val="500"/>
              </a:spcBef>
              <a:spcAft>
                <a:spcPts val="0"/>
              </a:spcAft>
              <a:buSzPts val="1600"/>
              <a:buNone/>
              <a:defRPr/>
            </a:lvl7pPr>
            <a:lvl8pPr lvl="7">
              <a:spcBef>
                <a:spcPts val="500"/>
              </a:spcBef>
              <a:spcAft>
                <a:spcPts val="0"/>
              </a:spcAft>
              <a:buSzPts val="1600"/>
              <a:buNone/>
              <a:defRPr/>
            </a:lvl8pPr>
            <a:lvl9pPr lvl="8">
              <a:spcBef>
                <a:spcPts val="500"/>
              </a:spcBef>
              <a:spcAft>
                <a:spcPts val="0"/>
              </a:spcAft>
              <a:buSzPts val="1600"/>
              <a:buNone/>
              <a:defRPr/>
            </a:lvl9pPr>
          </a:lstStyle>
          <a:p/>
        </p:txBody>
      </p:sp>
      <p:sp>
        <p:nvSpPr>
          <p:cNvPr id="62" name="Google Shape;62;p14"/>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63" name="Google Shape;63;p14"/>
          <p:cNvPicPr preferRelativeResize="0"/>
          <p:nvPr/>
        </p:nvPicPr>
        <p:blipFill>
          <a:blip r:embed="rId3">
            <a:alphaModFix/>
          </a:blip>
          <a:stretch>
            <a:fillRect/>
          </a:stretch>
        </p:blipFill>
        <p:spPr>
          <a:xfrm>
            <a:off x="6537958" y="608125"/>
            <a:ext cx="5650993" cy="5641729"/>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Title Slide A - Dark">
  <p:cSld name="TITLE_1">
    <p:bg>
      <p:bgPr>
        <a:solidFill>
          <a:schemeClr val="dk1"/>
        </a:solidFill>
      </p:bgPr>
    </p:bg>
    <p:spTree>
      <p:nvGrpSpPr>
        <p:cNvPr id="64" name="Shape 64"/>
        <p:cNvGrpSpPr/>
        <p:nvPr/>
      </p:nvGrpSpPr>
      <p:grpSpPr>
        <a:xfrm>
          <a:off x="0" y="0"/>
          <a:ext cx="0" cy="0"/>
          <a:chOff x="0" y="0"/>
          <a:chExt cx="0" cy="0"/>
        </a:xfrm>
      </p:grpSpPr>
      <p:sp>
        <p:nvSpPr>
          <p:cNvPr id="65" name="Google Shape;65;p15"/>
          <p:cNvSpPr txBox="1"/>
          <p:nvPr>
            <p:ph type="ctrTitle"/>
          </p:nvPr>
        </p:nvSpPr>
        <p:spPr>
          <a:xfrm>
            <a:off x="761800" y="1186975"/>
            <a:ext cx="5332800" cy="2387700"/>
          </a:xfrm>
          <a:prstGeom prst="rect">
            <a:avLst/>
          </a:prstGeom>
          <a:noFill/>
          <a:ln>
            <a:noFill/>
          </a:ln>
        </p:spPr>
        <p:txBody>
          <a:bodyPr anchorCtr="0" anchor="b" bIns="0" lIns="0" spcFirstLastPara="1" rIns="0" wrap="square" tIns="0">
            <a:noAutofit/>
          </a:bodyPr>
          <a:lstStyle>
            <a:lvl1pPr lvl="0" rtl="0">
              <a:lnSpc>
                <a:spcPct val="90000"/>
              </a:lnSpc>
              <a:spcBef>
                <a:spcPts val="0"/>
              </a:spcBef>
              <a:spcAft>
                <a:spcPts val="0"/>
              </a:spcAft>
              <a:buClr>
                <a:schemeClr val="lt1"/>
              </a:buClr>
              <a:buSzPts val="5600"/>
              <a:buFont typeface="Arial"/>
              <a:buNone/>
              <a:defRPr sz="5600">
                <a:solidFill>
                  <a:schemeClr val="lt1"/>
                </a:solidFill>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66" name="Google Shape;66;p15"/>
          <p:cNvSpPr txBox="1"/>
          <p:nvPr>
            <p:ph idx="1" type="subTitle"/>
          </p:nvPr>
        </p:nvSpPr>
        <p:spPr>
          <a:xfrm>
            <a:off x="761809" y="3835400"/>
            <a:ext cx="6170100" cy="1224300"/>
          </a:xfrm>
          <a:prstGeom prst="rect">
            <a:avLst/>
          </a:prstGeom>
          <a:noFill/>
          <a:ln>
            <a:noFill/>
          </a:ln>
        </p:spPr>
        <p:txBody>
          <a:bodyPr anchorCtr="0" anchor="t" bIns="0" lIns="0" spcFirstLastPara="1" rIns="0" wrap="square" tIns="0">
            <a:noAutofit/>
          </a:bodyPr>
          <a:lstStyle>
            <a:lvl1pPr lvl="0" rtl="0">
              <a:lnSpc>
                <a:spcPct val="90000"/>
              </a:lnSpc>
              <a:spcBef>
                <a:spcPts val="1100"/>
              </a:spcBef>
              <a:spcAft>
                <a:spcPts val="0"/>
              </a:spcAft>
              <a:buClr>
                <a:schemeClr val="lt1"/>
              </a:buClr>
              <a:buSzPts val="3200"/>
              <a:buNone/>
              <a:defRPr sz="3200">
                <a:solidFill>
                  <a:schemeClr val="lt1"/>
                </a:solidFill>
              </a:defRPr>
            </a:lvl1pPr>
            <a:lvl2pPr lvl="1" rtl="0" algn="ctr">
              <a:lnSpc>
                <a:spcPct val="90000"/>
              </a:lnSpc>
              <a:spcBef>
                <a:spcPts val="500"/>
              </a:spcBef>
              <a:spcAft>
                <a:spcPts val="0"/>
              </a:spcAft>
              <a:buClr>
                <a:schemeClr val="dk1"/>
              </a:buClr>
              <a:buSzPts val="2000"/>
              <a:buNone/>
              <a:defRPr sz="2000"/>
            </a:lvl2pPr>
            <a:lvl3pPr lvl="2" rtl="0" algn="ctr">
              <a:lnSpc>
                <a:spcPct val="90000"/>
              </a:lnSpc>
              <a:spcBef>
                <a:spcPts val="500"/>
              </a:spcBef>
              <a:spcAft>
                <a:spcPts val="0"/>
              </a:spcAft>
              <a:buClr>
                <a:schemeClr val="dk1"/>
              </a:buClr>
              <a:buSzPts val="1900"/>
              <a:buNone/>
              <a:defRPr sz="1900"/>
            </a:lvl3pPr>
            <a:lvl4pPr lvl="3" rtl="0" algn="ctr">
              <a:lnSpc>
                <a:spcPct val="90000"/>
              </a:lnSpc>
              <a:spcBef>
                <a:spcPts val="500"/>
              </a:spcBef>
              <a:spcAft>
                <a:spcPts val="0"/>
              </a:spcAft>
              <a:buClr>
                <a:schemeClr val="dk1"/>
              </a:buClr>
              <a:buSzPts val="1600"/>
              <a:buNone/>
              <a:defRPr sz="1600"/>
            </a:lvl4pPr>
            <a:lvl5pPr lvl="4" rtl="0" algn="ctr">
              <a:lnSpc>
                <a:spcPct val="90000"/>
              </a:lnSpc>
              <a:spcBef>
                <a:spcPts val="500"/>
              </a:spcBef>
              <a:spcAft>
                <a:spcPts val="0"/>
              </a:spcAft>
              <a:buClr>
                <a:schemeClr val="dk1"/>
              </a:buClr>
              <a:buSzPts val="1600"/>
              <a:buNone/>
              <a:defRPr sz="1600"/>
            </a:lvl5pPr>
            <a:lvl6pPr lvl="5" rtl="0" algn="ctr">
              <a:lnSpc>
                <a:spcPct val="90000"/>
              </a:lnSpc>
              <a:spcBef>
                <a:spcPts val="500"/>
              </a:spcBef>
              <a:spcAft>
                <a:spcPts val="0"/>
              </a:spcAft>
              <a:buClr>
                <a:schemeClr val="dk1"/>
              </a:buClr>
              <a:buSzPts val="1600"/>
              <a:buNone/>
              <a:defRPr sz="1600"/>
            </a:lvl6pPr>
            <a:lvl7pPr lvl="6" rtl="0" algn="ctr">
              <a:lnSpc>
                <a:spcPct val="90000"/>
              </a:lnSpc>
              <a:spcBef>
                <a:spcPts val="500"/>
              </a:spcBef>
              <a:spcAft>
                <a:spcPts val="0"/>
              </a:spcAft>
              <a:buClr>
                <a:schemeClr val="dk1"/>
              </a:buClr>
              <a:buSzPts val="1600"/>
              <a:buNone/>
              <a:defRPr sz="1600"/>
            </a:lvl7pPr>
            <a:lvl8pPr lvl="7" rtl="0" algn="ctr">
              <a:lnSpc>
                <a:spcPct val="90000"/>
              </a:lnSpc>
              <a:spcBef>
                <a:spcPts val="500"/>
              </a:spcBef>
              <a:spcAft>
                <a:spcPts val="0"/>
              </a:spcAft>
              <a:buClr>
                <a:schemeClr val="dk1"/>
              </a:buClr>
              <a:buSzPts val="1600"/>
              <a:buNone/>
              <a:defRPr sz="1600"/>
            </a:lvl8pPr>
            <a:lvl9pPr lvl="8" rtl="0" algn="ctr">
              <a:lnSpc>
                <a:spcPct val="90000"/>
              </a:lnSpc>
              <a:spcBef>
                <a:spcPts val="500"/>
              </a:spcBef>
              <a:spcAft>
                <a:spcPts val="0"/>
              </a:spcAft>
              <a:buClr>
                <a:schemeClr val="dk1"/>
              </a:buClr>
              <a:buSzPts val="1600"/>
              <a:buNone/>
              <a:defRPr sz="1600"/>
            </a:lvl9pPr>
          </a:lstStyle>
          <a:p/>
        </p:txBody>
      </p:sp>
      <p:pic>
        <p:nvPicPr>
          <p:cNvPr id="67" name="Google Shape;67;p15"/>
          <p:cNvPicPr preferRelativeResize="0"/>
          <p:nvPr/>
        </p:nvPicPr>
        <p:blipFill>
          <a:blip r:embed="rId2">
            <a:alphaModFix/>
          </a:blip>
          <a:stretch>
            <a:fillRect/>
          </a:stretch>
        </p:blipFill>
        <p:spPr>
          <a:xfrm>
            <a:off x="761810" y="609606"/>
            <a:ext cx="2558261" cy="406974"/>
          </a:xfrm>
          <a:prstGeom prst="rect">
            <a:avLst/>
          </a:prstGeom>
          <a:noFill/>
          <a:ln>
            <a:noFill/>
          </a:ln>
        </p:spPr>
      </p:pic>
      <p:cxnSp>
        <p:nvCxnSpPr>
          <p:cNvPr id="68" name="Google Shape;68;p15"/>
          <p:cNvCxnSpPr/>
          <p:nvPr/>
        </p:nvCxnSpPr>
        <p:spPr>
          <a:xfrm>
            <a:off x="761809" y="5617267"/>
            <a:ext cx="560400" cy="0"/>
          </a:xfrm>
          <a:prstGeom prst="straightConnector1">
            <a:avLst/>
          </a:prstGeom>
          <a:noFill/>
          <a:ln cap="flat" cmpd="sng" w="38100">
            <a:solidFill>
              <a:srgbClr val="FF6952"/>
            </a:solidFill>
            <a:prstDash val="solid"/>
            <a:round/>
            <a:headEnd len="med" w="med" type="none"/>
            <a:tailEnd len="med" w="med" type="none"/>
          </a:ln>
        </p:spPr>
      </p:cxnSp>
      <p:sp>
        <p:nvSpPr>
          <p:cNvPr id="69" name="Google Shape;69;p15"/>
          <p:cNvSpPr txBox="1"/>
          <p:nvPr>
            <p:ph idx="2" type="subTitle"/>
          </p:nvPr>
        </p:nvSpPr>
        <p:spPr>
          <a:xfrm>
            <a:off x="761809" y="5756000"/>
            <a:ext cx="5262300" cy="492300"/>
          </a:xfrm>
          <a:prstGeom prst="rect">
            <a:avLst/>
          </a:prstGeom>
        </p:spPr>
        <p:txBody>
          <a:bodyPr anchorCtr="0" anchor="t" bIns="0" lIns="0" spcFirstLastPara="1" rIns="0" wrap="square" tIns="0">
            <a:noAutofit/>
          </a:bodyPr>
          <a:lstStyle>
            <a:lvl1pPr lvl="0" rtl="0">
              <a:spcBef>
                <a:spcPts val="1100"/>
              </a:spcBef>
              <a:spcAft>
                <a:spcPts val="0"/>
              </a:spcAft>
              <a:buClr>
                <a:schemeClr val="lt2"/>
              </a:buClr>
              <a:buSzPts val="1600"/>
              <a:buNone/>
              <a:defRPr sz="1600">
                <a:solidFill>
                  <a:schemeClr val="lt2"/>
                </a:solidFill>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70" name="Google Shape;70;p15"/>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71" name="Google Shape;71;p15"/>
          <p:cNvPicPr preferRelativeResize="0"/>
          <p:nvPr/>
        </p:nvPicPr>
        <p:blipFill>
          <a:blip r:embed="rId3">
            <a:alphaModFix/>
          </a:blip>
          <a:stretch>
            <a:fillRect/>
          </a:stretch>
        </p:blipFill>
        <p:spPr>
          <a:xfrm>
            <a:off x="6537959" y="608138"/>
            <a:ext cx="5650993" cy="5641729"/>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itle Slide B - Light">
  <p:cSld name="TITLE_2">
    <p:spTree>
      <p:nvGrpSpPr>
        <p:cNvPr id="72" name="Shape 72"/>
        <p:cNvGrpSpPr/>
        <p:nvPr/>
      </p:nvGrpSpPr>
      <p:grpSpPr>
        <a:xfrm>
          <a:off x="0" y="0"/>
          <a:ext cx="0" cy="0"/>
          <a:chOff x="0" y="0"/>
          <a:chExt cx="0" cy="0"/>
        </a:xfrm>
      </p:grpSpPr>
      <p:sp>
        <p:nvSpPr>
          <p:cNvPr id="73" name="Google Shape;73;p16"/>
          <p:cNvSpPr txBox="1"/>
          <p:nvPr>
            <p:ph type="ctrTitle"/>
          </p:nvPr>
        </p:nvSpPr>
        <p:spPr>
          <a:xfrm>
            <a:off x="761800" y="1186975"/>
            <a:ext cx="5332800" cy="2387700"/>
          </a:xfrm>
          <a:prstGeom prst="rect">
            <a:avLst/>
          </a:prstGeom>
          <a:noFill/>
          <a:ln>
            <a:noFill/>
          </a:ln>
        </p:spPr>
        <p:txBody>
          <a:bodyPr anchorCtr="0" anchor="b" bIns="0" lIns="0" spcFirstLastPara="1" rIns="0" wrap="square" tIns="0">
            <a:noAutofit/>
          </a:bodyPr>
          <a:lstStyle>
            <a:lvl1pPr lvl="0" rtl="0">
              <a:lnSpc>
                <a:spcPct val="90000"/>
              </a:lnSpc>
              <a:spcBef>
                <a:spcPts val="0"/>
              </a:spcBef>
              <a:spcAft>
                <a:spcPts val="0"/>
              </a:spcAft>
              <a:buClr>
                <a:schemeClr val="dk1"/>
              </a:buClr>
              <a:buSzPts val="5600"/>
              <a:buFont typeface="Arial"/>
              <a:buNone/>
              <a:defRPr sz="5600"/>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74" name="Google Shape;74;p16"/>
          <p:cNvSpPr txBox="1"/>
          <p:nvPr>
            <p:ph idx="1" type="subTitle"/>
          </p:nvPr>
        </p:nvSpPr>
        <p:spPr>
          <a:xfrm>
            <a:off x="761809" y="3835400"/>
            <a:ext cx="6170100" cy="1224300"/>
          </a:xfrm>
          <a:prstGeom prst="rect">
            <a:avLst/>
          </a:prstGeom>
          <a:noFill/>
          <a:ln>
            <a:noFill/>
          </a:ln>
        </p:spPr>
        <p:txBody>
          <a:bodyPr anchorCtr="0" anchor="t" bIns="0" lIns="0" spcFirstLastPara="1" rIns="0" wrap="square" tIns="0">
            <a:noAutofit/>
          </a:bodyPr>
          <a:lstStyle>
            <a:lvl1pPr lvl="0" rtl="0">
              <a:lnSpc>
                <a:spcPct val="90000"/>
              </a:lnSpc>
              <a:spcBef>
                <a:spcPts val="1100"/>
              </a:spcBef>
              <a:spcAft>
                <a:spcPts val="0"/>
              </a:spcAft>
              <a:buClr>
                <a:schemeClr val="dk1"/>
              </a:buClr>
              <a:buSzPts val="3200"/>
              <a:buNone/>
              <a:defRPr sz="3200"/>
            </a:lvl1pPr>
            <a:lvl2pPr lvl="1" rtl="0" algn="ctr">
              <a:lnSpc>
                <a:spcPct val="90000"/>
              </a:lnSpc>
              <a:spcBef>
                <a:spcPts val="500"/>
              </a:spcBef>
              <a:spcAft>
                <a:spcPts val="0"/>
              </a:spcAft>
              <a:buClr>
                <a:schemeClr val="dk1"/>
              </a:buClr>
              <a:buSzPts val="2000"/>
              <a:buNone/>
              <a:defRPr sz="2000"/>
            </a:lvl2pPr>
            <a:lvl3pPr lvl="2" rtl="0" algn="ctr">
              <a:lnSpc>
                <a:spcPct val="90000"/>
              </a:lnSpc>
              <a:spcBef>
                <a:spcPts val="500"/>
              </a:spcBef>
              <a:spcAft>
                <a:spcPts val="0"/>
              </a:spcAft>
              <a:buClr>
                <a:schemeClr val="dk1"/>
              </a:buClr>
              <a:buSzPts val="1900"/>
              <a:buNone/>
              <a:defRPr sz="1900"/>
            </a:lvl3pPr>
            <a:lvl4pPr lvl="3" rtl="0" algn="ctr">
              <a:lnSpc>
                <a:spcPct val="90000"/>
              </a:lnSpc>
              <a:spcBef>
                <a:spcPts val="500"/>
              </a:spcBef>
              <a:spcAft>
                <a:spcPts val="0"/>
              </a:spcAft>
              <a:buClr>
                <a:schemeClr val="dk1"/>
              </a:buClr>
              <a:buSzPts val="1600"/>
              <a:buNone/>
              <a:defRPr sz="1600"/>
            </a:lvl4pPr>
            <a:lvl5pPr lvl="4" rtl="0" algn="ctr">
              <a:lnSpc>
                <a:spcPct val="90000"/>
              </a:lnSpc>
              <a:spcBef>
                <a:spcPts val="500"/>
              </a:spcBef>
              <a:spcAft>
                <a:spcPts val="0"/>
              </a:spcAft>
              <a:buClr>
                <a:schemeClr val="dk1"/>
              </a:buClr>
              <a:buSzPts val="1600"/>
              <a:buNone/>
              <a:defRPr sz="1600"/>
            </a:lvl5pPr>
            <a:lvl6pPr lvl="5" rtl="0" algn="ctr">
              <a:lnSpc>
                <a:spcPct val="90000"/>
              </a:lnSpc>
              <a:spcBef>
                <a:spcPts val="500"/>
              </a:spcBef>
              <a:spcAft>
                <a:spcPts val="0"/>
              </a:spcAft>
              <a:buClr>
                <a:schemeClr val="dk1"/>
              </a:buClr>
              <a:buSzPts val="1600"/>
              <a:buNone/>
              <a:defRPr sz="1600"/>
            </a:lvl6pPr>
            <a:lvl7pPr lvl="6" rtl="0" algn="ctr">
              <a:lnSpc>
                <a:spcPct val="90000"/>
              </a:lnSpc>
              <a:spcBef>
                <a:spcPts val="500"/>
              </a:spcBef>
              <a:spcAft>
                <a:spcPts val="0"/>
              </a:spcAft>
              <a:buClr>
                <a:schemeClr val="dk1"/>
              </a:buClr>
              <a:buSzPts val="1600"/>
              <a:buNone/>
              <a:defRPr sz="1600"/>
            </a:lvl7pPr>
            <a:lvl8pPr lvl="7" rtl="0" algn="ctr">
              <a:lnSpc>
                <a:spcPct val="90000"/>
              </a:lnSpc>
              <a:spcBef>
                <a:spcPts val="500"/>
              </a:spcBef>
              <a:spcAft>
                <a:spcPts val="0"/>
              </a:spcAft>
              <a:buClr>
                <a:schemeClr val="dk1"/>
              </a:buClr>
              <a:buSzPts val="1600"/>
              <a:buNone/>
              <a:defRPr sz="1600"/>
            </a:lvl8pPr>
            <a:lvl9pPr lvl="8" rtl="0" algn="ctr">
              <a:lnSpc>
                <a:spcPct val="90000"/>
              </a:lnSpc>
              <a:spcBef>
                <a:spcPts val="500"/>
              </a:spcBef>
              <a:spcAft>
                <a:spcPts val="0"/>
              </a:spcAft>
              <a:buClr>
                <a:schemeClr val="dk1"/>
              </a:buClr>
              <a:buSzPts val="1600"/>
              <a:buNone/>
              <a:defRPr sz="1600"/>
            </a:lvl9pPr>
          </a:lstStyle>
          <a:p/>
        </p:txBody>
      </p:sp>
      <p:pic>
        <p:nvPicPr>
          <p:cNvPr id="75" name="Google Shape;75;p16"/>
          <p:cNvPicPr preferRelativeResize="0"/>
          <p:nvPr/>
        </p:nvPicPr>
        <p:blipFill rotWithShape="1">
          <a:blip r:embed="rId2">
            <a:alphaModFix/>
          </a:blip>
          <a:srcRect b="0" l="0" r="0" t="0"/>
          <a:stretch/>
        </p:blipFill>
        <p:spPr>
          <a:xfrm>
            <a:off x="761808" y="609599"/>
            <a:ext cx="2558260" cy="405452"/>
          </a:xfrm>
          <a:prstGeom prst="rect">
            <a:avLst/>
          </a:prstGeom>
          <a:noFill/>
          <a:ln>
            <a:noFill/>
          </a:ln>
        </p:spPr>
      </p:pic>
      <p:cxnSp>
        <p:nvCxnSpPr>
          <p:cNvPr id="76" name="Google Shape;76;p16"/>
          <p:cNvCxnSpPr/>
          <p:nvPr/>
        </p:nvCxnSpPr>
        <p:spPr>
          <a:xfrm>
            <a:off x="761809" y="5617267"/>
            <a:ext cx="560400" cy="0"/>
          </a:xfrm>
          <a:prstGeom prst="straightConnector1">
            <a:avLst/>
          </a:prstGeom>
          <a:noFill/>
          <a:ln cap="flat" cmpd="sng" w="38100">
            <a:solidFill>
              <a:srgbClr val="FF6952"/>
            </a:solidFill>
            <a:prstDash val="solid"/>
            <a:round/>
            <a:headEnd len="med" w="med" type="none"/>
            <a:tailEnd len="med" w="med" type="none"/>
          </a:ln>
        </p:spPr>
      </p:cxnSp>
      <p:sp>
        <p:nvSpPr>
          <p:cNvPr id="77" name="Google Shape;77;p16"/>
          <p:cNvSpPr txBox="1"/>
          <p:nvPr>
            <p:ph idx="2" type="subTitle"/>
          </p:nvPr>
        </p:nvSpPr>
        <p:spPr>
          <a:xfrm>
            <a:off x="761809" y="5756000"/>
            <a:ext cx="5262300" cy="492300"/>
          </a:xfrm>
          <a:prstGeom prst="rect">
            <a:avLst/>
          </a:prstGeom>
        </p:spPr>
        <p:txBody>
          <a:bodyPr anchorCtr="0" anchor="t" bIns="0" lIns="0" spcFirstLastPara="1" rIns="0" wrap="square" tIns="0">
            <a:noAutofit/>
          </a:bodyPr>
          <a:lstStyle>
            <a:lvl1pPr lvl="0" rtl="0">
              <a:spcBef>
                <a:spcPts val="1100"/>
              </a:spcBef>
              <a:spcAft>
                <a:spcPts val="0"/>
              </a:spcAft>
              <a:buClr>
                <a:schemeClr val="dk2"/>
              </a:buClr>
              <a:buSzPts val="1600"/>
              <a:buNone/>
              <a:defRPr sz="1600">
                <a:solidFill>
                  <a:schemeClr val="dk2"/>
                </a:solidFill>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78" name="Google Shape;78;p16"/>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Title Slide B - Dark">
  <p:cSld name="TITLE_1_1">
    <p:bg>
      <p:bgPr>
        <a:solidFill>
          <a:schemeClr val="dk1"/>
        </a:solidFill>
      </p:bgPr>
    </p:bg>
    <p:spTree>
      <p:nvGrpSpPr>
        <p:cNvPr id="79" name="Shape 79"/>
        <p:cNvGrpSpPr/>
        <p:nvPr/>
      </p:nvGrpSpPr>
      <p:grpSpPr>
        <a:xfrm>
          <a:off x="0" y="0"/>
          <a:ext cx="0" cy="0"/>
          <a:chOff x="0" y="0"/>
          <a:chExt cx="0" cy="0"/>
        </a:xfrm>
      </p:grpSpPr>
      <p:sp>
        <p:nvSpPr>
          <p:cNvPr id="80" name="Google Shape;80;p17"/>
          <p:cNvSpPr txBox="1"/>
          <p:nvPr>
            <p:ph type="ctrTitle"/>
          </p:nvPr>
        </p:nvSpPr>
        <p:spPr>
          <a:xfrm>
            <a:off x="761800" y="1186975"/>
            <a:ext cx="5332800" cy="2387700"/>
          </a:xfrm>
          <a:prstGeom prst="rect">
            <a:avLst/>
          </a:prstGeom>
          <a:noFill/>
          <a:ln>
            <a:noFill/>
          </a:ln>
        </p:spPr>
        <p:txBody>
          <a:bodyPr anchorCtr="0" anchor="b" bIns="0" lIns="0" spcFirstLastPara="1" rIns="0" wrap="square" tIns="0">
            <a:noAutofit/>
          </a:bodyPr>
          <a:lstStyle>
            <a:lvl1pPr lvl="0" rtl="0">
              <a:lnSpc>
                <a:spcPct val="90000"/>
              </a:lnSpc>
              <a:spcBef>
                <a:spcPts val="0"/>
              </a:spcBef>
              <a:spcAft>
                <a:spcPts val="0"/>
              </a:spcAft>
              <a:buClr>
                <a:schemeClr val="lt1"/>
              </a:buClr>
              <a:buSzPts val="5600"/>
              <a:buFont typeface="Arial"/>
              <a:buNone/>
              <a:defRPr sz="5600">
                <a:solidFill>
                  <a:schemeClr val="lt1"/>
                </a:solidFill>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81" name="Google Shape;81;p17"/>
          <p:cNvSpPr txBox="1"/>
          <p:nvPr>
            <p:ph idx="1" type="subTitle"/>
          </p:nvPr>
        </p:nvSpPr>
        <p:spPr>
          <a:xfrm>
            <a:off x="761809" y="3835400"/>
            <a:ext cx="6170100" cy="1224300"/>
          </a:xfrm>
          <a:prstGeom prst="rect">
            <a:avLst/>
          </a:prstGeom>
          <a:noFill/>
          <a:ln>
            <a:noFill/>
          </a:ln>
        </p:spPr>
        <p:txBody>
          <a:bodyPr anchorCtr="0" anchor="t" bIns="0" lIns="0" spcFirstLastPara="1" rIns="0" wrap="square" tIns="0">
            <a:noAutofit/>
          </a:bodyPr>
          <a:lstStyle>
            <a:lvl1pPr lvl="0" rtl="0">
              <a:lnSpc>
                <a:spcPct val="90000"/>
              </a:lnSpc>
              <a:spcBef>
                <a:spcPts val="1100"/>
              </a:spcBef>
              <a:spcAft>
                <a:spcPts val="0"/>
              </a:spcAft>
              <a:buClr>
                <a:schemeClr val="lt1"/>
              </a:buClr>
              <a:buSzPts val="3200"/>
              <a:buNone/>
              <a:defRPr sz="3200">
                <a:solidFill>
                  <a:schemeClr val="lt1"/>
                </a:solidFill>
              </a:defRPr>
            </a:lvl1pPr>
            <a:lvl2pPr lvl="1" rtl="0" algn="ctr">
              <a:lnSpc>
                <a:spcPct val="90000"/>
              </a:lnSpc>
              <a:spcBef>
                <a:spcPts val="500"/>
              </a:spcBef>
              <a:spcAft>
                <a:spcPts val="0"/>
              </a:spcAft>
              <a:buClr>
                <a:schemeClr val="dk1"/>
              </a:buClr>
              <a:buSzPts val="2000"/>
              <a:buNone/>
              <a:defRPr sz="2000"/>
            </a:lvl2pPr>
            <a:lvl3pPr lvl="2" rtl="0" algn="ctr">
              <a:lnSpc>
                <a:spcPct val="90000"/>
              </a:lnSpc>
              <a:spcBef>
                <a:spcPts val="500"/>
              </a:spcBef>
              <a:spcAft>
                <a:spcPts val="0"/>
              </a:spcAft>
              <a:buClr>
                <a:schemeClr val="dk1"/>
              </a:buClr>
              <a:buSzPts val="1900"/>
              <a:buNone/>
              <a:defRPr sz="1900"/>
            </a:lvl3pPr>
            <a:lvl4pPr lvl="3" rtl="0" algn="ctr">
              <a:lnSpc>
                <a:spcPct val="90000"/>
              </a:lnSpc>
              <a:spcBef>
                <a:spcPts val="500"/>
              </a:spcBef>
              <a:spcAft>
                <a:spcPts val="0"/>
              </a:spcAft>
              <a:buClr>
                <a:schemeClr val="dk1"/>
              </a:buClr>
              <a:buSzPts val="1600"/>
              <a:buNone/>
              <a:defRPr sz="1600"/>
            </a:lvl4pPr>
            <a:lvl5pPr lvl="4" rtl="0" algn="ctr">
              <a:lnSpc>
                <a:spcPct val="90000"/>
              </a:lnSpc>
              <a:spcBef>
                <a:spcPts val="500"/>
              </a:spcBef>
              <a:spcAft>
                <a:spcPts val="0"/>
              </a:spcAft>
              <a:buClr>
                <a:schemeClr val="dk1"/>
              </a:buClr>
              <a:buSzPts val="1600"/>
              <a:buNone/>
              <a:defRPr sz="1600"/>
            </a:lvl5pPr>
            <a:lvl6pPr lvl="5" rtl="0" algn="ctr">
              <a:lnSpc>
                <a:spcPct val="90000"/>
              </a:lnSpc>
              <a:spcBef>
                <a:spcPts val="500"/>
              </a:spcBef>
              <a:spcAft>
                <a:spcPts val="0"/>
              </a:spcAft>
              <a:buClr>
                <a:schemeClr val="dk1"/>
              </a:buClr>
              <a:buSzPts val="1600"/>
              <a:buNone/>
              <a:defRPr sz="1600"/>
            </a:lvl6pPr>
            <a:lvl7pPr lvl="6" rtl="0" algn="ctr">
              <a:lnSpc>
                <a:spcPct val="90000"/>
              </a:lnSpc>
              <a:spcBef>
                <a:spcPts val="500"/>
              </a:spcBef>
              <a:spcAft>
                <a:spcPts val="0"/>
              </a:spcAft>
              <a:buClr>
                <a:schemeClr val="dk1"/>
              </a:buClr>
              <a:buSzPts val="1600"/>
              <a:buNone/>
              <a:defRPr sz="1600"/>
            </a:lvl7pPr>
            <a:lvl8pPr lvl="7" rtl="0" algn="ctr">
              <a:lnSpc>
                <a:spcPct val="90000"/>
              </a:lnSpc>
              <a:spcBef>
                <a:spcPts val="500"/>
              </a:spcBef>
              <a:spcAft>
                <a:spcPts val="0"/>
              </a:spcAft>
              <a:buClr>
                <a:schemeClr val="dk1"/>
              </a:buClr>
              <a:buSzPts val="1600"/>
              <a:buNone/>
              <a:defRPr sz="1600"/>
            </a:lvl8pPr>
            <a:lvl9pPr lvl="8" rtl="0" algn="ctr">
              <a:lnSpc>
                <a:spcPct val="90000"/>
              </a:lnSpc>
              <a:spcBef>
                <a:spcPts val="500"/>
              </a:spcBef>
              <a:spcAft>
                <a:spcPts val="0"/>
              </a:spcAft>
              <a:buClr>
                <a:schemeClr val="dk1"/>
              </a:buClr>
              <a:buSzPts val="1600"/>
              <a:buNone/>
              <a:defRPr sz="1600"/>
            </a:lvl9pPr>
          </a:lstStyle>
          <a:p/>
        </p:txBody>
      </p:sp>
      <p:pic>
        <p:nvPicPr>
          <p:cNvPr id="82" name="Google Shape;82;p17"/>
          <p:cNvPicPr preferRelativeResize="0"/>
          <p:nvPr/>
        </p:nvPicPr>
        <p:blipFill>
          <a:blip r:embed="rId2">
            <a:alphaModFix/>
          </a:blip>
          <a:stretch>
            <a:fillRect/>
          </a:stretch>
        </p:blipFill>
        <p:spPr>
          <a:xfrm>
            <a:off x="761810" y="609606"/>
            <a:ext cx="2558261" cy="406974"/>
          </a:xfrm>
          <a:prstGeom prst="rect">
            <a:avLst/>
          </a:prstGeom>
          <a:noFill/>
          <a:ln>
            <a:noFill/>
          </a:ln>
        </p:spPr>
      </p:pic>
      <p:cxnSp>
        <p:nvCxnSpPr>
          <p:cNvPr id="83" name="Google Shape;83;p17"/>
          <p:cNvCxnSpPr/>
          <p:nvPr/>
        </p:nvCxnSpPr>
        <p:spPr>
          <a:xfrm>
            <a:off x="761809" y="5617267"/>
            <a:ext cx="560400" cy="0"/>
          </a:xfrm>
          <a:prstGeom prst="straightConnector1">
            <a:avLst/>
          </a:prstGeom>
          <a:noFill/>
          <a:ln cap="flat" cmpd="sng" w="38100">
            <a:solidFill>
              <a:srgbClr val="FF6952"/>
            </a:solidFill>
            <a:prstDash val="solid"/>
            <a:round/>
            <a:headEnd len="med" w="med" type="none"/>
            <a:tailEnd len="med" w="med" type="none"/>
          </a:ln>
        </p:spPr>
      </p:cxnSp>
      <p:sp>
        <p:nvSpPr>
          <p:cNvPr id="84" name="Google Shape;84;p17"/>
          <p:cNvSpPr txBox="1"/>
          <p:nvPr>
            <p:ph idx="2" type="subTitle"/>
          </p:nvPr>
        </p:nvSpPr>
        <p:spPr>
          <a:xfrm>
            <a:off x="761809" y="5756000"/>
            <a:ext cx="5262300" cy="492300"/>
          </a:xfrm>
          <a:prstGeom prst="rect">
            <a:avLst/>
          </a:prstGeom>
        </p:spPr>
        <p:txBody>
          <a:bodyPr anchorCtr="0" anchor="t" bIns="0" lIns="0" spcFirstLastPara="1" rIns="0" wrap="square" tIns="0">
            <a:noAutofit/>
          </a:bodyPr>
          <a:lstStyle>
            <a:lvl1pPr lvl="0" rtl="0">
              <a:spcBef>
                <a:spcPts val="1100"/>
              </a:spcBef>
              <a:spcAft>
                <a:spcPts val="0"/>
              </a:spcAft>
              <a:buClr>
                <a:schemeClr val="lt2"/>
              </a:buClr>
              <a:buSzPts val="1600"/>
              <a:buNone/>
              <a:defRPr sz="1600">
                <a:solidFill>
                  <a:schemeClr val="lt2"/>
                </a:solidFill>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85" name="Google Shape;85;p17"/>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ontent A - Basic">
  <p:cSld name="OBJECT_1">
    <p:bg>
      <p:bgPr>
        <a:solidFill>
          <a:schemeClr val="lt1"/>
        </a:solidFill>
      </p:bgPr>
    </p:bg>
    <p:spTree>
      <p:nvGrpSpPr>
        <p:cNvPr id="86" name="Shape 86"/>
        <p:cNvGrpSpPr/>
        <p:nvPr/>
      </p:nvGrpSpPr>
      <p:grpSpPr>
        <a:xfrm>
          <a:off x="0" y="0"/>
          <a:ext cx="0" cy="0"/>
          <a:chOff x="0" y="0"/>
          <a:chExt cx="0" cy="0"/>
        </a:xfrm>
      </p:grpSpPr>
      <p:sp>
        <p:nvSpPr>
          <p:cNvPr id="87" name="Google Shape;87;p18"/>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sz="400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88" name="Google Shape;88;p18"/>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sz="2400">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89" name="Google Shape;89;p18"/>
          <p:cNvSpPr txBox="1"/>
          <p:nvPr>
            <p:ph idx="2" type="body"/>
          </p:nvPr>
        </p:nvSpPr>
        <p:spPr>
          <a:xfrm>
            <a:off x="761809" y="1988833"/>
            <a:ext cx="10659300" cy="4149900"/>
          </a:xfrm>
          <a:prstGeom prst="rect">
            <a:avLst/>
          </a:prstGeom>
          <a:noFill/>
          <a:ln>
            <a:noFill/>
          </a:ln>
        </p:spPr>
        <p:txBody>
          <a:bodyPr anchorCtr="0" anchor="t" bIns="0" lIns="0" spcFirstLastPara="1" rIns="0" wrap="square" tIns="0">
            <a:noAutofit/>
          </a:bodyPr>
          <a:lstStyle>
            <a:lvl1pPr indent="-381000" lvl="0" marL="457200" marR="0" rtl="0" algn="l">
              <a:lnSpc>
                <a:spcPct val="115000"/>
              </a:lnSpc>
              <a:spcBef>
                <a:spcPts val="1100"/>
              </a:spcBef>
              <a:spcAft>
                <a:spcPts val="0"/>
              </a:spcAft>
              <a:buClr>
                <a:schemeClr val="accent1"/>
              </a:buClr>
              <a:buSzPts val="2400"/>
              <a:buFont typeface="DM Sans"/>
              <a:buChar char="•"/>
              <a:defRPr i="0" sz="2400" u="none" cap="none" strike="noStrike">
                <a:solidFill>
                  <a:schemeClr val="dk1"/>
                </a:solidFill>
                <a:latin typeface="DM Sans"/>
                <a:ea typeface="DM Sans"/>
                <a:cs typeface="DM Sans"/>
                <a:sym typeface="DM Sans"/>
              </a:defRPr>
            </a:lvl1pPr>
            <a:lvl2pPr indent="-355600" lvl="1" marL="914400" marR="0" rtl="0" algn="l">
              <a:lnSpc>
                <a:spcPct val="115000"/>
              </a:lnSpc>
              <a:spcBef>
                <a:spcPts val="500"/>
              </a:spcBef>
              <a:spcAft>
                <a:spcPts val="0"/>
              </a:spcAft>
              <a:buClr>
                <a:schemeClr val="accent4"/>
              </a:buClr>
              <a:buSzPts val="2000"/>
              <a:buFont typeface="DM Sans"/>
              <a:buChar char="•"/>
              <a:defRPr i="0" sz="20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9pPr>
          </a:lstStyle>
          <a:p/>
        </p:txBody>
      </p:sp>
      <p:sp>
        <p:nvSpPr>
          <p:cNvPr id="90" name="Google Shape;90;p18"/>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 Content A - Basic White 1">
  <p:cSld name="OBJECT_1_1">
    <p:bg>
      <p:bgPr>
        <a:solidFill>
          <a:srgbClr val="FFFFFF"/>
        </a:solidFill>
      </p:bgPr>
    </p:bg>
    <p:spTree>
      <p:nvGrpSpPr>
        <p:cNvPr id="91" name="Shape 91"/>
        <p:cNvGrpSpPr/>
        <p:nvPr/>
      </p:nvGrpSpPr>
      <p:grpSpPr>
        <a:xfrm>
          <a:off x="0" y="0"/>
          <a:ext cx="0" cy="0"/>
          <a:chOff x="0" y="0"/>
          <a:chExt cx="0" cy="0"/>
        </a:xfrm>
      </p:grpSpPr>
      <p:sp>
        <p:nvSpPr>
          <p:cNvPr id="92" name="Google Shape;92;p19"/>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93" name="Google Shape;93;p19"/>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94" name="Google Shape;94;p19"/>
          <p:cNvSpPr txBox="1"/>
          <p:nvPr>
            <p:ph idx="2" type="body"/>
          </p:nvPr>
        </p:nvSpPr>
        <p:spPr>
          <a:xfrm>
            <a:off x="761809" y="1988833"/>
            <a:ext cx="10659300" cy="4149900"/>
          </a:xfrm>
          <a:prstGeom prst="rect">
            <a:avLst/>
          </a:prstGeom>
          <a:noFill/>
          <a:ln>
            <a:noFill/>
          </a:ln>
        </p:spPr>
        <p:txBody>
          <a:bodyPr anchorCtr="0" anchor="t" bIns="0" lIns="0" spcFirstLastPara="1" rIns="0" wrap="square" tIns="0">
            <a:noAutofit/>
          </a:bodyPr>
          <a:lstStyle>
            <a:lvl1pPr indent="-381000" lvl="0" marL="457200" marR="0" rtl="0" algn="l">
              <a:lnSpc>
                <a:spcPct val="115000"/>
              </a:lnSpc>
              <a:spcBef>
                <a:spcPts val="1100"/>
              </a:spcBef>
              <a:spcAft>
                <a:spcPts val="0"/>
              </a:spcAft>
              <a:buClr>
                <a:schemeClr val="accent1"/>
              </a:buClr>
              <a:buSzPts val="2400"/>
              <a:buFont typeface="DM Sans"/>
              <a:buChar char="•"/>
              <a:defRPr i="0" u="none" cap="none" strike="noStrike">
                <a:solidFill>
                  <a:schemeClr val="dk1"/>
                </a:solidFill>
                <a:latin typeface="DM Sans"/>
                <a:ea typeface="DM Sans"/>
                <a:cs typeface="DM Sans"/>
                <a:sym typeface="DM Sans"/>
              </a:defRPr>
            </a:lvl1pPr>
            <a:lvl2pPr indent="-355600" lvl="1" marL="914400" marR="0" rtl="0" algn="l">
              <a:lnSpc>
                <a:spcPct val="115000"/>
              </a:lnSpc>
              <a:spcBef>
                <a:spcPts val="500"/>
              </a:spcBef>
              <a:spcAft>
                <a:spcPts val="0"/>
              </a:spcAft>
              <a:buClr>
                <a:schemeClr val="accent4"/>
              </a:buClr>
              <a:buSzPts val="2000"/>
              <a:buFont typeface="DM Sans"/>
              <a:buChar char="•"/>
              <a:defRPr i="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9pPr>
          </a:lstStyle>
          <a:p/>
        </p:txBody>
      </p:sp>
      <p:sp>
        <p:nvSpPr>
          <p:cNvPr id="95" name="Google Shape;95;p19"/>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Content B - 2 Column">
  <p:cSld name="OBJECT_2_1_1_1_2_1">
    <p:spTree>
      <p:nvGrpSpPr>
        <p:cNvPr id="96" name="Shape 96"/>
        <p:cNvGrpSpPr/>
        <p:nvPr/>
      </p:nvGrpSpPr>
      <p:grpSpPr>
        <a:xfrm>
          <a:off x="0" y="0"/>
          <a:ext cx="0" cy="0"/>
          <a:chOff x="0" y="0"/>
          <a:chExt cx="0" cy="0"/>
        </a:xfrm>
      </p:grpSpPr>
      <p:sp>
        <p:nvSpPr>
          <p:cNvPr id="97" name="Google Shape;97;p20"/>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98" name="Google Shape;98;p20"/>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cxnSp>
        <p:nvCxnSpPr>
          <p:cNvPr id="99" name="Google Shape;99;p20"/>
          <p:cNvCxnSpPr/>
          <p:nvPr/>
        </p:nvCxnSpPr>
        <p:spPr>
          <a:xfrm>
            <a:off x="6098558" y="1892033"/>
            <a:ext cx="0" cy="4425900"/>
          </a:xfrm>
          <a:prstGeom prst="straightConnector1">
            <a:avLst/>
          </a:prstGeom>
          <a:noFill/>
          <a:ln cap="flat" cmpd="sng" w="9525">
            <a:solidFill>
              <a:srgbClr val="EF6450"/>
            </a:solidFill>
            <a:prstDash val="solid"/>
            <a:miter lim="800000"/>
            <a:headEnd len="med" w="med" type="oval"/>
            <a:tailEnd len="med" w="med" type="oval"/>
          </a:ln>
        </p:spPr>
      </p:cxnSp>
      <p:sp>
        <p:nvSpPr>
          <p:cNvPr id="100" name="Google Shape;100;p20"/>
          <p:cNvSpPr txBox="1"/>
          <p:nvPr>
            <p:ph idx="2" type="body"/>
          </p:nvPr>
        </p:nvSpPr>
        <p:spPr>
          <a:xfrm>
            <a:off x="761809" y="2691865"/>
            <a:ext cx="4518900" cy="33672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accent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101" name="Google Shape;101;p20"/>
          <p:cNvSpPr txBox="1"/>
          <p:nvPr>
            <p:ph idx="3" type="body"/>
          </p:nvPr>
        </p:nvSpPr>
        <p:spPr>
          <a:xfrm>
            <a:off x="6916469" y="2691865"/>
            <a:ext cx="4518900" cy="33672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accent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102" name="Google Shape;102;p20"/>
          <p:cNvSpPr txBox="1"/>
          <p:nvPr>
            <p:ph idx="4" type="subTitle"/>
          </p:nvPr>
        </p:nvSpPr>
        <p:spPr>
          <a:xfrm>
            <a:off x="795814" y="1970333"/>
            <a:ext cx="4484400" cy="643200"/>
          </a:xfrm>
          <a:prstGeom prst="rect">
            <a:avLst/>
          </a:prstGeom>
        </p:spPr>
        <p:txBody>
          <a:bodyPr anchorCtr="0" anchor="t" bIns="0" lIns="0" spcFirstLastPara="1" rIns="0" wrap="square" tIns="0">
            <a:noAutofit/>
          </a:bodyPr>
          <a:lstStyle>
            <a:lvl1pPr lvl="0" rtl="0">
              <a:spcBef>
                <a:spcPts val="1100"/>
              </a:spcBef>
              <a:spcAft>
                <a:spcPts val="0"/>
              </a:spcAft>
              <a:buClr>
                <a:schemeClr val="dk1"/>
              </a:buClr>
              <a:buSzPts val="2000"/>
              <a:buNone/>
              <a:defRPr b="1" sz="2000"/>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103" name="Google Shape;103;p20"/>
          <p:cNvSpPr txBox="1"/>
          <p:nvPr>
            <p:ph idx="5" type="subTitle"/>
          </p:nvPr>
        </p:nvSpPr>
        <p:spPr>
          <a:xfrm>
            <a:off x="6933565" y="1970333"/>
            <a:ext cx="4485000" cy="643200"/>
          </a:xfrm>
          <a:prstGeom prst="rect">
            <a:avLst/>
          </a:prstGeom>
        </p:spPr>
        <p:txBody>
          <a:bodyPr anchorCtr="0" anchor="t" bIns="0" lIns="0" spcFirstLastPara="1" rIns="0" wrap="square" tIns="0">
            <a:noAutofit/>
          </a:bodyPr>
          <a:lstStyle>
            <a:lvl1pPr lvl="0" rtl="0">
              <a:spcBef>
                <a:spcPts val="1100"/>
              </a:spcBef>
              <a:spcAft>
                <a:spcPts val="0"/>
              </a:spcAft>
              <a:buClr>
                <a:schemeClr val="dk1"/>
              </a:buClr>
              <a:buSzPts val="2000"/>
              <a:buNone/>
              <a:defRPr b="1" sz="2000"/>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104" name="Google Shape;104;p20"/>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Content B - 2 Column w/ Icon Spot">
  <p:cSld name="OBJECT_2_1_1_2_1_1">
    <p:spTree>
      <p:nvGrpSpPr>
        <p:cNvPr id="105" name="Shape 105"/>
        <p:cNvGrpSpPr/>
        <p:nvPr/>
      </p:nvGrpSpPr>
      <p:grpSpPr>
        <a:xfrm>
          <a:off x="0" y="0"/>
          <a:ext cx="0" cy="0"/>
          <a:chOff x="0" y="0"/>
          <a:chExt cx="0" cy="0"/>
        </a:xfrm>
      </p:grpSpPr>
      <p:sp>
        <p:nvSpPr>
          <p:cNvPr id="106" name="Google Shape;106;p21"/>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107" name="Google Shape;107;p21"/>
          <p:cNvSpPr txBox="1"/>
          <p:nvPr>
            <p:ph idx="1" type="body"/>
          </p:nvPr>
        </p:nvSpPr>
        <p:spPr>
          <a:xfrm>
            <a:off x="761809" y="3986900"/>
            <a:ext cx="4518900" cy="2261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108" name="Google Shape;108;p21"/>
          <p:cNvSpPr txBox="1"/>
          <p:nvPr>
            <p:ph idx="2"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109" name="Google Shape;109;p21"/>
          <p:cNvSpPr txBox="1"/>
          <p:nvPr>
            <p:ph idx="3" type="body"/>
          </p:nvPr>
        </p:nvSpPr>
        <p:spPr>
          <a:xfrm>
            <a:off x="6931932" y="3986900"/>
            <a:ext cx="4495200" cy="2261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110" name="Google Shape;110;p21"/>
          <p:cNvSpPr txBox="1"/>
          <p:nvPr>
            <p:ph idx="4" type="subTitle"/>
          </p:nvPr>
        </p:nvSpPr>
        <p:spPr>
          <a:xfrm>
            <a:off x="795814" y="3126633"/>
            <a:ext cx="44844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100"/>
              <a:buNone/>
              <a:defRPr b="1" sz="21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1600"/>
              <a:buNone/>
              <a:defRPr/>
            </a:lvl3pPr>
            <a:lvl4pPr lvl="3" rtl="0">
              <a:lnSpc>
                <a:spcPct val="115000"/>
              </a:lnSpc>
              <a:spcBef>
                <a:spcPts val="500"/>
              </a:spcBef>
              <a:spcAft>
                <a:spcPts val="0"/>
              </a:spcAft>
              <a:buSzPts val="1600"/>
              <a:buNone/>
              <a:defRPr/>
            </a:lvl4pPr>
            <a:lvl5pPr lvl="4" rtl="0">
              <a:lnSpc>
                <a:spcPct val="115000"/>
              </a:lnSpc>
              <a:spcBef>
                <a:spcPts val="500"/>
              </a:spcBef>
              <a:spcAft>
                <a:spcPts val="0"/>
              </a:spcAft>
              <a:buSzPts val="1600"/>
              <a:buNone/>
              <a:defRPr/>
            </a:lvl5pPr>
            <a:lvl6pPr lvl="5" rtl="0">
              <a:lnSpc>
                <a:spcPct val="115000"/>
              </a:lnSpc>
              <a:spcBef>
                <a:spcPts val="500"/>
              </a:spcBef>
              <a:spcAft>
                <a:spcPts val="0"/>
              </a:spcAft>
              <a:buSzPts val="1600"/>
              <a:buNone/>
              <a:defRPr/>
            </a:lvl6pPr>
            <a:lvl7pPr lvl="6" rtl="0">
              <a:lnSpc>
                <a:spcPct val="115000"/>
              </a:lnSpc>
              <a:spcBef>
                <a:spcPts val="500"/>
              </a:spcBef>
              <a:spcAft>
                <a:spcPts val="0"/>
              </a:spcAft>
              <a:buSzPts val="1600"/>
              <a:buNone/>
              <a:defRPr/>
            </a:lvl7pPr>
            <a:lvl8pPr lvl="7" rtl="0">
              <a:lnSpc>
                <a:spcPct val="115000"/>
              </a:lnSpc>
              <a:spcBef>
                <a:spcPts val="500"/>
              </a:spcBef>
              <a:spcAft>
                <a:spcPts val="0"/>
              </a:spcAft>
              <a:buSzPts val="1600"/>
              <a:buNone/>
              <a:defRPr/>
            </a:lvl8pPr>
            <a:lvl9pPr lvl="8" rtl="0">
              <a:lnSpc>
                <a:spcPct val="115000"/>
              </a:lnSpc>
              <a:spcBef>
                <a:spcPts val="500"/>
              </a:spcBef>
              <a:spcAft>
                <a:spcPts val="0"/>
              </a:spcAft>
              <a:buSzPts val="1600"/>
              <a:buNone/>
              <a:defRPr/>
            </a:lvl9pPr>
          </a:lstStyle>
          <a:p/>
        </p:txBody>
      </p:sp>
      <p:sp>
        <p:nvSpPr>
          <p:cNvPr id="111" name="Google Shape;111;p21"/>
          <p:cNvSpPr txBox="1"/>
          <p:nvPr>
            <p:ph idx="5" type="subTitle"/>
          </p:nvPr>
        </p:nvSpPr>
        <p:spPr>
          <a:xfrm>
            <a:off x="6948938" y="3126633"/>
            <a:ext cx="44613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000"/>
              <a:buNone/>
              <a:defRPr b="1" sz="20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1600"/>
              <a:buNone/>
              <a:defRPr/>
            </a:lvl3pPr>
            <a:lvl4pPr lvl="3" rtl="0">
              <a:lnSpc>
                <a:spcPct val="115000"/>
              </a:lnSpc>
              <a:spcBef>
                <a:spcPts val="500"/>
              </a:spcBef>
              <a:spcAft>
                <a:spcPts val="0"/>
              </a:spcAft>
              <a:buSzPts val="1600"/>
              <a:buNone/>
              <a:defRPr/>
            </a:lvl4pPr>
            <a:lvl5pPr lvl="4" rtl="0">
              <a:lnSpc>
                <a:spcPct val="115000"/>
              </a:lnSpc>
              <a:spcBef>
                <a:spcPts val="500"/>
              </a:spcBef>
              <a:spcAft>
                <a:spcPts val="0"/>
              </a:spcAft>
              <a:buSzPts val="1600"/>
              <a:buNone/>
              <a:defRPr/>
            </a:lvl5pPr>
            <a:lvl6pPr lvl="5" rtl="0">
              <a:lnSpc>
                <a:spcPct val="115000"/>
              </a:lnSpc>
              <a:spcBef>
                <a:spcPts val="500"/>
              </a:spcBef>
              <a:spcAft>
                <a:spcPts val="0"/>
              </a:spcAft>
              <a:buSzPts val="1600"/>
              <a:buNone/>
              <a:defRPr/>
            </a:lvl6pPr>
            <a:lvl7pPr lvl="6" rtl="0">
              <a:lnSpc>
                <a:spcPct val="115000"/>
              </a:lnSpc>
              <a:spcBef>
                <a:spcPts val="500"/>
              </a:spcBef>
              <a:spcAft>
                <a:spcPts val="0"/>
              </a:spcAft>
              <a:buSzPts val="1600"/>
              <a:buNone/>
              <a:defRPr/>
            </a:lvl7pPr>
            <a:lvl8pPr lvl="7" rtl="0">
              <a:lnSpc>
                <a:spcPct val="115000"/>
              </a:lnSpc>
              <a:spcBef>
                <a:spcPts val="500"/>
              </a:spcBef>
              <a:spcAft>
                <a:spcPts val="0"/>
              </a:spcAft>
              <a:buSzPts val="1600"/>
              <a:buNone/>
              <a:defRPr/>
            </a:lvl8pPr>
            <a:lvl9pPr lvl="8" rtl="0">
              <a:lnSpc>
                <a:spcPct val="115000"/>
              </a:lnSpc>
              <a:spcBef>
                <a:spcPts val="500"/>
              </a:spcBef>
              <a:spcAft>
                <a:spcPts val="0"/>
              </a:spcAft>
              <a:buSzPts val="1600"/>
              <a:buNone/>
              <a:defRPr/>
            </a:lvl9pPr>
          </a:lstStyle>
          <a:p/>
        </p:txBody>
      </p:sp>
      <p:cxnSp>
        <p:nvCxnSpPr>
          <p:cNvPr id="112" name="Google Shape;112;p21"/>
          <p:cNvCxnSpPr/>
          <p:nvPr/>
        </p:nvCxnSpPr>
        <p:spPr>
          <a:xfrm>
            <a:off x="6098592" y="1892033"/>
            <a:ext cx="0" cy="4425900"/>
          </a:xfrm>
          <a:prstGeom prst="straightConnector1">
            <a:avLst/>
          </a:prstGeom>
          <a:noFill/>
          <a:ln cap="flat" cmpd="sng" w="9525">
            <a:solidFill>
              <a:srgbClr val="EF6450"/>
            </a:solidFill>
            <a:prstDash val="solid"/>
            <a:miter lim="800000"/>
            <a:headEnd len="med" w="med" type="oval"/>
            <a:tailEnd len="med" w="med" type="oval"/>
          </a:ln>
        </p:spPr>
      </p:cxnSp>
      <p:sp>
        <p:nvSpPr>
          <p:cNvPr id="113" name="Google Shape;113;p21"/>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ontent C - 3 Column">
  <p:cSld name="OBJECT_2_1_1_1_2">
    <p:spTree>
      <p:nvGrpSpPr>
        <p:cNvPr id="114" name="Shape 114"/>
        <p:cNvGrpSpPr/>
        <p:nvPr/>
      </p:nvGrpSpPr>
      <p:grpSpPr>
        <a:xfrm>
          <a:off x="0" y="0"/>
          <a:ext cx="0" cy="0"/>
          <a:chOff x="0" y="0"/>
          <a:chExt cx="0" cy="0"/>
        </a:xfrm>
      </p:grpSpPr>
      <p:sp>
        <p:nvSpPr>
          <p:cNvPr id="115" name="Google Shape;115;p22"/>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116" name="Google Shape;116;p22"/>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cxnSp>
        <p:nvCxnSpPr>
          <p:cNvPr id="117" name="Google Shape;117;p22"/>
          <p:cNvCxnSpPr/>
          <p:nvPr/>
        </p:nvCxnSpPr>
        <p:spPr>
          <a:xfrm>
            <a:off x="7933896" y="1892033"/>
            <a:ext cx="0" cy="4425900"/>
          </a:xfrm>
          <a:prstGeom prst="straightConnector1">
            <a:avLst/>
          </a:prstGeom>
          <a:noFill/>
          <a:ln cap="flat" cmpd="sng" w="9525">
            <a:solidFill>
              <a:srgbClr val="EF6450"/>
            </a:solidFill>
            <a:prstDash val="solid"/>
            <a:miter lim="800000"/>
            <a:headEnd len="med" w="med" type="oval"/>
            <a:tailEnd len="med" w="med" type="oval"/>
          </a:ln>
        </p:spPr>
      </p:cxnSp>
      <p:cxnSp>
        <p:nvCxnSpPr>
          <p:cNvPr id="118" name="Google Shape;118;p22"/>
          <p:cNvCxnSpPr/>
          <p:nvPr/>
        </p:nvCxnSpPr>
        <p:spPr>
          <a:xfrm>
            <a:off x="4236558" y="1892033"/>
            <a:ext cx="0" cy="4425900"/>
          </a:xfrm>
          <a:prstGeom prst="straightConnector1">
            <a:avLst/>
          </a:prstGeom>
          <a:noFill/>
          <a:ln cap="flat" cmpd="sng" w="9525">
            <a:solidFill>
              <a:srgbClr val="EF6450"/>
            </a:solidFill>
            <a:prstDash val="solid"/>
            <a:miter lim="800000"/>
            <a:headEnd len="med" w="med" type="oval"/>
            <a:tailEnd len="med" w="med" type="oval"/>
          </a:ln>
        </p:spPr>
      </p:cxnSp>
      <p:sp>
        <p:nvSpPr>
          <p:cNvPr id="119" name="Google Shape;119;p22"/>
          <p:cNvSpPr txBox="1"/>
          <p:nvPr>
            <p:ph idx="2" type="body"/>
          </p:nvPr>
        </p:nvSpPr>
        <p:spPr>
          <a:xfrm>
            <a:off x="761809" y="2825567"/>
            <a:ext cx="3224100" cy="3233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rtl="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120" name="Google Shape;120;p22"/>
          <p:cNvSpPr txBox="1"/>
          <p:nvPr>
            <p:ph idx="3" type="body"/>
          </p:nvPr>
        </p:nvSpPr>
        <p:spPr>
          <a:xfrm>
            <a:off x="4482478" y="2825567"/>
            <a:ext cx="3224100" cy="3233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rtl="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121" name="Google Shape;121;p22"/>
          <p:cNvSpPr txBox="1"/>
          <p:nvPr>
            <p:ph idx="4" type="body"/>
          </p:nvPr>
        </p:nvSpPr>
        <p:spPr>
          <a:xfrm>
            <a:off x="8167756" y="2825567"/>
            <a:ext cx="3224100" cy="3233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rtl="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122" name="Google Shape;122;p22"/>
          <p:cNvSpPr txBox="1"/>
          <p:nvPr>
            <p:ph idx="5" type="subTitle"/>
          </p:nvPr>
        </p:nvSpPr>
        <p:spPr>
          <a:xfrm>
            <a:off x="786070" y="1970336"/>
            <a:ext cx="31995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000"/>
              <a:buNone/>
              <a:defRPr b="1" sz="20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2000"/>
              <a:buNone/>
              <a:defRPr sz="2000"/>
            </a:lvl3pPr>
            <a:lvl4pPr lvl="3" rtl="0">
              <a:lnSpc>
                <a:spcPct val="115000"/>
              </a:lnSpc>
              <a:spcBef>
                <a:spcPts val="500"/>
              </a:spcBef>
              <a:spcAft>
                <a:spcPts val="0"/>
              </a:spcAft>
              <a:buSzPts val="2000"/>
              <a:buNone/>
              <a:defRPr sz="2000"/>
            </a:lvl4pPr>
            <a:lvl5pPr lvl="4" rtl="0">
              <a:lnSpc>
                <a:spcPct val="115000"/>
              </a:lnSpc>
              <a:spcBef>
                <a:spcPts val="500"/>
              </a:spcBef>
              <a:spcAft>
                <a:spcPts val="0"/>
              </a:spcAft>
              <a:buSzPts val="2000"/>
              <a:buNone/>
              <a:defRPr sz="2000"/>
            </a:lvl5pPr>
            <a:lvl6pPr lvl="5" rtl="0">
              <a:lnSpc>
                <a:spcPct val="115000"/>
              </a:lnSpc>
              <a:spcBef>
                <a:spcPts val="500"/>
              </a:spcBef>
              <a:spcAft>
                <a:spcPts val="0"/>
              </a:spcAft>
              <a:buSzPts val="2000"/>
              <a:buNone/>
              <a:defRPr sz="2000"/>
            </a:lvl6pPr>
            <a:lvl7pPr lvl="6" rtl="0">
              <a:lnSpc>
                <a:spcPct val="115000"/>
              </a:lnSpc>
              <a:spcBef>
                <a:spcPts val="500"/>
              </a:spcBef>
              <a:spcAft>
                <a:spcPts val="0"/>
              </a:spcAft>
              <a:buSzPts val="2000"/>
              <a:buNone/>
              <a:defRPr sz="2000"/>
            </a:lvl7pPr>
            <a:lvl8pPr lvl="7" rtl="0">
              <a:lnSpc>
                <a:spcPct val="115000"/>
              </a:lnSpc>
              <a:spcBef>
                <a:spcPts val="500"/>
              </a:spcBef>
              <a:spcAft>
                <a:spcPts val="0"/>
              </a:spcAft>
              <a:buSzPts val="2000"/>
              <a:buNone/>
              <a:defRPr sz="2000"/>
            </a:lvl8pPr>
            <a:lvl9pPr lvl="8" rtl="0">
              <a:lnSpc>
                <a:spcPct val="115000"/>
              </a:lnSpc>
              <a:spcBef>
                <a:spcPts val="500"/>
              </a:spcBef>
              <a:spcAft>
                <a:spcPts val="0"/>
              </a:spcAft>
              <a:buSzPts val="2000"/>
              <a:buNone/>
              <a:defRPr sz="2000"/>
            </a:lvl9pPr>
          </a:lstStyle>
          <a:p/>
        </p:txBody>
      </p:sp>
      <p:sp>
        <p:nvSpPr>
          <p:cNvPr id="123" name="Google Shape;123;p22"/>
          <p:cNvSpPr txBox="1"/>
          <p:nvPr>
            <p:ph idx="6" type="subTitle"/>
          </p:nvPr>
        </p:nvSpPr>
        <p:spPr>
          <a:xfrm>
            <a:off x="4494675" y="1970336"/>
            <a:ext cx="31995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000"/>
              <a:buNone/>
              <a:defRPr b="1" sz="20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2000"/>
              <a:buNone/>
              <a:defRPr sz="2000"/>
            </a:lvl3pPr>
            <a:lvl4pPr lvl="3" rtl="0">
              <a:lnSpc>
                <a:spcPct val="115000"/>
              </a:lnSpc>
              <a:spcBef>
                <a:spcPts val="500"/>
              </a:spcBef>
              <a:spcAft>
                <a:spcPts val="0"/>
              </a:spcAft>
              <a:buSzPts val="2000"/>
              <a:buNone/>
              <a:defRPr sz="2000"/>
            </a:lvl4pPr>
            <a:lvl5pPr lvl="4" rtl="0">
              <a:lnSpc>
                <a:spcPct val="115000"/>
              </a:lnSpc>
              <a:spcBef>
                <a:spcPts val="500"/>
              </a:spcBef>
              <a:spcAft>
                <a:spcPts val="0"/>
              </a:spcAft>
              <a:buSzPts val="2000"/>
              <a:buNone/>
              <a:defRPr sz="2000"/>
            </a:lvl5pPr>
            <a:lvl6pPr lvl="5" rtl="0">
              <a:lnSpc>
                <a:spcPct val="115000"/>
              </a:lnSpc>
              <a:spcBef>
                <a:spcPts val="500"/>
              </a:spcBef>
              <a:spcAft>
                <a:spcPts val="0"/>
              </a:spcAft>
              <a:buSzPts val="2000"/>
              <a:buNone/>
              <a:defRPr sz="2000"/>
            </a:lvl6pPr>
            <a:lvl7pPr lvl="6" rtl="0">
              <a:lnSpc>
                <a:spcPct val="115000"/>
              </a:lnSpc>
              <a:spcBef>
                <a:spcPts val="500"/>
              </a:spcBef>
              <a:spcAft>
                <a:spcPts val="0"/>
              </a:spcAft>
              <a:buSzPts val="2000"/>
              <a:buNone/>
              <a:defRPr sz="2000"/>
            </a:lvl7pPr>
            <a:lvl8pPr lvl="7" rtl="0">
              <a:lnSpc>
                <a:spcPct val="115000"/>
              </a:lnSpc>
              <a:spcBef>
                <a:spcPts val="500"/>
              </a:spcBef>
              <a:spcAft>
                <a:spcPts val="0"/>
              </a:spcAft>
              <a:buSzPts val="2000"/>
              <a:buNone/>
              <a:defRPr sz="2000"/>
            </a:lvl8pPr>
            <a:lvl9pPr lvl="8" rtl="0">
              <a:lnSpc>
                <a:spcPct val="115000"/>
              </a:lnSpc>
              <a:spcBef>
                <a:spcPts val="500"/>
              </a:spcBef>
              <a:spcAft>
                <a:spcPts val="0"/>
              </a:spcAft>
              <a:buSzPts val="2000"/>
              <a:buNone/>
              <a:defRPr sz="2000"/>
            </a:lvl9pPr>
          </a:lstStyle>
          <a:p/>
        </p:txBody>
      </p:sp>
      <p:sp>
        <p:nvSpPr>
          <p:cNvPr id="124" name="Google Shape;124;p22"/>
          <p:cNvSpPr txBox="1"/>
          <p:nvPr>
            <p:ph idx="7" type="subTitle"/>
          </p:nvPr>
        </p:nvSpPr>
        <p:spPr>
          <a:xfrm>
            <a:off x="8179953" y="1970336"/>
            <a:ext cx="31995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000"/>
              <a:buNone/>
              <a:defRPr b="1" sz="20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2000"/>
              <a:buNone/>
              <a:defRPr sz="2000"/>
            </a:lvl3pPr>
            <a:lvl4pPr lvl="3" rtl="0">
              <a:lnSpc>
                <a:spcPct val="115000"/>
              </a:lnSpc>
              <a:spcBef>
                <a:spcPts val="500"/>
              </a:spcBef>
              <a:spcAft>
                <a:spcPts val="0"/>
              </a:spcAft>
              <a:buSzPts val="2000"/>
              <a:buNone/>
              <a:defRPr sz="2000"/>
            </a:lvl4pPr>
            <a:lvl5pPr lvl="4" rtl="0">
              <a:lnSpc>
                <a:spcPct val="115000"/>
              </a:lnSpc>
              <a:spcBef>
                <a:spcPts val="500"/>
              </a:spcBef>
              <a:spcAft>
                <a:spcPts val="0"/>
              </a:spcAft>
              <a:buSzPts val="2000"/>
              <a:buNone/>
              <a:defRPr sz="2000"/>
            </a:lvl5pPr>
            <a:lvl6pPr lvl="5" rtl="0">
              <a:lnSpc>
                <a:spcPct val="115000"/>
              </a:lnSpc>
              <a:spcBef>
                <a:spcPts val="500"/>
              </a:spcBef>
              <a:spcAft>
                <a:spcPts val="0"/>
              </a:spcAft>
              <a:buSzPts val="2000"/>
              <a:buNone/>
              <a:defRPr sz="2000"/>
            </a:lvl6pPr>
            <a:lvl7pPr lvl="6" rtl="0">
              <a:lnSpc>
                <a:spcPct val="115000"/>
              </a:lnSpc>
              <a:spcBef>
                <a:spcPts val="500"/>
              </a:spcBef>
              <a:spcAft>
                <a:spcPts val="0"/>
              </a:spcAft>
              <a:buSzPts val="2000"/>
              <a:buNone/>
              <a:defRPr sz="2000"/>
            </a:lvl7pPr>
            <a:lvl8pPr lvl="7" rtl="0">
              <a:lnSpc>
                <a:spcPct val="115000"/>
              </a:lnSpc>
              <a:spcBef>
                <a:spcPts val="500"/>
              </a:spcBef>
              <a:spcAft>
                <a:spcPts val="0"/>
              </a:spcAft>
              <a:buSzPts val="2000"/>
              <a:buNone/>
              <a:defRPr sz="2000"/>
            </a:lvl8pPr>
            <a:lvl9pPr lvl="8" rtl="0">
              <a:lnSpc>
                <a:spcPct val="115000"/>
              </a:lnSpc>
              <a:spcBef>
                <a:spcPts val="500"/>
              </a:spcBef>
              <a:spcAft>
                <a:spcPts val="0"/>
              </a:spcAft>
              <a:buSzPts val="2000"/>
              <a:buNone/>
              <a:defRPr sz="2000"/>
            </a:lvl9pPr>
          </a:lstStyle>
          <a:p/>
        </p:txBody>
      </p:sp>
      <p:sp>
        <p:nvSpPr>
          <p:cNvPr id="125" name="Google Shape;125;p22"/>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ontent C - 3 Column w/ Icon Spot">
  <p:cSld name="OBJECT_2_1_1_2_1">
    <p:spTree>
      <p:nvGrpSpPr>
        <p:cNvPr id="126" name="Shape 126"/>
        <p:cNvGrpSpPr/>
        <p:nvPr/>
      </p:nvGrpSpPr>
      <p:grpSpPr>
        <a:xfrm>
          <a:off x="0" y="0"/>
          <a:ext cx="0" cy="0"/>
          <a:chOff x="0" y="0"/>
          <a:chExt cx="0" cy="0"/>
        </a:xfrm>
      </p:grpSpPr>
      <p:sp>
        <p:nvSpPr>
          <p:cNvPr id="127" name="Google Shape;127;p23"/>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128" name="Google Shape;128;p23"/>
          <p:cNvSpPr txBox="1"/>
          <p:nvPr>
            <p:ph idx="1" type="body"/>
          </p:nvPr>
        </p:nvSpPr>
        <p:spPr>
          <a:xfrm>
            <a:off x="761809" y="3986900"/>
            <a:ext cx="3224100" cy="2261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rtl="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129" name="Google Shape;129;p23"/>
          <p:cNvSpPr txBox="1"/>
          <p:nvPr>
            <p:ph idx="2"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130" name="Google Shape;130;p23"/>
          <p:cNvSpPr txBox="1"/>
          <p:nvPr>
            <p:ph idx="3" type="body"/>
          </p:nvPr>
        </p:nvSpPr>
        <p:spPr>
          <a:xfrm>
            <a:off x="4482478" y="3986900"/>
            <a:ext cx="3224100" cy="2261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rtl="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131" name="Google Shape;131;p23"/>
          <p:cNvSpPr txBox="1"/>
          <p:nvPr>
            <p:ph idx="4" type="subTitle"/>
          </p:nvPr>
        </p:nvSpPr>
        <p:spPr>
          <a:xfrm>
            <a:off x="786070" y="3126633"/>
            <a:ext cx="31995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000"/>
              <a:buNone/>
              <a:defRPr b="1" sz="20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2000"/>
              <a:buNone/>
              <a:defRPr sz="2000"/>
            </a:lvl3pPr>
            <a:lvl4pPr lvl="3" rtl="0">
              <a:lnSpc>
                <a:spcPct val="115000"/>
              </a:lnSpc>
              <a:spcBef>
                <a:spcPts val="500"/>
              </a:spcBef>
              <a:spcAft>
                <a:spcPts val="0"/>
              </a:spcAft>
              <a:buSzPts val="2000"/>
              <a:buNone/>
              <a:defRPr sz="2000"/>
            </a:lvl4pPr>
            <a:lvl5pPr lvl="4" rtl="0">
              <a:lnSpc>
                <a:spcPct val="115000"/>
              </a:lnSpc>
              <a:spcBef>
                <a:spcPts val="500"/>
              </a:spcBef>
              <a:spcAft>
                <a:spcPts val="0"/>
              </a:spcAft>
              <a:buSzPts val="2000"/>
              <a:buNone/>
              <a:defRPr sz="2000"/>
            </a:lvl5pPr>
            <a:lvl6pPr lvl="5" rtl="0">
              <a:lnSpc>
                <a:spcPct val="115000"/>
              </a:lnSpc>
              <a:spcBef>
                <a:spcPts val="500"/>
              </a:spcBef>
              <a:spcAft>
                <a:spcPts val="0"/>
              </a:spcAft>
              <a:buSzPts val="2000"/>
              <a:buNone/>
              <a:defRPr sz="2000"/>
            </a:lvl6pPr>
            <a:lvl7pPr lvl="6" rtl="0">
              <a:lnSpc>
                <a:spcPct val="115000"/>
              </a:lnSpc>
              <a:spcBef>
                <a:spcPts val="500"/>
              </a:spcBef>
              <a:spcAft>
                <a:spcPts val="0"/>
              </a:spcAft>
              <a:buSzPts val="2000"/>
              <a:buNone/>
              <a:defRPr sz="2000"/>
            </a:lvl7pPr>
            <a:lvl8pPr lvl="7" rtl="0">
              <a:lnSpc>
                <a:spcPct val="115000"/>
              </a:lnSpc>
              <a:spcBef>
                <a:spcPts val="500"/>
              </a:spcBef>
              <a:spcAft>
                <a:spcPts val="0"/>
              </a:spcAft>
              <a:buSzPts val="2000"/>
              <a:buNone/>
              <a:defRPr sz="2000"/>
            </a:lvl8pPr>
            <a:lvl9pPr lvl="8" rtl="0">
              <a:lnSpc>
                <a:spcPct val="115000"/>
              </a:lnSpc>
              <a:spcBef>
                <a:spcPts val="500"/>
              </a:spcBef>
              <a:spcAft>
                <a:spcPts val="0"/>
              </a:spcAft>
              <a:buSzPts val="2000"/>
              <a:buNone/>
              <a:defRPr sz="2000"/>
            </a:lvl9pPr>
          </a:lstStyle>
          <a:p/>
        </p:txBody>
      </p:sp>
      <p:sp>
        <p:nvSpPr>
          <p:cNvPr id="132" name="Google Shape;132;p23"/>
          <p:cNvSpPr txBox="1"/>
          <p:nvPr>
            <p:ph idx="5" type="subTitle"/>
          </p:nvPr>
        </p:nvSpPr>
        <p:spPr>
          <a:xfrm>
            <a:off x="4494675" y="3126633"/>
            <a:ext cx="31995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000"/>
              <a:buNone/>
              <a:defRPr b="1" sz="20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2000"/>
              <a:buNone/>
              <a:defRPr sz="2000"/>
            </a:lvl3pPr>
            <a:lvl4pPr lvl="3" rtl="0">
              <a:lnSpc>
                <a:spcPct val="115000"/>
              </a:lnSpc>
              <a:spcBef>
                <a:spcPts val="500"/>
              </a:spcBef>
              <a:spcAft>
                <a:spcPts val="0"/>
              </a:spcAft>
              <a:buSzPts val="2000"/>
              <a:buNone/>
              <a:defRPr sz="2000"/>
            </a:lvl4pPr>
            <a:lvl5pPr lvl="4" rtl="0">
              <a:lnSpc>
                <a:spcPct val="115000"/>
              </a:lnSpc>
              <a:spcBef>
                <a:spcPts val="500"/>
              </a:spcBef>
              <a:spcAft>
                <a:spcPts val="0"/>
              </a:spcAft>
              <a:buSzPts val="2000"/>
              <a:buNone/>
              <a:defRPr sz="2000"/>
            </a:lvl5pPr>
            <a:lvl6pPr lvl="5" rtl="0">
              <a:lnSpc>
                <a:spcPct val="115000"/>
              </a:lnSpc>
              <a:spcBef>
                <a:spcPts val="500"/>
              </a:spcBef>
              <a:spcAft>
                <a:spcPts val="0"/>
              </a:spcAft>
              <a:buSzPts val="2000"/>
              <a:buNone/>
              <a:defRPr sz="2000"/>
            </a:lvl6pPr>
            <a:lvl7pPr lvl="6" rtl="0">
              <a:lnSpc>
                <a:spcPct val="115000"/>
              </a:lnSpc>
              <a:spcBef>
                <a:spcPts val="500"/>
              </a:spcBef>
              <a:spcAft>
                <a:spcPts val="0"/>
              </a:spcAft>
              <a:buSzPts val="2000"/>
              <a:buNone/>
              <a:defRPr sz="2000"/>
            </a:lvl7pPr>
            <a:lvl8pPr lvl="7" rtl="0">
              <a:lnSpc>
                <a:spcPct val="115000"/>
              </a:lnSpc>
              <a:spcBef>
                <a:spcPts val="500"/>
              </a:spcBef>
              <a:spcAft>
                <a:spcPts val="0"/>
              </a:spcAft>
              <a:buSzPts val="2000"/>
              <a:buNone/>
              <a:defRPr sz="2000"/>
            </a:lvl8pPr>
            <a:lvl9pPr lvl="8" rtl="0">
              <a:lnSpc>
                <a:spcPct val="115000"/>
              </a:lnSpc>
              <a:spcBef>
                <a:spcPts val="500"/>
              </a:spcBef>
              <a:spcAft>
                <a:spcPts val="0"/>
              </a:spcAft>
              <a:buSzPts val="2000"/>
              <a:buNone/>
              <a:defRPr sz="2000"/>
            </a:lvl9pPr>
          </a:lstStyle>
          <a:p/>
        </p:txBody>
      </p:sp>
      <p:sp>
        <p:nvSpPr>
          <p:cNvPr id="133" name="Google Shape;133;p23"/>
          <p:cNvSpPr txBox="1"/>
          <p:nvPr>
            <p:ph idx="6" type="body"/>
          </p:nvPr>
        </p:nvSpPr>
        <p:spPr>
          <a:xfrm>
            <a:off x="8167756" y="3986900"/>
            <a:ext cx="3224100" cy="2261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rtl="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134" name="Google Shape;134;p23"/>
          <p:cNvSpPr txBox="1"/>
          <p:nvPr>
            <p:ph idx="7" type="subTitle"/>
          </p:nvPr>
        </p:nvSpPr>
        <p:spPr>
          <a:xfrm>
            <a:off x="8179953" y="3126636"/>
            <a:ext cx="31995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000"/>
              <a:buNone/>
              <a:defRPr b="1" sz="20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2000"/>
              <a:buNone/>
              <a:defRPr sz="2000"/>
            </a:lvl3pPr>
            <a:lvl4pPr lvl="3" rtl="0">
              <a:lnSpc>
                <a:spcPct val="115000"/>
              </a:lnSpc>
              <a:spcBef>
                <a:spcPts val="500"/>
              </a:spcBef>
              <a:spcAft>
                <a:spcPts val="0"/>
              </a:spcAft>
              <a:buSzPts val="2000"/>
              <a:buNone/>
              <a:defRPr sz="2000"/>
            </a:lvl4pPr>
            <a:lvl5pPr lvl="4" rtl="0">
              <a:lnSpc>
                <a:spcPct val="115000"/>
              </a:lnSpc>
              <a:spcBef>
                <a:spcPts val="500"/>
              </a:spcBef>
              <a:spcAft>
                <a:spcPts val="0"/>
              </a:spcAft>
              <a:buSzPts val="2000"/>
              <a:buNone/>
              <a:defRPr sz="2000"/>
            </a:lvl5pPr>
            <a:lvl6pPr lvl="5" rtl="0">
              <a:lnSpc>
                <a:spcPct val="115000"/>
              </a:lnSpc>
              <a:spcBef>
                <a:spcPts val="500"/>
              </a:spcBef>
              <a:spcAft>
                <a:spcPts val="0"/>
              </a:spcAft>
              <a:buSzPts val="2000"/>
              <a:buNone/>
              <a:defRPr sz="2000"/>
            </a:lvl6pPr>
            <a:lvl7pPr lvl="6" rtl="0">
              <a:lnSpc>
                <a:spcPct val="115000"/>
              </a:lnSpc>
              <a:spcBef>
                <a:spcPts val="500"/>
              </a:spcBef>
              <a:spcAft>
                <a:spcPts val="0"/>
              </a:spcAft>
              <a:buSzPts val="2000"/>
              <a:buNone/>
              <a:defRPr sz="2000"/>
            </a:lvl7pPr>
            <a:lvl8pPr lvl="7" rtl="0">
              <a:lnSpc>
                <a:spcPct val="115000"/>
              </a:lnSpc>
              <a:spcBef>
                <a:spcPts val="500"/>
              </a:spcBef>
              <a:spcAft>
                <a:spcPts val="0"/>
              </a:spcAft>
              <a:buSzPts val="2000"/>
              <a:buNone/>
              <a:defRPr sz="2000"/>
            </a:lvl8pPr>
            <a:lvl9pPr lvl="8" rtl="0">
              <a:lnSpc>
                <a:spcPct val="115000"/>
              </a:lnSpc>
              <a:spcBef>
                <a:spcPts val="500"/>
              </a:spcBef>
              <a:spcAft>
                <a:spcPts val="0"/>
              </a:spcAft>
              <a:buSzPts val="2000"/>
              <a:buNone/>
              <a:defRPr sz="2000"/>
            </a:lvl9pPr>
          </a:lstStyle>
          <a:p/>
        </p:txBody>
      </p:sp>
      <p:cxnSp>
        <p:nvCxnSpPr>
          <p:cNvPr id="135" name="Google Shape;135;p23"/>
          <p:cNvCxnSpPr/>
          <p:nvPr/>
        </p:nvCxnSpPr>
        <p:spPr>
          <a:xfrm>
            <a:off x="7933896" y="1892033"/>
            <a:ext cx="0" cy="4425900"/>
          </a:xfrm>
          <a:prstGeom prst="straightConnector1">
            <a:avLst/>
          </a:prstGeom>
          <a:noFill/>
          <a:ln cap="flat" cmpd="sng" w="9525">
            <a:solidFill>
              <a:srgbClr val="EF6450"/>
            </a:solidFill>
            <a:prstDash val="solid"/>
            <a:miter lim="800000"/>
            <a:headEnd len="med" w="med" type="oval"/>
            <a:tailEnd len="med" w="med" type="oval"/>
          </a:ln>
        </p:spPr>
      </p:cxnSp>
      <p:cxnSp>
        <p:nvCxnSpPr>
          <p:cNvPr id="136" name="Google Shape;136;p23"/>
          <p:cNvCxnSpPr/>
          <p:nvPr/>
        </p:nvCxnSpPr>
        <p:spPr>
          <a:xfrm>
            <a:off x="4236558" y="1892033"/>
            <a:ext cx="0" cy="4425900"/>
          </a:xfrm>
          <a:prstGeom prst="straightConnector1">
            <a:avLst/>
          </a:prstGeom>
          <a:noFill/>
          <a:ln cap="flat" cmpd="sng" w="9525">
            <a:solidFill>
              <a:srgbClr val="EF6450"/>
            </a:solidFill>
            <a:prstDash val="solid"/>
            <a:miter lim="800000"/>
            <a:headEnd len="med" w="med" type="oval"/>
            <a:tailEnd len="med" w="med" type="oval"/>
          </a:ln>
        </p:spPr>
      </p:cxnSp>
      <p:sp>
        <p:nvSpPr>
          <p:cNvPr id="137" name="Google Shape;137;p23"/>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Content C - 3 Column Cards">
  <p:cSld name="OBJECT_2_1_1_1_1_1">
    <p:spTree>
      <p:nvGrpSpPr>
        <p:cNvPr id="138" name="Shape 138"/>
        <p:cNvGrpSpPr/>
        <p:nvPr/>
      </p:nvGrpSpPr>
      <p:grpSpPr>
        <a:xfrm>
          <a:off x="0" y="0"/>
          <a:ext cx="0" cy="0"/>
          <a:chOff x="0" y="0"/>
          <a:chExt cx="0" cy="0"/>
        </a:xfrm>
      </p:grpSpPr>
      <p:sp>
        <p:nvSpPr>
          <p:cNvPr id="139" name="Google Shape;139;p24"/>
          <p:cNvSpPr/>
          <p:nvPr/>
        </p:nvSpPr>
        <p:spPr>
          <a:xfrm>
            <a:off x="7980003" y="1825633"/>
            <a:ext cx="3599400" cy="44229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40" name="Google Shape;140;p24"/>
          <p:cNvSpPr/>
          <p:nvPr/>
        </p:nvSpPr>
        <p:spPr>
          <a:xfrm>
            <a:off x="4294659" y="1825633"/>
            <a:ext cx="3599400" cy="44229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41" name="Google Shape;141;p24"/>
          <p:cNvSpPr/>
          <p:nvPr/>
        </p:nvSpPr>
        <p:spPr>
          <a:xfrm>
            <a:off x="609447" y="1825633"/>
            <a:ext cx="3599400" cy="44229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42" name="Google Shape;142;p24"/>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143" name="Google Shape;143;p24"/>
          <p:cNvSpPr txBox="1"/>
          <p:nvPr>
            <p:ph idx="1" type="body"/>
          </p:nvPr>
        </p:nvSpPr>
        <p:spPr>
          <a:xfrm>
            <a:off x="761809" y="2825567"/>
            <a:ext cx="3224100" cy="3233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rtl="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144" name="Google Shape;144;p24"/>
          <p:cNvSpPr txBox="1"/>
          <p:nvPr>
            <p:ph idx="2"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145" name="Google Shape;145;p24"/>
          <p:cNvSpPr txBox="1"/>
          <p:nvPr>
            <p:ph idx="3" type="body"/>
          </p:nvPr>
        </p:nvSpPr>
        <p:spPr>
          <a:xfrm>
            <a:off x="4482478" y="2825567"/>
            <a:ext cx="3224100" cy="3233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rtl="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146" name="Google Shape;146;p24"/>
          <p:cNvSpPr txBox="1"/>
          <p:nvPr>
            <p:ph idx="4" type="body"/>
          </p:nvPr>
        </p:nvSpPr>
        <p:spPr>
          <a:xfrm>
            <a:off x="8167756" y="2825567"/>
            <a:ext cx="3224100" cy="3233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rtl="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147" name="Google Shape;147;p24"/>
          <p:cNvSpPr txBox="1"/>
          <p:nvPr>
            <p:ph idx="5" type="subTitle"/>
          </p:nvPr>
        </p:nvSpPr>
        <p:spPr>
          <a:xfrm>
            <a:off x="786070" y="1970336"/>
            <a:ext cx="31995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000"/>
              <a:buNone/>
              <a:defRPr b="1" sz="20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2000"/>
              <a:buNone/>
              <a:defRPr sz="2000"/>
            </a:lvl3pPr>
            <a:lvl4pPr lvl="3" rtl="0">
              <a:lnSpc>
                <a:spcPct val="115000"/>
              </a:lnSpc>
              <a:spcBef>
                <a:spcPts val="500"/>
              </a:spcBef>
              <a:spcAft>
                <a:spcPts val="0"/>
              </a:spcAft>
              <a:buSzPts val="2000"/>
              <a:buNone/>
              <a:defRPr sz="2000"/>
            </a:lvl4pPr>
            <a:lvl5pPr lvl="4" rtl="0">
              <a:lnSpc>
                <a:spcPct val="115000"/>
              </a:lnSpc>
              <a:spcBef>
                <a:spcPts val="500"/>
              </a:spcBef>
              <a:spcAft>
                <a:spcPts val="0"/>
              </a:spcAft>
              <a:buSzPts val="2000"/>
              <a:buNone/>
              <a:defRPr sz="2000"/>
            </a:lvl5pPr>
            <a:lvl6pPr lvl="5" rtl="0">
              <a:lnSpc>
                <a:spcPct val="115000"/>
              </a:lnSpc>
              <a:spcBef>
                <a:spcPts val="500"/>
              </a:spcBef>
              <a:spcAft>
                <a:spcPts val="0"/>
              </a:spcAft>
              <a:buSzPts val="2000"/>
              <a:buNone/>
              <a:defRPr sz="2000"/>
            </a:lvl6pPr>
            <a:lvl7pPr lvl="6" rtl="0">
              <a:lnSpc>
                <a:spcPct val="115000"/>
              </a:lnSpc>
              <a:spcBef>
                <a:spcPts val="500"/>
              </a:spcBef>
              <a:spcAft>
                <a:spcPts val="0"/>
              </a:spcAft>
              <a:buSzPts val="2000"/>
              <a:buNone/>
              <a:defRPr sz="2000"/>
            </a:lvl7pPr>
            <a:lvl8pPr lvl="7" rtl="0">
              <a:lnSpc>
                <a:spcPct val="115000"/>
              </a:lnSpc>
              <a:spcBef>
                <a:spcPts val="500"/>
              </a:spcBef>
              <a:spcAft>
                <a:spcPts val="0"/>
              </a:spcAft>
              <a:buSzPts val="2000"/>
              <a:buNone/>
              <a:defRPr sz="2000"/>
            </a:lvl8pPr>
            <a:lvl9pPr lvl="8" rtl="0">
              <a:lnSpc>
                <a:spcPct val="115000"/>
              </a:lnSpc>
              <a:spcBef>
                <a:spcPts val="500"/>
              </a:spcBef>
              <a:spcAft>
                <a:spcPts val="0"/>
              </a:spcAft>
              <a:buSzPts val="2000"/>
              <a:buNone/>
              <a:defRPr sz="2000"/>
            </a:lvl9pPr>
          </a:lstStyle>
          <a:p/>
        </p:txBody>
      </p:sp>
      <p:sp>
        <p:nvSpPr>
          <p:cNvPr id="148" name="Google Shape;148;p24"/>
          <p:cNvSpPr txBox="1"/>
          <p:nvPr>
            <p:ph idx="6" type="subTitle"/>
          </p:nvPr>
        </p:nvSpPr>
        <p:spPr>
          <a:xfrm>
            <a:off x="4494675" y="1970336"/>
            <a:ext cx="31995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000"/>
              <a:buNone/>
              <a:defRPr b="1" sz="20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2000"/>
              <a:buNone/>
              <a:defRPr sz="2000"/>
            </a:lvl3pPr>
            <a:lvl4pPr lvl="3" rtl="0">
              <a:lnSpc>
                <a:spcPct val="115000"/>
              </a:lnSpc>
              <a:spcBef>
                <a:spcPts val="500"/>
              </a:spcBef>
              <a:spcAft>
                <a:spcPts val="0"/>
              </a:spcAft>
              <a:buSzPts val="2000"/>
              <a:buNone/>
              <a:defRPr sz="2000"/>
            </a:lvl4pPr>
            <a:lvl5pPr lvl="4" rtl="0">
              <a:lnSpc>
                <a:spcPct val="115000"/>
              </a:lnSpc>
              <a:spcBef>
                <a:spcPts val="500"/>
              </a:spcBef>
              <a:spcAft>
                <a:spcPts val="0"/>
              </a:spcAft>
              <a:buSzPts val="2000"/>
              <a:buNone/>
              <a:defRPr sz="2000"/>
            </a:lvl5pPr>
            <a:lvl6pPr lvl="5" rtl="0">
              <a:lnSpc>
                <a:spcPct val="115000"/>
              </a:lnSpc>
              <a:spcBef>
                <a:spcPts val="500"/>
              </a:spcBef>
              <a:spcAft>
                <a:spcPts val="0"/>
              </a:spcAft>
              <a:buSzPts val="2000"/>
              <a:buNone/>
              <a:defRPr sz="2000"/>
            </a:lvl6pPr>
            <a:lvl7pPr lvl="6" rtl="0">
              <a:lnSpc>
                <a:spcPct val="115000"/>
              </a:lnSpc>
              <a:spcBef>
                <a:spcPts val="500"/>
              </a:spcBef>
              <a:spcAft>
                <a:spcPts val="0"/>
              </a:spcAft>
              <a:buSzPts val="2000"/>
              <a:buNone/>
              <a:defRPr sz="2000"/>
            </a:lvl7pPr>
            <a:lvl8pPr lvl="7" rtl="0">
              <a:lnSpc>
                <a:spcPct val="115000"/>
              </a:lnSpc>
              <a:spcBef>
                <a:spcPts val="500"/>
              </a:spcBef>
              <a:spcAft>
                <a:spcPts val="0"/>
              </a:spcAft>
              <a:buSzPts val="2000"/>
              <a:buNone/>
              <a:defRPr sz="2000"/>
            </a:lvl8pPr>
            <a:lvl9pPr lvl="8" rtl="0">
              <a:lnSpc>
                <a:spcPct val="115000"/>
              </a:lnSpc>
              <a:spcBef>
                <a:spcPts val="500"/>
              </a:spcBef>
              <a:spcAft>
                <a:spcPts val="0"/>
              </a:spcAft>
              <a:buSzPts val="2000"/>
              <a:buNone/>
              <a:defRPr sz="2000"/>
            </a:lvl9pPr>
          </a:lstStyle>
          <a:p/>
        </p:txBody>
      </p:sp>
      <p:sp>
        <p:nvSpPr>
          <p:cNvPr id="149" name="Google Shape;149;p24"/>
          <p:cNvSpPr txBox="1"/>
          <p:nvPr>
            <p:ph idx="7" type="subTitle"/>
          </p:nvPr>
        </p:nvSpPr>
        <p:spPr>
          <a:xfrm>
            <a:off x="8179953" y="1970336"/>
            <a:ext cx="31995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000"/>
              <a:buNone/>
              <a:defRPr b="1" sz="20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2000"/>
              <a:buNone/>
              <a:defRPr sz="2000"/>
            </a:lvl3pPr>
            <a:lvl4pPr lvl="3" rtl="0">
              <a:lnSpc>
                <a:spcPct val="115000"/>
              </a:lnSpc>
              <a:spcBef>
                <a:spcPts val="500"/>
              </a:spcBef>
              <a:spcAft>
                <a:spcPts val="0"/>
              </a:spcAft>
              <a:buSzPts val="2000"/>
              <a:buNone/>
              <a:defRPr sz="2000"/>
            </a:lvl4pPr>
            <a:lvl5pPr lvl="4" rtl="0">
              <a:lnSpc>
                <a:spcPct val="115000"/>
              </a:lnSpc>
              <a:spcBef>
                <a:spcPts val="500"/>
              </a:spcBef>
              <a:spcAft>
                <a:spcPts val="0"/>
              </a:spcAft>
              <a:buSzPts val="2000"/>
              <a:buNone/>
              <a:defRPr sz="2000"/>
            </a:lvl5pPr>
            <a:lvl6pPr lvl="5" rtl="0">
              <a:lnSpc>
                <a:spcPct val="115000"/>
              </a:lnSpc>
              <a:spcBef>
                <a:spcPts val="500"/>
              </a:spcBef>
              <a:spcAft>
                <a:spcPts val="0"/>
              </a:spcAft>
              <a:buSzPts val="2000"/>
              <a:buNone/>
              <a:defRPr sz="2000"/>
            </a:lvl6pPr>
            <a:lvl7pPr lvl="6" rtl="0">
              <a:lnSpc>
                <a:spcPct val="115000"/>
              </a:lnSpc>
              <a:spcBef>
                <a:spcPts val="500"/>
              </a:spcBef>
              <a:spcAft>
                <a:spcPts val="0"/>
              </a:spcAft>
              <a:buSzPts val="2000"/>
              <a:buNone/>
              <a:defRPr sz="2000"/>
            </a:lvl7pPr>
            <a:lvl8pPr lvl="7" rtl="0">
              <a:lnSpc>
                <a:spcPct val="115000"/>
              </a:lnSpc>
              <a:spcBef>
                <a:spcPts val="500"/>
              </a:spcBef>
              <a:spcAft>
                <a:spcPts val="0"/>
              </a:spcAft>
              <a:buSzPts val="2000"/>
              <a:buNone/>
              <a:defRPr sz="2000"/>
            </a:lvl8pPr>
            <a:lvl9pPr lvl="8" rtl="0">
              <a:lnSpc>
                <a:spcPct val="115000"/>
              </a:lnSpc>
              <a:spcBef>
                <a:spcPts val="500"/>
              </a:spcBef>
              <a:spcAft>
                <a:spcPts val="0"/>
              </a:spcAft>
              <a:buSzPts val="2000"/>
              <a:buNone/>
              <a:defRPr sz="2000"/>
            </a:lvl9pPr>
          </a:lstStyle>
          <a:p/>
        </p:txBody>
      </p:sp>
      <p:sp>
        <p:nvSpPr>
          <p:cNvPr id="150" name="Google Shape;150;p24"/>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Content D - Card Right">
  <p:cSld name="OBJECT_2">
    <p:spTree>
      <p:nvGrpSpPr>
        <p:cNvPr id="151" name="Shape 151"/>
        <p:cNvGrpSpPr/>
        <p:nvPr/>
      </p:nvGrpSpPr>
      <p:grpSpPr>
        <a:xfrm>
          <a:off x="0" y="0"/>
          <a:ext cx="0" cy="0"/>
          <a:chOff x="0" y="0"/>
          <a:chExt cx="0" cy="0"/>
        </a:xfrm>
      </p:grpSpPr>
      <p:sp>
        <p:nvSpPr>
          <p:cNvPr id="152" name="Google Shape;152;p25"/>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153" name="Google Shape;153;p25"/>
          <p:cNvSpPr/>
          <p:nvPr/>
        </p:nvSpPr>
        <p:spPr>
          <a:xfrm>
            <a:off x="6024226" y="1825633"/>
            <a:ext cx="5555100" cy="44229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54" name="Google Shape;154;p25"/>
          <p:cNvSpPr txBox="1"/>
          <p:nvPr>
            <p:ph idx="1" type="body"/>
          </p:nvPr>
        </p:nvSpPr>
        <p:spPr>
          <a:xfrm>
            <a:off x="761809" y="1988833"/>
            <a:ext cx="4354800" cy="41499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accent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155" name="Google Shape;155;p25"/>
          <p:cNvSpPr txBox="1"/>
          <p:nvPr>
            <p:ph idx="2" type="body"/>
          </p:nvPr>
        </p:nvSpPr>
        <p:spPr>
          <a:xfrm>
            <a:off x="6164724" y="1988833"/>
            <a:ext cx="5244000" cy="41499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accent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156" name="Google Shape;156;p25"/>
          <p:cNvSpPr txBox="1"/>
          <p:nvPr>
            <p:ph idx="3"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400"/>
              <a:buNone/>
              <a:defRPr sz="2400"/>
            </a:lvl2pPr>
            <a:lvl3pPr lvl="2" rtl="0">
              <a:spcBef>
                <a:spcPts val="500"/>
              </a:spcBef>
              <a:spcAft>
                <a:spcPts val="0"/>
              </a:spcAft>
              <a:buSzPts val="2400"/>
              <a:buNone/>
              <a:defRPr sz="2400"/>
            </a:lvl3pPr>
            <a:lvl4pPr lvl="3" rtl="0">
              <a:spcBef>
                <a:spcPts val="500"/>
              </a:spcBef>
              <a:spcAft>
                <a:spcPts val="0"/>
              </a:spcAft>
              <a:buSzPts val="2400"/>
              <a:buNone/>
              <a:defRPr sz="2400"/>
            </a:lvl4pPr>
            <a:lvl5pPr lvl="4" rtl="0">
              <a:spcBef>
                <a:spcPts val="500"/>
              </a:spcBef>
              <a:spcAft>
                <a:spcPts val="0"/>
              </a:spcAft>
              <a:buSzPts val="2400"/>
              <a:buNone/>
              <a:defRPr sz="2400"/>
            </a:lvl5pPr>
            <a:lvl6pPr lvl="5" rtl="0">
              <a:spcBef>
                <a:spcPts val="500"/>
              </a:spcBef>
              <a:spcAft>
                <a:spcPts val="0"/>
              </a:spcAft>
              <a:buSzPts val="2400"/>
              <a:buNone/>
              <a:defRPr sz="2400"/>
            </a:lvl6pPr>
            <a:lvl7pPr lvl="6" rtl="0">
              <a:spcBef>
                <a:spcPts val="500"/>
              </a:spcBef>
              <a:spcAft>
                <a:spcPts val="0"/>
              </a:spcAft>
              <a:buSzPts val="2400"/>
              <a:buNone/>
              <a:defRPr sz="2400"/>
            </a:lvl7pPr>
            <a:lvl8pPr lvl="7" rtl="0">
              <a:spcBef>
                <a:spcPts val="500"/>
              </a:spcBef>
              <a:spcAft>
                <a:spcPts val="0"/>
              </a:spcAft>
              <a:buSzPts val="2400"/>
              <a:buNone/>
              <a:defRPr sz="2400"/>
            </a:lvl8pPr>
            <a:lvl9pPr lvl="8" rtl="0">
              <a:spcBef>
                <a:spcPts val="500"/>
              </a:spcBef>
              <a:spcAft>
                <a:spcPts val="0"/>
              </a:spcAft>
              <a:buSzPts val="2400"/>
              <a:buNone/>
              <a:defRPr sz="2400"/>
            </a:lvl9pPr>
          </a:lstStyle>
          <a:p/>
        </p:txBody>
      </p:sp>
      <p:sp>
        <p:nvSpPr>
          <p:cNvPr id="157" name="Google Shape;157;p25"/>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Content D - Card Left">
  <p:cSld name="OBJECT_2_2">
    <p:spTree>
      <p:nvGrpSpPr>
        <p:cNvPr id="158" name="Shape 158"/>
        <p:cNvGrpSpPr/>
        <p:nvPr/>
      </p:nvGrpSpPr>
      <p:grpSpPr>
        <a:xfrm>
          <a:off x="0" y="0"/>
          <a:ext cx="0" cy="0"/>
          <a:chOff x="0" y="0"/>
          <a:chExt cx="0" cy="0"/>
        </a:xfrm>
      </p:grpSpPr>
      <p:sp>
        <p:nvSpPr>
          <p:cNvPr id="159" name="Google Shape;159;p26"/>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160" name="Google Shape;160;p26"/>
          <p:cNvSpPr/>
          <p:nvPr/>
        </p:nvSpPr>
        <p:spPr>
          <a:xfrm>
            <a:off x="609447" y="1825633"/>
            <a:ext cx="5555100" cy="44229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61" name="Google Shape;161;p26"/>
          <p:cNvSpPr txBox="1"/>
          <p:nvPr>
            <p:ph idx="1" type="body"/>
          </p:nvPr>
        </p:nvSpPr>
        <p:spPr>
          <a:xfrm>
            <a:off x="7072430" y="1988833"/>
            <a:ext cx="4354800" cy="41499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accent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162" name="Google Shape;162;p26"/>
          <p:cNvSpPr txBox="1"/>
          <p:nvPr>
            <p:ph idx="2" type="body"/>
          </p:nvPr>
        </p:nvSpPr>
        <p:spPr>
          <a:xfrm>
            <a:off x="759194" y="1988833"/>
            <a:ext cx="5244000" cy="41499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accent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163" name="Google Shape;163;p26"/>
          <p:cNvSpPr txBox="1"/>
          <p:nvPr>
            <p:ph idx="3"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164" name="Google Shape;164;p26"/>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Content D - Card Large">
  <p:cSld name="OBJECT_2_1">
    <p:spTree>
      <p:nvGrpSpPr>
        <p:cNvPr id="165" name="Shape 165"/>
        <p:cNvGrpSpPr/>
        <p:nvPr/>
      </p:nvGrpSpPr>
      <p:grpSpPr>
        <a:xfrm>
          <a:off x="0" y="0"/>
          <a:ext cx="0" cy="0"/>
          <a:chOff x="0" y="0"/>
          <a:chExt cx="0" cy="0"/>
        </a:xfrm>
      </p:grpSpPr>
      <p:sp>
        <p:nvSpPr>
          <p:cNvPr id="166" name="Google Shape;166;p27"/>
          <p:cNvSpPr/>
          <p:nvPr/>
        </p:nvSpPr>
        <p:spPr>
          <a:xfrm>
            <a:off x="609447" y="1825633"/>
            <a:ext cx="10969800" cy="44229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67" name="Google Shape;167;p27"/>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168" name="Google Shape;168;p27"/>
          <p:cNvSpPr txBox="1"/>
          <p:nvPr>
            <p:ph idx="1" type="body"/>
          </p:nvPr>
        </p:nvSpPr>
        <p:spPr>
          <a:xfrm>
            <a:off x="761809" y="1988833"/>
            <a:ext cx="10659300" cy="41499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accent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9pPr>
          </a:lstStyle>
          <a:p/>
        </p:txBody>
      </p:sp>
      <p:sp>
        <p:nvSpPr>
          <p:cNvPr id="169" name="Google Shape;169;p27"/>
          <p:cNvSpPr txBox="1"/>
          <p:nvPr>
            <p:ph idx="2"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170" name="Google Shape;170;p27"/>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Content D - Card Quad">
  <p:cSld name="OBJECT_2_1_1">
    <p:spTree>
      <p:nvGrpSpPr>
        <p:cNvPr id="171" name="Shape 171"/>
        <p:cNvGrpSpPr/>
        <p:nvPr/>
      </p:nvGrpSpPr>
      <p:grpSpPr>
        <a:xfrm>
          <a:off x="0" y="0"/>
          <a:ext cx="0" cy="0"/>
          <a:chOff x="0" y="0"/>
          <a:chExt cx="0" cy="0"/>
        </a:xfrm>
      </p:grpSpPr>
      <p:sp>
        <p:nvSpPr>
          <p:cNvPr id="172" name="Google Shape;172;p28"/>
          <p:cNvSpPr/>
          <p:nvPr/>
        </p:nvSpPr>
        <p:spPr>
          <a:xfrm>
            <a:off x="6161558" y="4147599"/>
            <a:ext cx="5414700" cy="21057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73" name="Google Shape;173;p28"/>
          <p:cNvSpPr/>
          <p:nvPr/>
        </p:nvSpPr>
        <p:spPr>
          <a:xfrm>
            <a:off x="609447" y="4147599"/>
            <a:ext cx="5414700" cy="21057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74" name="Google Shape;174;p28"/>
          <p:cNvSpPr/>
          <p:nvPr/>
        </p:nvSpPr>
        <p:spPr>
          <a:xfrm>
            <a:off x="6161558" y="1825633"/>
            <a:ext cx="5414700" cy="21057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75" name="Google Shape;175;p28"/>
          <p:cNvSpPr/>
          <p:nvPr/>
        </p:nvSpPr>
        <p:spPr>
          <a:xfrm>
            <a:off x="609447" y="1825633"/>
            <a:ext cx="5414700" cy="21057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76" name="Google Shape;176;p28"/>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177" name="Google Shape;177;p28"/>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178" name="Google Shape;178;p28"/>
          <p:cNvSpPr txBox="1"/>
          <p:nvPr>
            <p:ph idx="2" type="subTitle"/>
          </p:nvPr>
        </p:nvSpPr>
        <p:spPr>
          <a:xfrm>
            <a:off x="764709" y="1988833"/>
            <a:ext cx="5110800" cy="1785300"/>
          </a:xfrm>
          <a:prstGeom prst="rect">
            <a:avLst/>
          </a:prstGeom>
        </p:spPr>
        <p:txBody>
          <a:bodyPr anchorCtr="0" anchor="t" bIns="0" lIns="0" spcFirstLastPara="1" rIns="0" wrap="square" tIns="0">
            <a:noAutofit/>
          </a:bodyPr>
          <a:lstStyle>
            <a:lvl1pPr lvl="0">
              <a:lnSpc>
                <a:spcPct val="115000"/>
              </a:lnSpc>
              <a:spcBef>
                <a:spcPts val="1100"/>
              </a:spcBef>
              <a:spcAft>
                <a:spcPts val="0"/>
              </a:spcAft>
              <a:buClr>
                <a:schemeClr val="dk1"/>
              </a:buClr>
              <a:buSzPts val="1600"/>
              <a:buNone/>
              <a:defRPr sz="1600"/>
            </a:lvl1pPr>
            <a:lvl2pPr lvl="1">
              <a:lnSpc>
                <a:spcPct val="115000"/>
              </a:lnSpc>
              <a:spcBef>
                <a:spcPts val="500"/>
              </a:spcBef>
              <a:spcAft>
                <a:spcPts val="0"/>
              </a:spcAft>
              <a:buClr>
                <a:schemeClr val="dk1"/>
              </a:buClr>
              <a:buSzPts val="1600"/>
              <a:buNone/>
              <a:defRPr sz="1600"/>
            </a:lvl2pPr>
            <a:lvl3pPr lvl="2">
              <a:lnSpc>
                <a:spcPct val="115000"/>
              </a:lnSpc>
              <a:spcBef>
                <a:spcPts val="500"/>
              </a:spcBef>
              <a:spcAft>
                <a:spcPts val="0"/>
              </a:spcAft>
              <a:buSzPts val="1600"/>
              <a:buNone/>
              <a:defRPr/>
            </a:lvl3pPr>
            <a:lvl4pPr lvl="3">
              <a:lnSpc>
                <a:spcPct val="115000"/>
              </a:lnSpc>
              <a:spcBef>
                <a:spcPts val="500"/>
              </a:spcBef>
              <a:spcAft>
                <a:spcPts val="0"/>
              </a:spcAft>
              <a:buSzPts val="1600"/>
              <a:buNone/>
              <a:defRPr/>
            </a:lvl4pPr>
            <a:lvl5pPr lvl="4">
              <a:lnSpc>
                <a:spcPct val="115000"/>
              </a:lnSpc>
              <a:spcBef>
                <a:spcPts val="500"/>
              </a:spcBef>
              <a:spcAft>
                <a:spcPts val="0"/>
              </a:spcAft>
              <a:buSzPts val="1600"/>
              <a:buNone/>
              <a:defRPr/>
            </a:lvl5pPr>
            <a:lvl6pPr lvl="5">
              <a:lnSpc>
                <a:spcPct val="115000"/>
              </a:lnSpc>
              <a:spcBef>
                <a:spcPts val="500"/>
              </a:spcBef>
              <a:spcAft>
                <a:spcPts val="0"/>
              </a:spcAft>
              <a:buSzPts val="1600"/>
              <a:buNone/>
              <a:defRPr/>
            </a:lvl6pPr>
            <a:lvl7pPr lvl="6">
              <a:lnSpc>
                <a:spcPct val="115000"/>
              </a:lnSpc>
              <a:spcBef>
                <a:spcPts val="500"/>
              </a:spcBef>
              <a:spcAft>
                <a:spcPts val="0"/>
              </a:spcAft>
              <a:buSzPts val="1600"/>
              <a:buNone/>
              <a:defRPr/>
            </a:lvl7pPr>
            <a:lvl8pPr lvl="7">
              <a:lnSpc>
                <a:spcPct val="115000"/>
              </a:lnSpc>
              <a:spcBef>
                <a:spcPts val="500"/>
              </a:spcBef>
              <a:spcAft>
                <a:spcPts val="0"/>
              </a:spcAft>
              <a:buSzPts val="1600"/>
              <a:buNone/>
              <a:defRPr/>
            </a:lvl8pPr>
            <a:lvl9pPr lvl="8">
              <a:lnSpc>
                <a:spcPct val="115000"/>
              </a:lnSpc>
              <a:spcBef>
                <a:spcPts val="500"/>
              </a:spcBef>
              <a:spcAft>
                <a:spcPts val="0"/>
              </a:spcAft>
              <a:buSzPts val="1600"/>
              <a:buNone/>
              <a:defRPr/>
            </a:lvl9pPr>
          </a:lstStyle>
          <a:p/>
        </p:txBody>
      </p:sp>
      <p:sp>
        <p:nvSpPr>
          <p:cNvPr id="179" name="Google Shape;179;p28"/>
          <p:cNvSpPr txBox="1"/>
          <p:nvPr>
            <p:ph idx="3" type="subTitle"/>
          </p:nvPr>
        </p:nvSpPr>
        <p:spPr>
          <a:xfrm>
            <a:off x="6313520" y="1988833"/>
            <a:ext cx="5110800" cy="17853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1600"/>
              <a:buNone/>
              <a:defRPr sz="1600"/>
            </a:lvl1pPr>
            <a:lvl2pPr lvl="1" rtl="0">
              <a:lnSpc>
                <a:spcPct val="115000"/>
              </a:lnSpc>
              <a:spcBef>
                <a:spcPts val="500"/>
              </a:spcBef>
              <a:spcAft>
                <a:spcPts val="0"/>
              </a:spcAft>
              <a:buClr>
                <a:schemeClr val="dk1"/>
              </a:buClr>
              <a:buSzPts val="1600"/>
              <a:buNone/>
              <a:defRPr sz="1600"/>
            </a:lvl2pPr>
            <a:lvl3pPr lvl="2" rtl="0">
              <a:lnSpc>
                <a:spcPct val="115000"/>
              </a:lnSpc>
              <a:spcBef>
                <a:spcPts val="500"/>
              </a:spcBef>
              <a:spcAft>
                <a:spcPts val="0"/>
              </a:spcAft>
              <a:buSzPts val="1600"/>
              <a:buNone/>
              <a:defRPr/>
            </a:lvl3pPr>
            <a:lvl4pPr lvl="3" rtl="0">
              <a:lnSpc>
                <a:spcPct val="115000"/>
              </a:lnSpc>
              <a:spcBef>
                <a:spcPts val="500"/>
              </a:spcBef>
              <a:spcAft>
                <a:spcPts val="0"/>
              </a:spcAft>
              <a:buSzPts val="1600"/>
              <a:buNone/>
              <a:defRPr/>
            </a:lvl4pPr>
            <a:lvl5pPr lvl="4" rtl="0">
              <a:lnSpc>
                <a:spcPct val="115000"/>
              </a:lnSpc>
              <a:spcBef>
                <a:spcPts val="500"/>
              </a:spcBef>
              <a:spcAft>
                <a:spcPts val="0"/>
              </a:spcAft>
              <a:buSzPts val="1600"/>
              <a:buNone/>
              <a:defRPr/>
            </a:lvl5pPr>
            <a:lvl6pPr lvl="5" rtl="0">
              <a:lnSpc>
                <a:spcPct val="115000"/>
              </a:lnSpc>
              <a:spcBef>
                <a:spcPts val="500"/>
              </a:spcBef>
              <a:spcAft>
                <a:spcPts val="0"/>
              </a:spcAft>
              <a:buSzPts val="1600"/>
              <a:buNone/>
              <a:defRPr/>
            </a:lvl6pPr>
            <a:lvl7pPr lvl="6" rtl="0">
              <a:lnSpc>
                <a:spcPct val="115000"/>
              </a:lnSpc>
              <a:spcBef>
                <a:spcPts val="500"/>
              </a:spcBef>
              <a:spcAft>
                <a:spcPts val="0"/>
              </a:spcAft>
              <a:buSzPts val="1600"/>
              <a:buNone/>
              <a:defRPr/>
            </a:lvl7pPr>
            <a:lvl8pPr lvl="7" rtl="0">
              <a:lnSpc>
                <a:spcPct val="115000"/>
              </a:lnSpc>
              <a:spcBef>
                <a:spcPts val="500"/>
              </a:spcBef>
              <a:spcAft>
                <a:spcPts val="0"/>
              </a:spcAft>
              <a:buSzPts val="1600"/>
              <a:buNone/>
              <a:defRPr/>
            </a:lvl8pPr>
            <a:lvl9pPr lvl="8" rtl="0">
              <a:lnSpc>
                <a:spcPct val="115000"/>
              </a:lnSpc>
              <a:spcBef>
                <a:spcPts val="500"/>
              </a:spcBef>
              <a:spcAft>
                <a:spcPts val="0"/>
              </a:spcAft>
              <a:buSzPts val="1600"/>
              <a:buNone/>
              <a:defRPr/>
            </a:lvl9pPr>
          </a:lstStyle>
          <a:p/>
        </p:txBody>
      </p:sp>
      <p:sp>
        <p:nvSpPr>
          <p:cNvPr id="180" name="Google Shape;180;p28"/>
          <p:cNvSpPr txBox="1"/>
          <p:nvPr>
            <p:ph idx="4" type="subTitle"/>
          </p:nvPr>
        </p:nvSpPr>
        <p:spPr>
          <a:xfrm>
            <a:off x="764709" y="4302068"/>
            <a:ext cx="5110800" cy="17853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1600"/>
              <a:buNone/>
              <a:defRPr sz="1600"/>
            </a:lvl1pPr>
            <a:lvl2pPr lvl="1" rtl="0">
              <a:lnSpc>
                <a:spcPct val="115000"/>
              </a:lnSpc>
              <a:spcBef>
                <a:spcPts val="500"/>
              </a:spcBef>
              <a:spcAft>
                <a:spcPts val="0"/>
              </a:spcAft>
              <a:buClr>
                <a:schemeClr val="dk1"/>
              </a:buClr>
              <a:buSzPts val="1600"/>
              <a:buNone/>
              <a:defRPr sz="1600"/>
            </a:lvl2pPr>
            <a:lvl3pPr lvl="2" rtl="0">
              <a:lnSpc>
                <a:spcPct val="115000"/>
              </a:lnSpc>
              <a:spcBef>
                <a:spcPts val="500"/>
              </a:spcBef>
              <a:spcAft>
                <a:spcPts val="0"/>
              </a:spcAft>
              <a:buSzPts val="1600"/>
              <a:buNone/>
              <a:defRPr/>
            </a:lvl3pPr>
            <a:lvl4pPr lvl="3" rtl="0">
              <a:lnSpc>
                <a:spcPct val="115000"/>
              </a:lnSpc>
              <a:spcBef>
                <a:spcPts val="500"/>
              </a:spcBef>
              <a:spcAft>
                <a:spcPts val="0"/>
              </a:spcAft>
              <a:buSzPts val="1600"/>
              <a:buNone/>
              <a:defRPr/>
            </a:lvl4pPr>
            <a:lvl5pPr lvl="4" rtl="0">
              <a:lnSpc>
                <a:spcPct val="115000"/>
              </a:lnSpc>
              <a:spcBef>
                <a:spcPts val="500"/>
              </a:spcBef>
              <a:spcAft>
                <a:spcPts val="0"/>
              </a:spcAft>
              <a:buSzPts val="1600"/>
              <a:buNone/>
              <a:defRPr/>
            </a:lvl5pPr>
            <a:lvl6pPr lvl="5" rtl="0">
              <a:lnSpc>
                <a:spcPct val="115000"/>
              </a:lnSpc>
              <a:spcBef>
                <a:spcPts val="500"/>
              </a:spcBef>
              <a:spcAft>
                <a:spcPts val="0"/>
              </a:spcAft>
              <a:buSzPts val="1600"/>
              <a:buNone/>
              <a:defRPr/>
            </a:lvl6pPr>
            <a:lvl7pPr lvl="6" rtl="0">
              <a:lnSpc>
                <a:spcPct val="115000"/>
              </a:lnSpc>
              <a:spcBef>
                <a:spcPts val="500"/>
              </a:spcBef>
              <a:spcAft>
                <a:spcPts val="0"/>
              </a:spcAft>
              <a:buSzPts val="1600"/>
              <a:buNone/>
              <a:defRPr/>
            </a:lvl7pPr>
            <a:lvl8pPr lvl="7" rtl="0">
              <a:lnSpc>
                <a:spcPct val="115000"/>
              </a:lnSpc>
              <a:spcBef>
                <a:spcPts val="500"/>
              </a:spcBef>
              <a:spcAft>
                <a:spcPts val="0"/>
              </a:spcAft>
              <a:buSzPts val="1600"/>
              <a:buNone/>
              <a:defRPr/>
            </a:lvl8pPr>
            <a:lvl9pPr lvl="8" rtl="0">
              <a:lnSpc>
                <a:spcPct val="115000"/>
              </a:lnSpc>
              <a:spcBef>
                <a:spcPts val="500"/>
              </a:spcBef>
              <a:spcAft>
                <a:spcPts val="0"/>
              </a:spcAft>
              <a:buSzPts val="1600"/>
              <a:buNone/>
              <a:defRPr/>
            </a:lvl9pPr>
          </a:lstStyle>
          <a:p/>
        </p:txBody>
      </p:sp>
      <p:sp>
        <p:nvSpPr>
          <p:cNvPr id="181" name="Google Shape;181;p28"/>
          <p:cNvSpPr txBox="1"/>
          <p:nvPr>
            <p:ph idx="5" type="subTitle"/>
          </p:nvPr>
        </p:nvSpPr>
        <p:spPr>
          <a:xfrm>
            <a:off x="6313520" y="4302068"/>
            <a:ext cx="5110800" cy="17853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1600"/>
              <a:buNone/>
              <a:defRPr sz="1600"/>
            </a:lvl1pPr>
            <a:lvl2pPr lvl="1" rtl="0">
              <a:lnSpc>
                <a:spcPct val="115000"/>
              </a:lnSpc>
              <a:spcBef>
                <a:spcPts val="500"/>
              </a:spcBef>
              <a:spcAft>
                <a:spcPts val="0"/>
              </a:spcAft>
              <a:buClr>
                <a:schemeClr val="dk1"/>
              </a:buClr>
              <a:buSzPts val="1600"/>
              <a:buNone/>
              <a:defRPr sz="1600"/>
            </a:lvl2pPr>
            <a:lvl3pPr lvl="2" rtl="0">
              <a:lnSpc>
                <a:spcPct val="115000"/>
              </a:lnSpc>
              <a:spcBef>
                <a:spcPts val="500"/>
              </a:spcBef>
              <a:spcAft>
                <a:spcPts val="0"/>
              </a:spcAft>
              <a:buSzPts val="1600"/>
              <a:buNone/>
              <a:defRPr/>
            </a:lvl3pPr>
            <a:lvl4pPr lvl="3" rtl="0">
              <a:lnSpc>
                <a:spcPct val="115000"/>
              </a:lnSpc>
              <a:spcBef>
                <a:spcPts val="500"/>
              </a:spcBef>
              <a:spcAft>
                <a:spcPts val="0"/>
              </a:spcAft>
              <a:buSzPts val="1600"/>
              <a:buNone/>
              <a:defRPr/>
            </a:lvl4pPr>
            <a:lvl5pPr lvl="4" rtl="0">
              <a:lnSpc>
                <a:spcPct val="115000"/>
              </a:lnSpc>
              <a:spcBef>
                <a:spcPts val="500"/>
              </a:spcBef>
              <a:spcAft>
                <a:spcPts val="0"/>
              </a:spcAft>
              <a:buSzPts val="1600"/>
              <a:buNone/>
              <a:defRPr/>
            </a:lvl5pPr>
            <a:lvl6pPr lvl="5" rtl="0">
              <a:lnSpc>
                <a:spcPct val="115000"/>
              </a:lnSpc>
              <a:spcBef>
                <a:spcPts val="500"/>
              </a:spcBef>
              <a:spcAft>
                <a:spcPts val="0"/>
              </a:spcAft>
              <a:buSzPts val="1600"/>
              <a:buNone/>
              <a:defRPr/>
            </a:lvl6pPr>
            <a:lvl7pPr lvl="6" rtl="0">
              <a:lnSpc>
                <a:spcPct val="115000"/>
              </a:lnSpc>
              <a:spcBef>
                <a:spcPts val="500"/>
              </a:spcBef>
              <a:spcAft>
                <a:spcPts val="0"/>
              </a:spcAft>
              <a:buSzPts val="1600"/>
              <a:buNone/>
              <a:defRPr/>
            </a:lvl7pPr>
            <a:lvl8pPr lvl="7" rtl="0">
              <a:lnSpc>
                <a:spcPct val="115000"/>
              </a:lnSpc>
              <a:spcBef>
                <a:spcPts val="500"/>
              </a:spcBef>
              <a:spcAft>
                <a:spcPts val="0"/>
              </a:spcAft>
              <a:buSzPts val="1600"/>
              <a:buNone/>
              <a:defRPr/>
            </a:lvl8pPr>
            <a:lvl9pPr lvl="8" rtl="0">
              <a:lnSpc>
                <a:spcPct val="115000"/>
              </a:lnSpc>
              <a:spcBef>
                <a:spcPts val="500"/>
              </a:spcBef>
              <a:spcAft>
                <a:spcPts val="0"/>
              </a:spcAft>
              <a:buSzPts val="1600"/>
              <a:buNone/>
              <a:defRPr/>
            </a:lvl9pPr>
          </a:lstStyle>
          <a:p/>
        </p:txBody>
      </p:sp>
      <p:sp>
        <p:nvSpPr>
          <p:cNvPr id="182" name="Google Shape;182;p28"/>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E - Power Statement 1">
  <p:cSld name="OBJECT_2_1_1_2_1_1_1">
    <p:spTree>
      <p:nvGrpSpPr>
        <p:cNvPr id="183" name="Shape 183"/>
        <p:cNvGrpSpPr/>
        <p:nvPr/>
      </p:nvGrpSpPr>
      <p:grpSpPr>
        <a:xfrm>
          <a:off x="0" y="0"/>
          <a:ext cx="0" cy="0"/>
          <a:chOff x="0" y="0"/>
          <a:chExt cx="0" cy="0"/>
        </a:xfrm>
      </p:grpSpPr>
      <p:sp>
        <p:nvSpPr>
          <p:cNvPr id="184" name="Google Shape;184;p29"/>
          <p:cNvSpPr txBox="1"/>
          <p:nvPr>
            <p:ph type="title"/>
          </p:nvPr>
        </p:nvSpPr>
        <p:spPr>
          <a:xfrm>
            <a:off x="1675975" y="535625"/>
            <a:ext cx="8837100" cy="5712900"/>
          </a:xfrm>
          <a:prstGeom prst="rect">
            <a:avLst/>
          </a:prstGeom>
          <a:noFill/>
          <a:ln>
            <a:noFill/>
          </a:ln>
        </p:spPr>
        <p:txBody>
          <a:bodyPr anchorCtr="0" anchor="ctr" bIns="0" lIns="0" spcFirstLastPara="1" rIns="0" wrap="square" tIns="0">
            <a:noAutofit/>
          </a:bodyPr>
          <a:lstStyle>
            <a:lvl1pPr lvl="0" marR="0" rtl="0" algn="ctr">
              <a:lnSpc>
                <a:spcPct val="100000"/>
              </a:lnSpc>
              <a:spcBef>
                <a:spcPts val="0"/>
              </a:spcBef>
              <a:spcAft>
                <a:spcPts val="0"/>
              </a:spcAft>
              <a:buClr>
                <a:schemeClr val="accent1"/>
              </a:buClr>
              <a:buSzPts val="4800"/>
              <a:buFont typeface="DM Sans Medium"/>
              <a:buNone/>
              <a:defRPr i="0" sz="4800" u="none" cap="none" strike="noStrike">
                <a:solidFill>
                  <a:schemeClr val="accent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185" name="Google Shape;185;p29"/>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E - Blank">
  <p:cSld name="OBJECT_2_1_1_2_1_1_1_3">
    <p:spTree>
      <p:nvGrpSpPr>
        <p:cNvPr id="186" name="Shape 186"/>
        <p:cNvGrpSpPr/>
        <p:nvPr/>
      </p:nvGrpSpPr>
      <p:grpSpPr>
        <a:xfrm>
          <a:off x="0" y="0"/>
          <a:ext cx="0" cy="0"/>
          <a:chOff x="0" y="0"/>
          <a:chExt cx="0" cy="0"/>
        </a:xfrm>
      </p:grpSpPr>
      <p:sp>
        <p:nvSpPr>
          <p:cNvPr id="187" name="Google Shape;187;p30"/>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88" name="Google Shape;188;p30"/>
          <p:cNvSpPr/>
          <p:nvPr/>
        </p:nvSpPr>
        <p:spPr>
          <a:xfrm>
            <a:off x="-25" y="0"/>
            <a:ext cx="12189000" cy="6858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E - Power Statement 2">
  <p:cSld name="OBJECT_2_1_1_2_1_1_1_1">
    <p:bg>
      <p:bgPr>
        <a:solidFill>
          <a:schemeClr val="dk1"/>
        </a:solidFill>
      </p:bgPr>
    </p:bg>
    <p:spTree>
      <p:nvGrpSpPr>
        <p:cNvPr id="189" name="Shape 189"/>
        <p:cNvGrpSpPr/>
        <p:nvPr/>
      </p:nvGrpSpPr>
      <p:grpSpPr>
        <a:xfrm>
          <a:off x="0" y="0"/>
          <a:ext cx="0" cy="0"/>
          <a:chOff x="0" y="0"/>
          <a:chExt cx="0" cy="0"/>
        </a:xfrm>
      </p:grpSpPr>
      <p:sp>
        <p:nvSpPr>
          <p:cNvPr id="190" name="Google Shape;190;p31"/>
          <p:cNvSpPr txBox="1"/>
          <p:nvPr>
            <p:ph type="title"/>
          </p:nvPr>
        </p:nvSpPr>
        <p:spPr>
          <a:xfrm>
            <a:off x="1675975" y="535625"/>
            <a:ext cx="8837100" cy="5712900"/>
          </a:xfrm>
          <a:prstGeom prst="rect">
            <a:avLst/>
          </a:prstGeom>
          <a:noFill/>
          <a:ln>
            <a:noFill/>
          </a:ln>
        </p:spPr>
        <p:txBody>
          <a:bodyPr anchorCtr="0" anchor="ctr" bIns="0" lIns="0" spcFirstLastPara="1" rIns="0" wrap="square" tIns="0">
            <a:noAutofit/>
          </a:bodyPr>
          <a:lstStyle>
            <a:lvl1pPr lvl="0" marR="0" rtl="0" algn="ctr">
              <a:lnSpc>
                <a:spcPct val="100000"/>
              </a:lnSpc>
              <a:spcBef>
                <a:spcPts val="0"/>
              </a:spcBef>
              <a:spcAft>
                <a:spcPts val="0"/>
              </a:spcAft>
              <a:buClr>
                <a:schemeClr val="accent1"/>
              </a:buClr>
              <a:buSzPts val="4800"/>
              <a:buFont typeface="DM Sans Medium"/>
              <a:buNone/>
              <a:defRPr i="0" sz="4800" u="none" cap="none" strike="noStrike">
                <a:solidFill>
                  <a:schemeClr val="accent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191" name="Google Shape;191;p31"/>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E - Power Statement 3">
  <p:cSld name="OBJECT_2_1_1_2_1_1_1_1_1">
    <p:bg>
      <p:bgPr>
        <a:solidFill>
          <a:schemeClr val="accent4"/>
        </a:solidFill>
      </p:bgPr>
    </p:bg>
    <p:spTree>
      <p:nvGrpSpPr>
        <p:cNvPr id="192" name="Shape 192"/>
        <p:cNvGrpSpPr/>
        <p:nvPr/>
      </p:nvGrpSpPr>
      <p:grpSpPr>
        <a:xfrm>
          <a:off x="0" y="0"/>
          <a:ext cx="0" cy="0"/>
          <a:chOff x="0" y="0"/>
          <a:chExt cx="0" cy="0"/>
        </a:xfrm>
      </p:grpSpPr>
      <p:sp>
        <p:nvSpPr>
          <p:cNvPr id="193" name="Google Shape;193;p32"/>
          <p:cNvSpPr txBox="1"/>
          <p:nvPr>
            <p:ph type="title"/>
          </p:nvPr>
        </p:nvSpPr>
        <p:spPr>
          <a:xfrm>
            <a:off x="1675975" y="535625"/>
            <a:ext cx="8837100" cy="5712900"/>
          </a:xfrm>
          <a:prstGeom prst="rect">
            <a:avLst/>
          </a:prstGeom>
          <a:noFill/>
          <a:ln>
            <a:noFill/>
          </a:ln>
        </p:spPr>
        <p:txBody>
          <a:bodyPr anchorCtr="0" anchor="ctr" bIns="0" lIns="0" spcFirstLastPara="1" rIns="0" wrap="square" tIns="0">
            <a:noAutofit/>
          </a:bodyPr>
          <a:lstStyle>
            <a:lvl1pPr lvl="0" marR="0" rtl="0" algn="ctr">
              <a:lnSpc>
                <a:spcPct val="100000"/>
              </a:lnSpc>
              <a:spcBef>
                <a:spcPts val="0"/>
              </a:spcBef>
              <a:spcAft>
                <a:spcPts val="0"/>
              </a:spcAft>
              <a:buSzPts val="4800"/>
              <a:buFont typeface="DM Sans Medium"/>
              <a:buNone/>
              <a:defRPr i="0" sz="4800" u="none" cap="none" strike="noStrike">
                <a:latin typeface="DM Sans Medium"/>
                <a:ea typeface="DM Sans Medium"/>
                <a:cs typeface="DM Sans Medium"/>
                <a:sym typeface="DM Sans Medium"/>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94" name="Google Shape;194;p32"/>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E - Power Statement 4">
  <p:cSld name="OBJECT_2_1_1_2_1_1_1_1_1_1">
    <p:bg>
      <p:bgPr>
        <a:solidFill>
          <a:schemeClr val="accent1"/>
        </a:solidFill>
      </p:bgPr>
    </p:bg>
    <p:spTree>
      <p:nvGrpSpPr>
        <p:cNvPr id="195" name="Shape 195"/>
        <p:cNvGrpSpPr/>
        <p:nvPr/>
      </p:nvGrpSpPr>
      <p:grpSpPr>
        <a:xfrm>
          <a:off x="0" y="0"/>
          <a:ext cx="0" cy="0"/>
          <a:chOff x="0" y="0"/>
          <a:chExt cx="0" cy="0"/>
        </a:xfrm>
      </p:grpSpPr>
      <p:sp>
        <p:nvSpPr>
          <p:cNvPr id="196" name="Google Shape;196;p33"/>
          <p:cNvSpPr txBox="1"/>
          <p:nvPr>
            <p:ph type="title"/>
          </p:nvPr>
        </p:nvSpPr>
        <p:spPr>
          <a:xfrm>
            <a:off x="1675975" y="535625"/>
            <a:ext cx="8837100" cy="5712900"/>
          </a:xfrm>
          <a:prstGeom prst="rect">
            <a:avLst/>
          </a:prstGeom>
          <a:noFill/>
          <a:ln>
            <a:noFill/>
          </a:ln>
        </p:spPr>
        <p:txBody>
          <a:bodyPr anchorCtr="0" anchor="ctr" bIns="0" lIns="0" spcFirstLastPara="1" rIns="0" wrap="square" tIns="0">
            <a:noAutofit/>
          </a:bodyPr>
          <a:lstStyle>
            <a:lvl1pPr lvl="0" marR="0" rtl="0" algn="ctr">
              <a:lnSpc>
                <a:spcPct val="100000"/>
              </a:lnSpc>
              <a:spcBef>
                <a:spcPts val="0"/>
              </a:spcBef>
              <a:spcAft>
                <a:spcPts val="0"/>
              </a:spcAft>
              <a:buSzPts val="4800"/>
              <a:buFont typeface="DM Sans Medium"/>
              <a:buNone/>
              <a:defRPr i="0" sz="4800" u="none" cap="none" strike="noStrike">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197" name="Google Shape;197;p33"/>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98" name="Google Shape;198;p33"/>
          <p:cNvPicPr preferRelativeResize="0"/>
          <p:nvPr/>
        </p:nvPicPr>
        <p:blipFill>
          <a:blip r:embed="rId2">
            <a:alphaModFix/>
          </a:blip>
          <a:stretch>
            <a:fillRect/>
          </a:stretch>
        </p:blipFill>
        <p:spPr>
          <a:xfrm>
            <a:off x="10666487" y="6474098"/>
            <a:ext cx="188420" cy="18842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F - Artistic Divider 1">
  <p:cSld name="OBJECT_2_1_1_2_1_1_1_1_1_1_1">
    <p:bg>
      <p:bgPr>
        <a:solidFill>
          <a:schemeClr val="lt1"/>
        </a:solidFill>
      </p:bgPr>
    </p:bg>
    <p:spTree>
      <p:nvGrpSpPr>
        <p:cNvPr id="199" name="Shape 199"/>
        <p:cNvGrpSpPr/>
        <p:nvPr/>
      </p:nvGrpSpPr>
      <p:grpSpPr>
        <a:xfrm>
          <a:off x="0" y="0"/>
          <a:ext cx="0" cy="0"/>
          <a:chOff x="0" y="0"/>
          <a:chExt cx="0" cy="0"/>
        </a:xfrm>
      </p:grpSpPr>
      <p:sp>
        <p:nvSpPr>
          <p:cNvPr id="200" name="Google Shape;200;p34"/>
          <p:cNvSpPr txBox="1"/>
          <p:nvPr>
            <p:ph type="title"/>
          </p:nvPr>
        </p:nvSpPr>
        <p:spPr>
          <a:xfrm>
            <a:off x="749246" y="535633"/>
            <a:ext cx="8878200" cy="5712900"/>
          </a:xfrm>
          <a:prstGeom prst="rect">
            <a:avLst/>
          </a:prstGeom>
          <a:noFill/>
          <a:ln>
            <a:noFill/>
          </a:ln>
        </p:spPr>
        <p:txBody>
          <a:bodyPr anchorCtr="0" anchor="ctr" bIns="0" lIns="0" spcFirstLastPara="1" rIns="0" wrap="square" tIns="0">
            <a:noAutofit/>
          </a:bodyPr>
          <a:lstStyle>
            <a:lvl1pPr lvl="0" marR="0" rtl="0">
              <a:lnSpc>
                <a:spcPct val="100000"/>
              </a:lnSpc>
              <a:spcBef>
                <a:spcPts val="0"/>
              </a:spcBef>
              <a:spcAft>
                <a:spcPts val="0"/>
              </a:spcAft>
              <a:buSzPts val="6400"/>
              <a:buFont typeface="DM Sans Medium"/>
              <a:buNone/>
              <a:defRPr i="0" sz="6400" u="none" cap="none" strike="noStrike">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201" name="Google Shape;201;p34"/>
          <p:cNvSpPr/>
          <p:nvPr/>
        </p:nvSpPr>
        <p:spPr>
          <a:xfrm>
            <a:off x="11225458" y="0"/>
            <a:ext cx="975300" cy="975600"/>
          </a:xfrm>
          <a:prstGeom prst="rect">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02" name="Google Shape;202;p34"/>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03" name="Google Shape;203;p34"/>
          <p:cNvSpPr/>
          <p:nvPr/>
        </p:nvSpPr>
        <p:spPr>
          <a:xfrm>
            <a:off x="10205213" y="0"/>
            <a:ext cx="1989000" cy="1989600"/>
          </a:xfrm>
          <a:prstGeom prst="ellipse">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04" name="Google Shape;204;p34"/>
          <p:cNvSpPr/>
          <p:nvPr/>
        </p:nvSpPr>
        <p:spPr>
          <a:xfrm rot="10800000">
            <a:off x="10205315" y="4258800"/>
            <a:ext cx="1989000" cy="1989600"/>
          </a:xfrm>
          <a:prstGeom prst="rtTriangle">
            <a:avLst/>
          </a:prstGeom>
          <a:solidFill>
            <a:srgbClr val="FFFFF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05" name="Google Shape;205;p34"/>
          <p:cNvSpPr/>
          <p:nvPr/>
        </p:nvSpPr>
        <p:spPr>
          <a:xfrm>
            <a:off x="11225458" y="3283200"/>
            <a:ext cx="975300" cy="975600"/>
          </a:xfrm>
          <a:prstGeom prst="rect">
            <a:avLst/>
          </a:prstGeom>
          <a:solidFill>
            <a:srgbClr val="FF362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06" name="Google Shape;206;p34"/>
          <p:cNvSpPr/>
          <p:nvPr/>
        </p:nvSpPr>
        <p:spPr>
          <a:xfrm rot="-5400000">
            <a:off x="11216810" y="3283117"/>
            <a:ext cx="977700" cy="977400"/>
          </a:xfrm>
          <a:prstGeom prst="rtTriangle">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07" name="Google Shape;207;p34"/>
          <p:cNvSpPr/>
          <p:nvPr/>
        </p:nvSpPr>
        <p:spPr>
          <a:xfrm>
            <a:off x="8239838" y="975600"/>
            <a:ext cx="481200" cy="481200"/>
          </a:xfrm>
          <a:prstGeom prst="rect">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08" name="Google Shape;208;p34"/>
          <p:cNvSpPr/>
          <p:nvPr/>
        </p:nvSpPr>
        <p:spPr>
          <a:xfrm>
            <a:off x="8868881" y="5767200"/>
            <a:ext cx="481200" cy="481200"/>
          </a:xfrm>
          <a:prstGeom prst="ellipse">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09" name="Google Shape;209;p34"/>
          <p:cNvSpPr/>
          <p:nvPr/>
        </p:nvSpPr>
        <p:spPr>
          <a:xfrm>
            <a:off x="9968739" y="3046667"/>
            <a:ext cx="236400" cy="236400"/>
          </a:xfrm>
          <a:prstGeom prst="rtTriangle">
            <a:avLst/>
          </a:prstGeom>
          <a:solidFill>
            <a:srgbClr val="FFFFF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F - Artistic Divider 2">
  <p:cSld name="OBJECT_2_1_1_2_1_1_1_1_1_1_1_1">
    <p:bg>
      <p:bgPr>
        <a:solidFill>
          <a:schemeClr val="lt1"/>
        </a:solidFill>
      </p:bgPr>
    </p:bg>
    <p:spTree>
      <p:nvGrpSpPr>
        <p:cNvPr id="210" name="Shape 210"/>
        <p:cNvGrpSpPr/>
        <p:nvPr/>
      </p:nvGrpSpPr>
      <p:grpSpPr>
        <a:xfrm>
          <a:off x="0" y="0"/>
          <a:ext cx="0" cy="0"/>
          <a:chOff x="0" y="0"/>
          <a:chExt cx="0" cy="0"/>
        </a:xfrm>
      </p:grpSpPr>
      <p:sp>
        <p:nvSpPr>
          <p:cNvPr id="211" name="Google Shape;211;p35"/>
          <p:cNvSpPr/>
          <p:nvPr/>
        </p:nvSpPr>
        <p:spPr>
          <a:xfrm rot="10800000">
            <a:off x="10359958" y="1989767"/>
            <a:ext cx="865500" cy="865500"/>
          </a:xfrm>
          <a:prstGeom prst="arc">
            <a:avLst>
              <a:gd fmla="val 16200000" name="adj1"/>
              <a:gd fmla="val 0" name="adj2"/>
            </a:avLst>
          </a:prstGeom>
          <a:noFill/>
          <a:ln cap="flat" cmpd="sng" w="9525">
            <a:solidFill>
              <a:schemeClr val="lt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12" name="Google Shape;212;p35"/>
          <p:cNvSpPr/>
          <p:nvPr/>
        </p:nvSpPr>
        <p:spPr>
          <a:xfrm rot="10800000">
            <a:off x="10508758" y="1989600"/>
            <a:ext cx="716700" cy="716700"/>
          </a:xfrm>
          <a:prstGeom prst="arc">
            <a:avLst>
              <a:gd fmla="val 16200000" name="adj1"/>
              <a:gd fmla="val 0" name="adj2"/>
            </a:avLst>
          </a:prstGeom>
          <a:noFill/>
          <a:ln cap="flat" cmpd="sng" w="9525">
            <a:solidFill>
              <a:schemeClr val="lt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p>
        </p:txBody>
      </p:sp>
      <p:sp>
        <p:nvSpPr>
          <p:cNvPr id="213" name="Google Shape;213;p35"/>
          <p:cNvSpPr/>
          <p:nvPr/>
        </p:nvSpPr>
        <p:spPr>
          <a:xfrm rot="10800000">
            <a:off x="10653025" y="1989633"/>
            <a:ext cx="571800" cy="572100"/>
          </a:xfrm>
          <a:prstGeom prst="arc">
            <a:avLst>
              <a:gd fmla="val 16200000" name="adj1"/>
              <a:gd fmla="val 0" name="adj2"/>
            </a:avLst>
          </a:prstGeom>
          <a:noFill/>
          <a:ln cap="flat" cmpd="sng" w="9525">
            <a:solidFill>
              <a:schemeClr val="lt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p>
        </p:txBody>
      </p:sp>
      <p:cxnSp>
        <p:nvCxnSpPr>
          <p:cNvPr id="214" name="Google Shape;214;p35"/>
          <p:cNvCxnSpPr>
            <a:stCxn id="213" idx="2"/>
          </p:cNvCxnSpPr>
          <p:nvPr/>
        </p:nvCxnSpPr>
        <p:spPr>
          <a:xfrm rot="10800000">
            <a:off x="10653025" y="1981383"/>
            <a:ext cx="0" cy="294300"/>
          </a:xfrm>
          <a:prstGeom prst="straightConnector1">
            <a:avLst/>
          </a:prstGeom>
          <a:noFill/>
          <a:ln cap="flat" cmpd="sng" w="9525">
            <a:solidFill>
              <a:schemeClr val="lt2"/>
            </a:solidFill>
            <a:prstDash val="solid"/>
            <a:round/>
            <a:headEnd len="med" w="med" type="none"/>
            <a:tailEnd len="med" w="med" type="none"/>
          </a:ln>
        </p:spPr>
      </p:cxnSp>
      <p:cxnSp>
        <p:nvCxnSpPr>
          <p:cNvPr id="215" name="Google Shape;215;p35"/>
          <p:cNvCxnSpPr>
            <a:stCxn id="211" idx="2"/>
          </p:cNvCxnSpPr>
          <p:nvPr/>
        </p:nvCxnSpPr>
        <p:spPr>
          <a:xfrm rot="10800000">
            <a:off x="10359958" y="1983617"/>
            <a:ext cx="0" cy="438900"/>
          </a:xfrm>
          <a:prstGeom prst="straightConnector1">
            <a:avLst/>
          </a:prstGeom>
          <a:noFill/>
          <a:ln cap="flat" cmpd="sng" w="9525">
            <a:solidFill>
              <a:schemeClr val="lt2"/>
            </a:solidFill>
            <a:prstDash val="solid"/>
            <a:round/>
            <a:headEnd len="med" w="med" type="none"/>
            <a:tailEnd len="med" w="med" type="none"/>
          </a:ln>
        </p:spPr>
      </p:cxnSp>
      <p:cxnSp>
        <p:nvCxnSpPr>
          <p:cNvPr id="216" name="Google Shape;216;p35"/>
          <p:cNvCxnSpPr>
            <a:stCxn id="212" idx="2"/>
          </p:cNvCxnSpPr>
          <p:nvPr/>
        </p:nvCxnSpPr>
        <p:spPr>
          <a:xfrm rot="10800000">
            <a:off x="10508758" y="1983450"/>
            <a:ext cx="0" cy="364500"/>
          </a:xfrm>
          <a:prstGeom prst="straightConnector1">
            <a:avLst/>
          </a:prstGeom>
          <a:noFill/>
          <a:ln cap="flat" cmpd="sng" w="9525">
            <a:solidFill>
              <a:schemeClr val="lt2"/>
            </a:solidFill>
            <a:prstDash val="solid"/>
            <a:round/>
            <a:headEnd len="med" w="med" type="none"/>
            <a:tailEnd len="med" w="med" type="none"/>
          </a:ln>
        </p:spPr>
      </p:cxnSp>
      <p:cxnSp>
        <p:nvCxnSpPr>
          <p:cNvPr id="217" name="Google Shape;217;p35"/>
          <p:cNvCxnSpPr>
            <a:stCxn id="213" idx="0"/>
          </p:cNvCxnSpPr>
          <p:nvPr/>
        </p:nvCxnSpPr>
        <p:spPr>
          <a:xfrm>
            <a:off x="10938925" y="2561733"/>
            <a:ext cx="325800" cy="0"/>
          </a:xfrm>
          <a:prstGeom prst="straightConnector1">
            <a:avLst/>
          </a:prstGeom>
          <a:noFill/>
          <a:ln cap="flat" cmpd="sng" w="9525">
            <a:solidFill>
              <a:schemeClr val="lt2"/>
            </a:solidFill>
            <a:prstDash val="solid"/>
            <a:round/>
            <a:headEnd len="med" w="med" type="none"/>
            <a:tailEnd len="med" w="med" type="none"/>
          </a:ln>
        </p:spPr>
      </p:cxnSp>
      <p:cxnSp>
        <p:nvCxnSpPr>
          <p:cNvPr id="218" name="Google Shape;218;p35"/>
          <p:cNvCxnSpPr>
            <a:stCxn id="212" idx="0"/>
          </p:cNvCxnSpPr>
          <p:nvPr/>
        </p:nvCxnSpPr>
        <p:spPr>
          <a:xfrm>
            <a:off x="10867108" y="2706300"/>
            <a:ext cx="475500" cy="0"/>
          </a:xfrm>
          <a:prstGeom prst="straightConnector1">
            <a:avLst/>
          </a:prstGeom>
          <a:noFill/>
          <a:ln cap="flat" cmpd="sng" w="9525">
            <a:solidFill>
              <a:schemeClr val="lt2"/>
            </a:solidFill>
            <a:prstDash val="solid"/>
            <a:round/>
            <a:headEnd len="med" w="med" type="none"/>
            <a:tailEnd len="med" w="med" type="none"/>
          </a:ln>
        </p:spPr>
      </p:cxnSp>
      <p:cxnSp>
        <p:nvCxnSpPr>
          <p:cNvPr id="219" name="Google Shape;219;p35"/>
          <p:cNvCxnSpPr>
            <a:stCxn id="211" idx="0"/>
          </p:cNvCxnSpPr>
          <p:nvPr/>
        </p:nvCxnSpPr>
        <p:spPr>
          <a:xfrm>
            <a:off x="10792708" y="2855267"/>
            <a:ext cx="456600" cy="0"/>
          </a:xfrm>
          <a:prstGeom prst="straightConnector1">
            <a:avLst/>
          </a:prstGeom>
          <a:noFill/>
          <a:ln cap="flat" cmpd="sng" w="9525">
            <a:solidFill>
              <a:schemeClr val="lt2"/>
            </a:solidFill>
            <a:prstDash val="solid"/>
            <a:round/>
            <a:headEnd len="med" w="med" type="none"/>
            <a:tailEnd len="med" w="med" type="none"/>
          </a:ln>
        </p:spPr>
      </p:cxnSp>
      <p:sp>
        <p:nvSpPr>
          <p:cNvPr id="220" name="Google Shape;220;p35"/>
          <p:cNvSpPr txBox="1"/>
          <p:nvPr>
            <p:ph type="title"/>
          </p:nvPr>
        </p:nvSpPr>
        <p:spPr>
          <a:xfrm>
            <a:off x="749246" y="535633"/>
            <a:ext cx="8878200" cy="5712900"/>
          </a:xfrm>
          <a:prstGeom prst="rect">
            <a:avLst/>
          </a:prstGeom>
          <a:noFill/>
          <a:ln>
            <a:noFill/>
          </a:ln>
        </p:spPr>
        <p:txBody>
          <a:bodyPr anchorCtr="0" anchor="ctr" bIns="0" lIns="0" spcFirstLastPara="1" rIns="0" wrap="square" tIns="0">
            <a:noAutofit/>
          </a:bodyPr>
          <a:lstStyle>
            <a:lvl1pPr lvl="0" marR="0" rtl="0">
              <a:lnSpc>
                <a:spcPct val="100000"/>
              </a:lnSpc>
              <a:spcBef>
                <a:spcPts val="0"/>
              </a:spcBef>
              <a:spcAft>
                <a:spcPts val="0"/>
              </a:spcAft>
              <a:buSzPts val="6400"/>
              <a:buFont typeface="DM Sans Medium"/>
              <a:buNone/>
              <a:defRPr i="0" sz="6400" u="none" cap="none" strike="noStrike">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221" name="Google Shape;221;p35"/>
          <p:cNvSpPr/>
          <p:nvPr/>
        </p:nvSpPr>
        <p:spPr>
          <a:xfrm>
            <a:off x="10250102" y="0"/>
            <a:ext cx="975300" cy="975600"/>
          </a:xfrm>
          <a:prstGeom prst="rect">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22" name="Google Shape;222;p35"/>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23" name="Google Shape;223;p35"/>
          <p:cNvSpPr/>
          <p:nvPr/>
        </p:nvSpPr>
        <p:spPr>
          <a:xfrm>
            <a:off x="10205213" y="4258800"/>
            <a:ext cx="1989000" cy="1989600"/>
          </a:xfrm>
          <a:prstGeom prst="ellipse">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24" name="Google Shape;224;p35"/>
          <p:cNvSpPr/>
          <p:nvPr/>
        </p:nvSpPr>
        <p:spPr>
          <a:xfrm rot="-5400000">
            <a:off x="10204913" y="300"/>
            <a:ext cx="1989600" cy="1989000"/>
          </a:xfrm>
          <a:prstGeom prst="rtTriangle">
            <a:avLst/>
          </a:prstGeom>
          <a:solidFill>
            <a:srgbClr val="FFFFF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25" name="Google Shape;225;p35"/>
          <p:cNvSpPr/>
          <p:nvPr/>
        </p:nvSpPr>
        <p:spPr>
          <a:xfrm>
            <a:off x="11225458" y="1989733"/>
            <a:ext cx="975300" cy="975600"/>
          </a:xfrm>
          <a:prstGeom prst="rect">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26" name="Google Shape;226;p35"/>
          <p:cNvSpPr/>
          <p:nvPr/>
        </p:nvSpPr>
        <p:spPr>
          <a:xfrm rot="-5400000">
            <a:off x="11216810" y="1989650"/>
            <a:ext cx="977700" cy="977400"/>
          </a:xfrm>
          <a:prstGeom prst="rtTriangle">
            <a:avLst/>
          </a:prstGeom>
          <a:solidFill>
            <a:srgbClr val="FF362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27" name="Google Shape;227;p35"/>
          <p:cNvSpPr/>
          <p:nvPr/>
        </p:nvSpPr>
        <p:spPr>
          <a:xfrm>
            <a:off x="9724133" y="5767200"/>
            <a:ext cx="481200" cy="481200"/>
          </a:xfrm>
          <a:prstGeom prst="rect">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28" name="Google Shape;228;p35"/>
          <p:cNvSpPr/>
          <p:nvPr/>
        </p:nvSpPr>
        <p:spPr>
          <a:xfrm>
            <a:off x="8868881" y="494400"/>
            <a:ext cx="481200" cy="481200"/>
          </a:xfrm>
          <a:prstGeom prst="ellipse">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29" name="Google Shape;229;p35"/>
          <p:cNvSpPr/>
          <p:nvPr/>
        </p:nvSpPr>
        <p:spPr>
          <a:xfrm>
            <a:off x="10199848" y="4258800"/>
            <a:ext cx="1989000" cy="1989600"/>
          </a:xfrm>
          <a:prstGeom prst="arc">
            <a:avLst>
              <a:gd fmla="val 16200000" name="adj1"/>
              <a:gd fmla="val 0" name="adj2"/>
            </a:avLst>
          </a:prstGeom>
          <a:solidFill>
            <a:srgbClr val="FFFFF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F - Artistic Divider 3">
  <p:cSld name="OBJECT_2_1_1_2_1_1_1_1_1_1_1_1_1">
    <p:bg>
      <p:bgPr>
        <a:solidFill>
          <a:schemeClr val="lt1"/>
        </a:solidFill>
      </p:bgPr>
    </p:bg>
    <p:spTree>
      <p:nvGrpSpPr>
        <p:cNvPr id="230" name="Shape 230"/>
        <p:cNvGrpSpPr/>
        <p:nvPr/>
      </p:nvGrpSpPr>
      <p:grpSpPr>
        <a:xfrm>
          <a:off x="0" y="0"/>
          <a:ext cx="0" cy="0"/>
          <a:chOff x="0" y="0"/>
          <a:chExt cx="0" cy="0"/>
        </a:xfrm>
      </p:grpSpPr>
      <p:sp>
        <p:nvSpPr>
          <p:cNvPr id="231" name="Google Shape;231;p36"/>
          <p:cNvSpPr txBox="1"/>
          <p:nvPr>
            <p:ph type="title"/>
          </p:nvPr>
        </p:nvSpPr>
        <p:spPr>
          <a:xfrm>
            <a:off x="749246" y="535633"/>
            <a:ext cx="8878200" cy="5712900"/>
          </a:xfrm>
          <a:prstGeom prst="rect">
            <a:avLst/>
          </a:prstGeom>
          <a:noFill/>
          <a:ln>
            <a:noFill/>
          </a:ln>
        </p:spPr>
        <p:txBody>
          <a:bodyPr anchorCtr="0" anchor="ctr" bIns="0" lIns="0" spcFirstLastPara="1" rIns="0" wrap="square" tIns="0">
            <a:noAutofit/>
          </a:bodyPr>
          <a:lstStyle>
            <a:lvl1pPr lvl="0" marR="0" rtl="0">
              <a:lnSpc>
                <a:spcPct val="100000"/>
              </a:lnSpc>
              <a:spcBef>
                <a:spcPts val="0"/>
              </a:spcBef>
              <a:spcAft>
                <a:spcPts val="0"/>
              </a:spcAft>
              <a:buSzPts val="6400"/>
              <a:buFont typeface="DM Sans Medium"/>
              <a:buNone/>
              <a:defRPr i="0" sz="6400" u="none" cap="none" strike="noStrike">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232" name="Google Shape;232;p36"/>
          <p:cNvSpPr/>
          <p:nvPr/>
        </p:nvSpPr>
        <p:spPr>
          <a:xfrm>
            <a:off x="10220276" y="1989600"/>
            <a:ext cx="975300" cy="975600"/>
          </a:xfrm>
          <a:prstGeom prst="rect">
            <a:avLst/>
          </a:prstGeom>
          <a:solidFill>
            <a:srgbClr val="FFFFF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33" name="Google Shape;233;p36"/>
          <p:cNvSpPr/>
          <p:nvPr/>
        </p:nvSpPr>
        <p:spPr>
          <a:xfrm>
            <a:off x="11213594" y="2965200"/>
            <a:ext cx="980700" cy="1989600"/>
          </a:xfrm>
          <a:prstGeom prst="rect">
            <a:avLst/>
          </a:prstGeom>
          <a:solidFill>
            <a:srgbClr val="FF362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34" name="Google Shape;234;p36"/>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35" name="Google Shape;235;p36"/>
          <p:cNvSpPr/>
          <p:nvPr/>
        </p:nvSpPr>
        <p:spPr>
          <a:xfrm rot="10800000">
            <a:off x="10202633" y="2965200"/>
            <a:ext cx="1989000" cy="1989600"/>
          </a:xfrm>
          <a:prstGeom prst="ellipse">
            <a:avLst/>
          </a:prstGeom>
          <a:solidFill>
            <a:srgbClr val="FFFFF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36" name="Google Shape;236;p36"/>
          <p:cNvSpPr/>
          <p:nvPr/>
        </p:nvSpPr>
        <p:spPr>
          <a:xfrm rot="-5400000">
            <a:off x="10204913" y="300"/>
            <a:ext cx="1989600" cy="1989000"/>
          </a:xfrm>
          <a:prstGeom prst="rtTriangle">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37" name="Google Shape;237;p36"/>
          <p:cNvSpPr/>
          <p:nvPr/>
        </p:nvSpPr>
        <p:spPr>
          <a:xfrm rot="-5400000">
            <a:off x="8287565" y="33"/>
            <a:ext cx="480300" cy="480300"/>
          </a:xfrm>
          <a:prstGeom prst="rtTriangle">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lang="en" sz="1900"/>
              <a:t>   </a:t>
            </a:r>
            <a:endParaRPr sz="1900"/>
          </a:p>
        </p:txBody>
      </p:sp>
      <p:sp>
        <p:nvSpPr>
          <p:cNvPr id="238" name="Google Shape;238;p36"/>
          <p:cNvSpPr/>
          <p:nvPr/>
        </p:nvSpPr>
        <p:spPr>
          <a:xfrm>
            <a:off x="11707870" y="5767200"/>
            <a:ext cx="481200" cy="481200"/>
          </a:xfrm>
          <a:prstGeom prst="rect">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39" name="Google Shape;239;p36"/>
          <p:cNvSpPr/>
          <p:nvPr/>
        </p:nvSpPr>
        <p:spPr>
          <a:xfrm>
            <a:off x="9724133" y="535633"/>
            <a:ext cx="481200" cy="481200"/>
          </a:xfrm>
          <a:prstGeom prst="ellipse">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40" name="Google Shape;240;p36"/>
          <p:cNvSpPr/>
          <p:nvPr/>
        </p:nvSpPr>
        <p:spPr>
          <a:xfrm rot="10800000">
            <a:off x="10202633" y="2965200"/>
            <a:ext cx="1989000" cy="1989600"/>
          </a:xfrm>
          <a:prstGeom prst="arc">
            <a:avLst>
              <a:gd fmla="val 16200000" name="adj1"/>
              <a:gd fmla="val 0" name="adj2"/>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41" name="Google Shape;241;p36"/>
          <p:cNvSpPr/>
          <p:nvPr/>
        </p:nvSpPr>
        <p:spPr>
          <a:xfrm rot="-5400000">
            <a:off x="10202230" y="2965500"/>
            <a:ext cx="1989600" cy="1989000"/>
          </a:xfrm>
          <a:prstGeom prst="arc">
            <a:avLst>
              <a:gd fmla="val 16200000" name="adj1"/>
              <a:gd fmla="val 0" name="adj2"/>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cxnSp>
        <p:nvCxnSpPr>
          <p:cNvPr id="242" name="Google Shape;242;p36"/>
          <p:cNvCxnSpPr/>
          <p:nvPr/>
        </p:nvCxnSpPr>
        <p:spPr>
          <a:xfrm>
            <a:off x="11372088" y="1986300"/>
            <a:ext cx="0" cy="975600"/>
          </a:xfrm>
          <a:prstGeom prst="straightConnector1">
            <a:avLst/>
          </a:prstGeom>
          <a:noFill/>
          <a:ln cap="flat" cmpd="sng" w="9525">
            <a:solidFill>
              <a:schemeClr val="lt2"/>
            </a:solidFill>
            <a:prstDash val="solid"/>
            <a:round/>
            <a:headEnd len="med" w="med" type="none"/>
            <a:tailEnd len="med" w="med" type="none"/>
          </a:ln>
        </p:spPr>
      </p:cxnSp>
      <p:cxnSp>
        <p:nvCxnSpPr>
          <p:cNvPr id="243" name="Google Shape;243;p36"/>
          <p:cNvCxnSpPr/>
          <p:nvPr/>
        </p:nvCxnSpPr>
        <p:spPr>
          <a:xfrm>
            <a:off x="11537980" y="1986300"/>
            <a:ext cx="0" cy="975600"/>
          </a:xfrm>
          <a:prstGeom prst="straightConnector1">
            <a:avLst/>
          </a:prstGeom>
          <a:noFill/>
          <a:ln cap="flat" cmpd="sng" w="9525">
            <a:solidFill>
              <a:schemeClr val="lt2"/>
            </a:solidFill>
            <a:prstDash val="solid"/>
            <a:round/>
            <a:headEnd len="med" w="med" type="none"/>
            <a:tailEnd len="med" w="med" type="none"/>
          </a:ln>
        </p:spPr>
      </p:cxnSp>
      <p:cxnSp>
        <p:nvCxnSpPr>
          <p:cNvPr id="244" name="Google Shape;244;p36"/>
          <p:cNvCxnSpPr/>
          <p:nvPr/>
        </p:nvCxnSpPr>
        <p:spPr>
          <a:xfrm>
            <a:off x="11703871" y="1986300"/>
            <a:ext cx="0" cy="975600"/>
          </a:xfrm>
          <a:prstGeom prst="straightConnector1">
            <a:avLst/>
          </a:prstGeom>
          <a:noFill/>
          <a:ln cap="flat" cmpd="sng" w="9525">
            <a:solidFill>
              <a:schemeClr val="lt2"/>
            </a:solidFill>
            <a:prstDash val="solid"/>
            <a:round/>
            <a:headEnd len="med" w="med" type="none"/>
            <a:tailEnd len="med" w="med" type="none"/>
          </a:ln>
        </p:spPr>
      </p:cxnSp>
      <p:cxnSp>
        <p:nvCxnSpPr>
          <p:cNvPr id="245" name="Google Shape;245;p36"/>
          <p:cNvCxnSpPr/>
          <p:nvPr/>
        </p:nvCxnSpPr>
        <p:spPr>
          <a:xfrm>
            <a:off x="11869763" y="1986300"/>
            <a:ext cx="0" cy="975600"/>
          </a:xfrm>
          <a:prstGeom prst="straightConnector1">
            <a:avLst/>
          </a:prstGeom>
          <a:noFill/>
          <a:ln cap="flat" cmpd="sng" w="9525">
            <a:solidFill>
              <a:schemeClr val="lt2"/>
            </a:solidFill>
            <a:prstDash val="solid"/>
            <a:round/>
            <a:headEnd len="med" w="med" type="none"/>
            <a:tailEnd len="med" w="med" type="none"/>
          </a:ln>
        </p:spPr>
      </p:cxnSp>
      <p:cxnSp>
        <p:nvCxnSpPr>
          <p:cNvPr id="246" name="Google Shape;246;p36"/>
          <p:cNvCxnSpPr/>
          <p:nvPr/>
        </p:nvCxnSpPr>
        <p:spPr>
          <a:xfrm>
            <a:off x="12035655" y="1986300"/>
            <a:ext cx="0" cy="975600"/>
          </a:xfrm>
          <a:prstGeom prst="straightConnector1">
            <a:avLst/>
          </a:prstGeom>
          <a:noFill/>
          <a:ln cap="flat" cmpd="sng" w="9525">
            <a:solidFill>
              <a:schemeClr val="lt2"/>
            </a:solidFill>
            <a:prstDash val="solid"/>
            <a:round/>
            <a:headEnd len="med" w="med" type="none"/>
            <a:tailEnd len="med" w="med" type="none"/>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F - Artistic Divider Dark 1">
  <p:cSld name="OBJECT_2_1_1_2_1_1_1_1_1_1_1_2">
    <p:bg>
      <p:bgPr>
        <a:solidFill>
          <a:schemeClr val="dk1"/>
        </a:solidFill>
      </p:bgPr>
    </p:bg>
    <p:spTree>
      <p:nvGrpSpPr>
        <p:cNvPr id="247" name="Shape 247"/>
        <p:cNvGrpSpPr/>
        <p:nvPr/>
      </p:nvGrpSpPr>
      <p:grpSpPr>
        <a:xfrm>
          <a:off x="0" y="0"/>
          <a:ext cx="0" cy="0"/>
          <a:chOff x="0" y="0"/>
          <a:chExt cx="0" cy="0"/>
        </a:xfrm>
      </p:grpSpPr>
      <p:sp>
        <p:nvSpPr>
          <p:cNvPr id="248" name="Google Shape;248;p37"/>
          <p:cNvSpPr txBox="1"/>
          <p:nvPr>
            <p:ph type="title"/>
          </p:nvPr>
        </p:nvSpPr>
        <p:spPr>
          <a:xfrm>
            <a:off x="749246" y="535633"/>
            <a:ext cx="8878200" cy="5712900"/>
          </a:xfrm>
          <a:prstGeom prst="rect">
            <a:avLst/>
          </a:prstGeom>
          <a:noFill/>
          <a:ln>
            <a:noFill/>
          </a:ln>
        </p:spPr>
        <p:txBody>
          <a:bodyPr anchorCtr="0" anchor="ctr" bIns="0" lIns="0" spcFirstLastPara="1" rIns="0" wrap="square" tIns="0">
            <a:noAutofit/>
          </a:bodyPr>
          <a:lstStyle>
            <a:lvl1pPr lvl="0" marR="0" rtl="0">
              <a:lnSpc>
                <a:spcPct val="100000"/>
              </a:lnSpc>
              <a:spcBef>
                <a:spcPts val="0"/>
              </a:spcBef>
              <a:spcAft>
                <a:spcPts val="0"/>
              </a:spcAft>
              <a:buClr>
                <a:schemeClr val="lt2"/>
              </a:buClr>
              <a:buSzPts val="6400"/>
              <a:buFont typeface="DM Sans Medium"/>
              <a:buNone/>
              <a:defRPr i="0" sz="6400" u="none" cap="none" strike="noStrike">
                <a:solidFill>
                  <a:schemeClr val="lt2"/>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249" name="Google Shape;249;p37"/>
          <p:cNvSpPr/>
          <p:nvPr/>
        </p:nvSpPr>
        <p:spPr>
          <a:xfrm>
            <a:off x="11225458" y="0"/>
            <a:ext cx="975300" cy="975600"/>
          </a:xfrm>
          <a:prstGeom prst="rect">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50" name="Google Shape;250;p37"/>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1" name="Google Shape;251;p37"/>
          <p:cNvSpPr/>
          <p:nvPr/>
        </p:nvSpPr>
        <p:spPr>
          <a:xfrm>
            <a:off x="10205213" y="0"/>
            <a:ext cx="1989000" cy="1989600"/>
          </a:xfrm>
          <a:prstGeom prst="ellipse">
            <a:avLst/>
          </a:prstGeom>
          <a:solidFill>
            <a:srgbClr val="FF5F46"/>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52" name="Google Shape;252;p37"/>
          <p:cNvSpPr/>
          <p:nvPr/>
        </p:nvSpPr>
        <p:spPr>
          <a:xfrm rot="10800000">
            <a:off x="10205315" y="4258800"/>
            <a:ext cx="1989000" cy="1989600"/>
          </a:xfrm>
          <a:prstGeom prst="rtTriangle">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53" name="Google Shape;253;p37"/>
          <p:cNvSpPr/>
          <p:nvPr/>
        </p:nvSpPr>
        <p:spPr>
          <a:xfrm>
            <a:off x="11225458" y="3283200"/>
            <a:ext cx="975300" cy="975600"/>
          </a:xfrm>
          <a:prstGeom prst="rect">
            <a:avLst/>
          </a:prstGeom>
          <a:solidFill>
            <a:srgbClr val="FF362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54" name="Google Shape;254;p37"/>
          <p:cNvSpPr/>
          <p:nvPr/>
        </p:nvSpPr>
        <p:spPr>
          <a:xfrm rot="-5400000">
            <a:off x="11216810" y="3283117"/>
            <a:ext cx="977700" cy="977400"/>
          </a:xfrm>
          <a:prstGeom prst="rtTriangle">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solidFill>
                <a:schemeClr val="lt2"/>
              </a:solidFill>
            </a:endParaRPr>
          </a:p>
        </p:txBody>
      </p:sp>
      <p:sp>
        <p:nvSpPr>
          <p:cNvPr id="255" name="Google Shape;255;p37"/>
          <p:cNvSpPr/>
          <p:nvPr/>
        </p:nvSpPr>
        <p:spPr>
          <a:xfrm>
            <a:off x="8239838" y="975600"/>
            <a:ext cx="481200" cy="481200"/>
          </a:xfrm>
          <a:prstGeom prst="rect">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56" name="Google Shape;256;p37"/>
          <p:cNvSpPr/>
          <p:nvPr/>
        </p:nvSpPr>
        <p:spPr>
          <a:xfrm>
            <a:off x="8868881" y="5767200"/>
            <a:ext cx="481200" cy="481200"/>
          </a:xfrm>
          <a:prstGeom prst="ellipse">
            <a:avLst/>
          </a:prstGeom>
          <a:solidFill>
            <a:srgbClr val="FF5F46"/>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57" name="Google Shape;257;p37"/>
          <p:cNvSpPr/>
          <p:nvPr/>
        </p:nvSpPr>
        <p:spPr>
          <a:xfrm>
            <a:off x="9968739" y="3046667"/>
            <a:ext cx="236400" cy="236400"/>
          </a:xfrm>
          <a:prstGeom prst="rtTriangle">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F - Artistic Divider Dark 2">
  <p:cSld name="OBJECT_2_1_1_2_1_1_1_1_1_1_1_1_2">
    <p:bg>
      <p:bgPr>
        <a:solidFill>
          <a:schemeClr val="dk1"/>
        </a:solidFill>
      </p:bgPr>
    </p:bg>
    <p:spTree>
      <p:nvGrpSpPr>
        <p:cNvPr id="258" name="Shape 258"/>
        <p:cNvGrpSpPr/>
        <p:nvPr/>
      </p:nvGrpSpPr>
      <p:grpSpPr>
        <a:xfrm>
          <a:off x="0" y="0"/>
          <a:ext cx="0" cy="0"/>
          <a:chOff x="0" y="0"/>
          <a:chExt cx="0" cy="0"/>
        </a:xfrm>
      </p:grpSpPr>
      <p:sp>
        <p:nvSpPr>
          <p:cNvPr id="259" name="Google Shape;259;p38"/>
          <p:cNvSpPr/>
          <p:nvPr/>
        </p:nvSpPr>
        <p:spPr>
          <a:xfrm rot="10800000">
            <a:off x="10359958" y="1989767"/>
            <a:ext cx="865500" cy="865500"/>
          </a:xfrm>
          <a:prstGeom prst="arc">
            <a:avLst>
              <a:gd fmla="val 16200000" name="adj1"/>
              <a:gd fmla="val 0" name="adj2"/>
            </a:avLst>
          </a:prstGeom>
          <a:no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p>
        </p:txBody>
      </p:sp>
      <p:sp>
        <p:nvSpPr>
          <p:cNvPr id="260" name="Google Shape;260;p38"/>
          <p:cNvSpPr/>
          <p:nvPr/>
        </p:nvSpPr>
        <p:spPr>
          <a:xfrm rot="10800000">
            <a:off x="10508758" y="1989600"/>
            <a:ext cx="716700" cy="716700"/>
          </a:xfrm>
          <a:prstGeom prst="arc">
            <a:avLst>
              <a:gd fmla="val 16200000" name="adj1"/>
              <a:gd fmla="val 0" name="adj2"/>
            </a:avLst>
          </a:prstGeom>
          <a:no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p>
        </p:txBody>
      </p:sp>
      <p:sp>
        <p:nvSpPr>
          <p:cNvPr id="261" name="Google Shape;261;p38"/>
          <p:cNvSpPr/>
          <p:nvPr/>
        </p:nvSpPr>
        <p:spPr>
          <a:xfrm rot="10800000">
            <a:off x="10653025" y="1989633"/>
            <a:ext cx="571800" cy="572100"/>
          </a:xfrm>
          <a:prstGeom prst="arc">
            <a:avLst>
              <a:gd fmla="val 16200000" name="adj1"/>
              <a:gd fmla="val 0" name="adj2"/>
            </a:avLst>
          </a:prstGeom>
          <a:no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p>
        </p:txBody>
      </p:sp>
      <p:cxnSp>
        <p:nvCxnSpPr>
          <p:cNvPr id="262" name="Google Shape;262;p38"/>
          <p:cNvCxnSpPr>
            <a:stCxn id="261" idx="2"/>
          </p:cNvCxnSpPr>
          <p:nvPr/>
        </p:nvCxnSpPr>
        <p:spPr>
          <a:xfrm rot="10800000">
            <a:off x="10653025" y="1981383"/>
            <a:ext cx="0" cy="294300"/>
          </a:xfrm>
          <a:prstGeom prst="straightConnector1">
            <a:avLst/>
          </a:prstGeom>
          <a:noFill/>
          <a:ln cap="flat" cmpd="sng" w="9525">
            <a:solidFill>
              <a:schemeClr val="dk2"/>
            </a:solidFill>
            <a:prstDash val="solid"/>
            <a:round/>
            <a:headEnd len="med" w="med" type="none"/>
            <a:tailEnd len="med" w="med" type="none"/>
          </a:ln>
        </p:spPr>
      </p:cxnSp>
      <p:cxnSp>
        <p:nvCxnSpPr>
          <p:cNvPr id="263" name="Google Shape;263;p38"/>
          <p:cNvCxnSpPr>
            <a:stCxn id="259" idx="2"/>
          </p:cNvCxnSpPr>
          <p:nvPr/>
        </p:nvCxnSpPr>
        <p:spPr>
          <a:xfrm rot="10800000">
            <a:off x="10359958" y="1983617"/>
            <a:ext cx="0" cy="438900"/>
          </a:xfrm>
          <a:prstGeom prst="straightConnector1">
            <a:avLst/>
          </a:prstGeom>
          <a:noFill/>
          <a:ln cap="flat" cmpd="sng" w="9525">
            <a:solidFill>
              <a:schemeClr val="dk2"/>
            </a:solidFill>
            <a:prstDash val="solid"/>
            <a:round/>
            <a:headEnd len="med" w="med" type="none"/>
            <a:tailEnd len="med" w="med" type="none"/>
          </a:ln>
        </p:spPr>
      </p:cxnSp>
      <p:cxnSp>
        <p:nvCxnSpPr>
          <p:cNvPr id="264" name="Google Shape;264;p38"/>
          <p:cNvCxnSpPr>
            <a:stCxn id="260" idx="2"/>
          </p:cNvCxnSpPr>
          <p:nvPr/>
        </p:nvCxnSpPr>
        <p:spPr>
          <a:xfrm rot="10800000">
            <a:off x="10508758" y="1983450"/>
            <a:ext cx="0" cy="364500"/>
          </a:xfrm>
          <a:prstGeom prst="straightConnector1">
            <a:avLst/>
          </a:prstGeom>
          <a:noFill/>
          <a:ln cap="flat" cmpd="sng" w="9525">
            <a:solidFill>
              <a:schemeClr val="dk2"/>
            </a:solidFill>
            <a:prstDash val="solid"/>
            <a:round/>
            <a:headEnd len="med" w="med" type="none"/>
            <a:tailEnd len="med" w="med" type="none"/>
          </a:ln>
        </p:spPr>
      </p:cxnSp>
      <p:cxnSp>
        <p:nvCxnSpPr>
          <p:cNvPr id="265" name="Google Shape;265;p38"/>
          <p:cNvCxnSpPr>
            <a:stCxn id="261" idx="0"/>
          </p:cNvCxnSpPr>
          <p:nvPr/>
        </p:nvCxnSpPr>
        <p:spPr>
          <a:xfrm>
            <a:off x="10938925" y="2561733"/>
            <a:ext cx="325800" cy="0"/>
          </a:xfrm>
          <a:prstGeom prst="straightConnector1">
            <a:avLst/>
          </a:prstGeom>
          <a:noFill/>
          <a:ln cap="flat" cmpd="sng" w="9525">
            <a:solidFill>
              <a:schemeClr val="dk2"/>
            </a:solidFill>
            <a:prstDash val="solid"/>
            <a:round/>
            <a:headEnd len="med" w="med" type="none"/>
            <a:tailEnd len="med" w="med" type="none"/>
          </a:ln>
        </p:spPr>
      </p:cxnSp>
      <p:cxnSp>
        <p:nvCxnSpPr>
          <p:cNvPr id="266" name="Google Shape;266;p38"/>
          <p:cNvCxnSpPr>
            <a:stCxn id="260" idx="0"/>
          </p:cNvCxnSpPr>
          <p:nvPr/>
        </p:nvCxnSpPr>
        <p:spPr>
          <a:xfrm>
            <a:off x="10867108" y="2706300"/>
            <a:ext cx="475500" cy="0"/>
          </a:xfrm>
          <a:prstGeom prst="straightConnector1">
            <a:avLst/>
          </a:prstGeom>
          <a:noFill/>
          <a:ln cap="flat" cmpd="sng" w="9525">
            <a:solidFill>
              <a:schemeClr val="dk2"/>
            </a:solidFill>
            <a:prstDash val="solid"/>
            <a:round/>
            <a:headEnd len="med" w="med" type="none"/>
            <a:tailEnd len="med" w="med" type="none"/>
          </a:ln>
        </p:spPr>
      </p:cxnSp>
      <p:cxnSp>
        <p:nvCxnSpPr>
          <p:cNvPr id="267" name="Google Shape;267;p38"/>
          <p:cNvCxnSpPr>
            <a:stCxn id="259" idx="0"/>
          </p:cNvCxnSpPr>
          <p:nvPr/>
        </p:nvCxnSpPr>
        <p:spPr>
          <a:xfrm>
            <a:off x="10792708" y="2855267"/>
            <a:ext cx="456600" cy="0"/>
          </a:xfrm>
          <a:prstGeom prst="straightConnector1">
            <a:avLst/>
          </a:prstGeom>
          <a:noFill/>
          <a:ln cap="flat" cmpd="sng" w="9525">
            <a:solidFill>
              <a:schemeClr val="dk2"/>
            </a:solidFill>
            <a:prstDash val="solid"/>
            <a:round/>
            <a:headEnd len="med" w="med" type="none"/>
            <a:tailEnd len="med" w="med" type="none"/>
          </a:ln>
        </p:spPr>
      </p:cxnSp>
      <p:sp>
        <p:nvSpPr>
          <p:cNvPr id="268" name="Google Shape;268;p38"/>
          <p:cNvSpPr txBox="1"/>
          <p:nvPr>
            <p:ph type="title"/>
          </p:nvPr>
        </p:nvSpPr>
        <p:spPr>
          <a:xfrm>
            <a:off x="749246" y="535633"/>
            <a:ext cx="8878200" cy="5712900"/>
          </a:xfrm>
          <a:prstGeom prst="rect">
            <a:avLst/>
          </a:prstGeom>
          <a:noFill/>
          <a:ln>
            <a:noFill/>
          </a:ln>
        </p:spPr>
        <p:txBody>
          <a:bodyPr anchorCtr="0" anchor="ctr" bIns="0" lIns="0" spcFirstLastPara="1" rIns="0" wrap="square" tIns="0">
            <a:noAutofit/>
          </a:bodyPr>
          <a:lstStyle>
            <a:lvl1pPr lvl="0" marR="0" rtl="0">
              <a:lnSpc>
                <a:spcPct val="100000"/>
              </a:lnSpc>
              <a:spcBef>
                <a:spcPts val="0"/>
              </a:spcBef>
              <a:spcAft>
                <a:spcPts val="0"/>
              </a:spcAft>
              <a:buClr>
                <a:schemeClr val="lt1"/>
              </a:buClr>
              <a:buSzPts val="6400"/>
              <a:buFont typeface="DM Sans Medium"/>
              <a:buNone/>
              <a:defRPr i="0" sz="6400" u="none" cap="none" strike="noStrike">
                <a:solidFill>
                  <a:schemeClr val="lt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269" name="Google Shape;269;p38"/>
          <p:cNvSpPr/>
          <p:nvPr/>
        </p:nvSpPr>
        <p:spPr>
          <a:xfrm>
            <a:off x="10250102" y="0"/>
            <a:ext cx="975300" cy="975600"/>
          </a:xfrm>
          <a:prstGeom prst="rect">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70" name="Google Shape;270;p38"/>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71" name="Google Shape;271;p38"/>
          <p:cNvSpPr/>
          <p:nvPr/>
        </p:nvSpPr>
        <p:spPr>
          <a:xfrm>
            <a:off x="10205213" y="4258800"/>
            <a:ext cx="1989000" cy="1989600"/>
          </a:xfrm>
          <a:prstGeom prst="ellipse">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72" name="Google Shape;272;p38"/>
          <p:cNvSpPr/>
          <p:nvPr/>
        </p:nvSpPr>
        <p:spPr>
          <a:xfrm rot="-5400000">
            <a:off x="10204913" y="300"/>
            <a:ext cx="1989600" cy="1989000"/>
          </a:xfrm>
          <a:prstGeom prst="rtTriangle">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73" name="Google Shape;273;p38"/>
          <p:cNvSpPr/>
          <p:nvPr/>
        </p:nvSpPr>
        <p:spPr>
          <a:xfrm>
            <a:off x="11225458" y="1989733"/>
            <a:ext cx="975300" cy="975600"/>
          </a:xfrm>
          <a:prstGeom prst="rect">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74" name="Google Shape;274;p38"/>
          <p:cNvSpPr/>
          <p:nvPr/>
        </p:nvSpPr>
        <p:spPr>
          <a:xfrm rot="-5400000">
            <a:off x="11216810" y="1989650"/>
            <a:ext cx="977700" cy="977400"/>
          </a:xfrm>
          <a:prstGeom prst="rtTriangle">
            <a:avLst/>
          </a:prstGeom>
          <a:solidFill>
            <a:srgbClr val="FF362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75" name="Google Shape;275;p38"/>
          <p:cNvSpPr/>
          <p:nvPr/>
        </p:nvSpPr>
        <p:spPr>
          <a:xfrm>
            <a:off x="9724133" y="5767200"/>
            <a:ext cx="481200" cy="481200"/>
          </a:xfrm>
          <a:prstGeom prst="rect">
            <a:avLst/>
          </a:prstGeom>
          <a:solidFill>
            <a:srgbClr val="FF5F46"/>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76" name="Google Shape;276;p38"/>
          <p:cNvSpPr/>
          <p:nvPr/>
        </p:nvSpPr>
        <p:spPr>
          <a:xfrm>
            <a:off x="8868881" y="494400"/>
            <a:ext cx="481200" cy="481200"/>
          </a:xfrm>
          <a:prstGeom prst="ellipse">
            <a:avLst/>
          </a:prstGeom>
          <a:solidFill>
            <a:srgbClr val="FF5F46"/>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77" name="Google Shape;277;p38"/>
          <p:cNvSpPr/>
          <p:nvPr/>
        </p:nvSpPr>
        <p:spPr>
          <a:xfrm>
            <a:off x="10199848" y="4258800"/>
            <a:ext cx="1989000" cy="1989600"/>
          </a:xfrm>
          <a:prstGeom prst="arc">
            <a:avLst>
              <a:gd fmla="val 16200000" name="adj1"/>
              <a:gd fmla="val 0" name="adj2"/>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F - Artistic Divider Dark 3">
  <p:cSld name="OBJECT_2_1_1_2_1_1_1_1_1_1_1_1_1_1">
    <p:bg>
      <p:bgPr>
        <a:solidFill>
          <a:schemeClr val="dk1"/>
        </a:solidFill>
      </p:bgPr>
    </p:bg>
    <p:spTree>
      <p:nvGrpSpPr>
        <p:cNvPr id="278" name="Shape 278"/>
        <p:cNvGrpSpPr/>
        <p:nvPr/>
      </p:nvGrpSpPr>
      <p:grpSpPr>
        <a:xfrm>
          <a:off x="0" y="0"/>
          <a:ext cx="0" cy="0"/>
          <a:chOff x="0" y="0"/>
          <a:chExt cx="0" cy="0"/>
        </a:xfrm>
      </p:grpSpPr>
      <p:sp>
        <p:nvSpPr>
          <p:cNvPr id="279" name="Google Shape;279;p39"/>
          <p:cNvSpPr txBox="1"/>
          <p:nvPr>
            <p:ph type="title"/>
          </p:nvPr>
        </p:nvSpPr>
        <p:spPr>
          <a:xfrm>
            <a:off x="749246" y="535633"/>
            <a:ext cx="8878200" cy="5712900"/>
          </a:xfrm>
          <a:prstGeom prst="rect">
            <a:avLst/>
          </a:prstGeom>
          <a:noFill/>
          <a:ln>
            <a:noFill/>
          </a:ln>
        </p:spPr>
        <p:txBody>
          <a:bodyPr anchorCtr="0" anchor="ctr" bIns="0" lIns="0" spcFirstLastPara="1" rIns="0" wrap="square" tIns="0">
            <a:noAutofit/>
          </a:bodyPr>
          <a:lstStyle>
            <a:lvl1pPr lvl="0" marR="0" rtl="0">
              <a:lnSpc>
                <a:spcPct val="100000"/>
              </a:lnSpc>
              <a:spcBef>
                <a:spcPts val="0"/>
              </a:spcBef>
              <a:spcAft>
                <a:spcPts val="0"/>
              </a:spcAft>
              <a:buClr>
                <a:schemeClr val="lt1"/>
              </a:buClr>
              <a:buSzPts val="6400"/>
              <a:buFont typeface="DM Sans Medium"/>
              <a:buNone/>
              <a:defRPr i="0" sz="6400" u="none" cap="none" strike="noStrike">
                <a:solidFill>
                  <a:schemeClr val="lt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280" name="Google Shape;280;p39"/>
          <p:cNvSpPr/>
          <p:nvPr/>
        </p:nvSpPr>
        <p:spPr>
          <a:xfrm>
            <a:off x="10220276" y="1989600"/>
            <a:ext cx="975300" cy="975600"/>
          </a:xfrm>
          <a:prstGeom prst="rect">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81" name="Google Shape;281;p39"/>
          <p:cNvSpPr/>
          <p:nvPr/>
        </p:nvSpPr>
        <p:spPr>
          <a:xfrm>
            <a:off x="11213594" y="2965200"/>
            <a:ext cx="980700" cy="1989600"/>
          </a:xfrm>
          <a:prstGeom prst="rect">
            <a:avLst/>
          </a:prstGeom>
          <a:solidFill>
            <a:srgbClr val="FF362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82" name="Google Shape;282;p39"/>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83" name="Google Shape;283;p39"/>
          <p:cNvSpPr/>
          <p:nvPr/>
        </p:nvSpPr>
        <p:spPr>
          <a:xfrm rot="10800000">
            <a:off x="10202633" y="2965200"/>
            <a:ext cx="1989000" cy="1989600"/>
          </a:xfrm>
          <a:prstGeom prst="ellipse">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84" name="Google Shape;284;p39"/>
          <p:cNvSpPr/>
          <p:nvPr/>
        </p:nvSpPr>
        <p:spPr>
          <a:xfrm rot="-5400000">
            <a:off x="10204913" y="300"/>
            <a:ext cx="1989600" cy="1989000"/>
          </a:xfrm>
          <a:prstGeom prst="rtTriangle">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85" name="Google Shape;285;p39"/>
          <p:cNvSpPr/>
          <p:nvPr/>
        </p:nvSpPr>
        <p:spPr>
          <a:xfrm rot="-5400000">
            <a:off x="8287565" y="33"/>
            <a:ext cx="480300" cy="480300"/>
          </a:xfrm>
          <a:prstGeom prst="rtTriangle">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lang="en" sz="1900"/>
              <a:t>   </a:t>
            </a:r>
            <a:endParaRPr sz="1900"/>
          </a:p>
        </p:txBody>
      </p:sp>
      <p:sp>
        <p:nvSpPr>
          <p:cNvPr id="286" name="Google Shape;286;p39"/>
          <p:cNvSpPr/>
          <p:nvPr/>
        </p:nvSpPr>
        <p:spPr>
          <a:xfrm>
            <a:off x="11707870" y="5767200"/>
            <a:ext cx="481200" cy="481200"/>
          </a:xfrm>
          <a:prstGeom prst="rect">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87" name="Google Shape;287;p39"/>
          <p:cNvSpPr/>
          <p:nvPr/>
        </p:nvSpPr>
        <p:spPr>
          <a:xfrm>
            <a:off x="9724133" y="535633"/>
            <a:ext cx="481200" cy="481200"/>
          </a:xfrm>
          <a:prstGeom prst="ellipse">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88" name="Google Shape;288;p39"/>
          <p:cNvSpPr/>
          <p:nvPr/>
        </p:nvSpPr>
        <p:spPr>
          <a:xfrm rot="10800000">
            <a:off x="10202633" y="2965200"/>
            <a:ext cx="1989000" cy="1989600"/>
          </a:xfrm>
          <a:prstGeom prst="arc">
            <a:avLst>
              <a:gd fmla="val 16200000" name="adj1"/>
              <a:gd fmla="val 0" name="adj2"/>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89" name="Google Shape;289;p39"/>
          <p:cNvSpPr/>
          <p:nvPr/>
        </p:nvSpPr>
        <p:spPr>
          <a:xfrm rot="-5400000">
            <a:off x="10202230" y="2965500"/>
            <a:ext cx="1989600" cy="1989000"/>
          </a:xfrm>
          <a:prstGeom prst="arc">
            <a:avLst>
              <a:gd fmla="val 16200000" name="adj1"/>
              <a:gd fmla="val 0" name="adj2"/>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cxnSp>
        <p:nvCxnSpPr>
          <p:cNvPr id="290" name="Google Shape;290;p39"/>
          <p:cNvCxnSpPr/>
          <p:nvPr/>
        </p:nvCxnSpPr>
        <p:spPr>
          <a:xfrm>
            <a:off x="11372088" y="1986300"/>
            <a:ext cx="0" cy="975600"/>
          </a:xfrm>
          <a:prstGeom prst="straightConnector1">
            <a:avLst/>
          </a:prstGeom>
          <a:noFill/>
          <a:ln cap="flat" cmpd="sng" w="9525">
            <a:solidFill>
              <a:schemeClr val="dk2"/>
            </a:solidFill>
            <a:prstDash val="solid"/>
            <a:round/>
            <a:headEnd len="med" w="med" type="none"/>
            <a:tailEnd len="med" w="med" type="none"/>
          </a:ln>
        </p:spPr>
      </p:cxnSp>
      <p:cxnSp>
        <p:nvCxnSpPr>
          <p:cNvPr id="291" name="Google Shape;291;p39"/>
          <p:cNvCxnSpPr/>
          <p:nvPr/>
        </p:nvCxnSpPr>
        <p:spPr>
          <a:xfrm>
            <a:off x="11537980" y="1986300"/>
            <a:ext cx="0" cy="975600"/>
          </a:xfrm>
          <a:prstGeom prst="straightConnector1">
            <a:avLst/>
          </a:prstGeom>
          <a:noFill/>
          <a:ln cap="flat" cmpd="sng" w="9525">
            <a:solidFill>
              <a:schemeClr val="dk2"/>
            </a:solidFill>
            <a:prstDash val="solid"/>
            <a:round/>
            <a:headEnd len="med" w="med" type="none"/>
            <a:tailEnd len="med" w="med" type="none"/>
          </a:ln>
        </p:spPr>
      </p:cxnSp>
      <p:cxnSp>
        <p:nvCxnSpPr>
          <p:cNvPr id="292" name="Google Shape;292;p39"/>
          <p:cNvCxnSpPr/>
          <p:nvPr/>
        </p:nvCxnSpPr>
        <p:spPr>
          <a:xfrm>
            <a:off x="11703871" y="1986300"/>
            <a:ext cx="0" cy="975600"/>
          </a:xfrm>
          <a:prstGeom prst="straightConnector1">
            <a:avLst/>
          </a:prstGeom>
          <a:noFill/>
          <a:ln cap="flat" cmpd="sng" w="9525">
            <a:solidFill>
              <a:schemeClr val="dk2"/>
            </a:solidFill>
            <a:prstDash val="solid"/>
            <a:round/>
            <a:headEnd len="med" w="med" type="none"/>
            <a:tailEnd len="med" w="med" type="none"/>
          </a:ln>
        </p:spPr>
      </p:cxnSp>
      <p:cxnSp>
        <p:nvCxnSpPr>
          <p:cNvPr id="293" name="Google Shape;293;p39"/>
          <p:cNvCxnSpPr/>
          <p:nvPr/>
        </p:nvCxnSpPr>
        <p:spPr>
          <a:xfrm>
            <a:off x="11869763" y="1986300"/>
            <a:ext cx="0" cy="975600"/>
          </a:xfrm>
          <a:prstGeom prst="straightConnector1">
            <a:avLst/>
          </a:prstGeom>
          <a:noFill/>
          <a:ln cap="flat" cmpd="sng" w="9525">
            <a:solidFill>
              <a:schemeClr val="dk2"/>
            </a:solidFill>
            <a:prstDash val="solid"/>
            <a:round/>
            <a:headEnd len="med" w="med" type="none"/>
            <a:tailEnd len="med" w="med" type="none"/>
          </a:ln>
        </p:spPr>
      </p:cxnSp>
      <p:cxnSp>
        <p:nvCxnSpPr>
          <p:cNvPr id="294" name="Google Shape;294;p39"/>
          <p:cNvCxnSpPr/>
          <p:nvPr/>
        </p:nvCxnSpPr>
        <p:spPr>
          <a:xfrm>
            <a:off x="12035655" y="1986300"/>
            <a:ext cx="0" cy="9756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 - Closing Light">
  <p:cSld name="OBJECT_2_1_1_2_1_1_1_2">
    <p:spTree>
      <p:nvGrpSpPr>
        <p:cNvPr id="295" name="Shape 295"/>
        <p:cNvGrpSpPr/>
        <p:nvPr/>
      </p:nvGrpSpPr>
      <p:grpSpPr>
        <a:xfrm>
          <a:off x="0" y="0"/>
          <a:ext cx="0" cy="0"/>
          <a:chOff x="0" y="0"/>
          <a:chExt cx="0" cy="0"/>
        </a:xfrm>
      </p:grpSpPr>
      <p:pic>
        <p:nvPicPr>
          <p:cNvPr id="296" name="Google Shape;296;p40"/>
          <p:cNvPicPr preferRelativeResize="0"/>
          <p:nvPr/>
        </p:nvPicPr>
        <p:blipFill rotWithShape="1">
          <a:blip r:embed="rId2">
            <a:alphaModFix/>
          </a:blip>
          <a:srcRect b="0" l="0" r="0" t="0"/>
          <a:stretch/>
        </p:blipFill>
        <p:spPr>
          <a:xfrm>
            <a:off x="3021211" y="2819733"/>
            <a:ext cx="6146561" cy="974266"/>
          </a:xfrm>
          <a:prstGeom prst="rect">
            <a:avLst/>
          </a:prstGeom>
          <a:noFill/>
          <a:ln>
            <a:noFill/>
          </a:ln>
        </p:spPr>
      </p:pic>
      <p:sp>
        <p:nvSpPr>
          <p:cNvPr id="297" name="Google Shape;297;p40"/>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 - Closing Dark">
  <p:cSld name="OBJECT_2_1_1_2_1_1_1_1_2">
    <p:bg>
      <p:bgPr>
        <a:solidFill>
          <a:schemeClr val="dk1"/>
        </a:solidFill>
      </p:bgPr>
    </p:bg>
    <p:spTree>
      <p:nvGrpSpPr>
        <p:cNvPr id="298" name="Shape 298"/>
        <p:cNvGrpSpPr/>
        <p:nvPr/>
      </p:nvGrpSpPr>
      <p:grpSpPr>
        <a:xfrm>
          <a:off x="0" y="0"/>
          <a:ext cx="0" cy="0"/>
          <a:chOff x="0" y="0"/>
          <a:chExt cx="0" cy="0"/>
        </a:xfrm>
      </p:grpSpPr>
      <p:pic>
        <p:nvPicPr>
          <p:cNvPr id="299" name="Google Shape;299;p41"/>
          <p:cNvPicPr preferRelativeResize="0"/>
          <p:nvPr/>
        </p:nvPicPr>
        <p:blipFill>
          <a:blip r:embed="rId2">
            <a:alphaModFix/>
          </a:blip>
          <a:stretch>
            <a:fillRect/>
          </a:stretch>
        </p:blipFill>
        <p:spPr>
          <a:xfrm>
            <a:off x="3021195" y="2819748"/>
            <a:ext cx="6146563" cy="977790"/>
          </a:xfrm>
          <a:prstGeom prst="rect">
            <a:avLst/>
          </a:prstGeom>
          <a:noFill/>
          <a:ln>
            <a:noFill/>
          </a:ln>
        </p:spPr>
      </p:pic>
      <p:sp>
        <p:nvSpPr>
          <p:cNvPr id="300" name="Google Shape;300;p41"/>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0.xml"/><Relationship Id="rId22" Type="http://schemas.openxmlformats.org/officeDocument/2006/relationships/slideLayout" Target="../slideLayouts/slideLayout32.xml"/><Relationship Id="rId21" Type="http://schemas.openxmlformats.org/officeDocument/2006/relationships/slideLayout" Target="../slideLayouts/slideLayout31.xml"/><Relationship Id="rId24" Type="http://schemas.openxmlformats.org/officeDocument/2006/relationships/slideLayout" Target="../slideLayouts/slideLayout34.xml"/><Relationship Id="rId23" Type="http://schemas.openxmlformats.org/officeDocument/2006/relationships/slideLayout" Target="../slideLayouts/slideLayout33.xml"/><Relationship Id="rId1" Type="http://schemas.openxmlformats.org/officeDocument/2006/relationships/image" Target="../media/image2.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26" Type="http://schemas.openxmlformats.org/officeDocument/2006/relationships/slideLayout" Target="../slideLayouts/slideLayout36.xml"/><Relationship Id="rId25" Type="http://schemas.openxmlformats.org/officeDocument/2006/relationships/slideLayout" Target="../slideLayouts/slideLayout35.xml"/><Relationship Id="rId28" Type="http://schemas.openxmlformats.org/officeDocument/2006/relationships/slideLayout" Target="../slideLayouts/slideLayout38.xml"/><Relationship Id="rId27" Type="http://schemas.openxmlformats.org/officeDocument/2006/relationships/slideLayout" Target="../slideLayouts/slideLayout37.xml"/><Relationship Id="rId5" Type="http://schemas.openxmlformats.org/officeDocument/2006/relationships/slideLayout" Target="../slideLayouts/slideLayout15.xml"/><Relationship Id="rId6" Type="http://schemas.openxmlformats.org/officeDocument/2006/relationships/slideLayout" Target="../slideLayouts/slideLayout16.xml"/><Relationship Id="rId29" Type="http://schemas.openxmlformats.org/officeDocument/2006/relationships/slideLayout" Target="../slideLayouts/slideLayout39.xml"/><Relationship Id="rId7" Type="http://schemas.openxmlformats.org/officeDocument/2006/relationships/slideLayout" Target="../slideLayouts/slideLayout17.xml"/><Relationship Id="rId8" Type="http://schemas.openxmlformats.org/officeDocument/2006/relationships/slideLayout" Target="../slideLayouts/slideLayout18.xml"/><Relationship Id="rId30" Type="http://schemas.openxmlformats.org/officeDocument/2006/relationships/theme" Target="../theme/theme1.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9" Type="http://schemas.openxmlformats.org/officeDocument/2006/relationships/slideLayout" Target="../slideLayouts/slideLayout29.xml"/><Relationship Id="rId18"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496" y="593367"/>
            <a:ext cx="11358000" cy="763500"/>
          </a:xfrm>
          <a:prstGeom prst="rect">
            <a:avLst/>
          </a:prstGeom>
          <a:noFill/>
          <a:ln>
            <a:noFill/>
          </a:ln>
        </p:spPr>
        <p:txBody>
          <a:bodyPr anchorCtr="0" anchor="t" bIns="121875" lIns="121875" spcFirstLastPara="1" rIns="121875" wrap="square" tIns="121875">
            <a:normAutofit/>
          </a:bodyPr>
          <a:lstStyle>
            <a:lvl1pPr lvl="0" rtl="0">
              <a:spcBef>
                <a:spcPts val="0"/>
              </a:spcBef>
              <a:spcAft>
                <a:spcPts val="0"/>
              </a:spcAft>
              <a:buClr>
                <a:schemeClr val="dk1"/>
              </a:buClr>
              <a:buSzPts val="3700"/>
              <a:buNone/>
              <a:defRPr sz="3700">
                <a:solidFill>
                  <a:schemeClr val="dk1"/>
                </a:solidFill>
              </a:defRPr>
            </a:lvl1pPr>
            <a:lvl2pPr lvl="1" rtl="0">
              <a:spcBef>
                <a:spcPts val="0"/>
              </a:spcBef>
              <a:spcAft>
                <a:spcPts val="0"/>
              </a:spcAft>
              <a:buClr>
                <a:schemeClr val="dk1"/>
              </a:buClr>
              <a:buSzPts val="3700"/>
              <a:buNone/>
              <a:defRPr sz="3700">
                <a:solidFill>
                  <a:schemeClr val="dk1"/>
                </a:solidFill>
              </a:defRPr>
            </a:lvl2pPr>
            <a:lvl3pPr lvl="2" rtl="0">
              <a:spcBef>
                <a:spcPts val="0"/>
              </a:spcBef>
              <a:spcAft>
                <a:spcPts val="0"/>
              </a:spcAft>
              <a:buClr>
                <a:schemeClr val="dk1"/>
              </a:buClr>
              <a:buSzPts val="3700"/>
              <a:buNone/>
              <a:defRPr sz="3700">
                <a:solidFill>
                  <a:schemeClr val="dk1"/>
                </a:solidFill>
              </a:defRPr>
            </a:lvl3pPr>
            <a:lvl4pPr lvl="3" rtl="0">
              <a:spcBef>
                <a:spcPts val="0"/>
              </a:spcBef>
              <a:spcAft>
                <a:spcPts val="0"/>
              </a:spcAft>
              <a:buClr>
                <a:schemeClr val="dk1"/>
              </a:buClr>
              <a:buSzPts val="3700"/>
              <a:buNone/>
              <a:defRPr sz="3700">
                <a:solidFill>
                  <a:schemeClr val="dk1"/>
                </a:solidFill>
              </a:defRPr>
            </a:lvl4pPr>
            <a:lvl5pPr lvl="4" rtl="0">
              <a:spcBef>
                <a:spcPts val="0"/>
              </a:spcBef>
              <a:spcAft>
                <a:spcPts val="0"/>
              </a:spcAft>
              <a:buClr>
                <a:schemeClr val="dk1"/>
              </a:buClr>
              <a:buSzPts val="3700"/>
              <a:buNone/>
              <a:defRPr sz="3700">
                <a:solidFill>
                  <a:schemeClr val="dk1"/>
                </a:solidFill>
              </a:defRPr>
            </a:lvl5pPr>
            <a:lvl6pPr lvl="5" rtl="0">
              <a:spcBef>
                <a:spcPts val="0"/>
              </a:spcBef>
              <a:spcAft>
                <a:spcPts val="0"/>
              </a:spcAft>
              <a:buClr>
                <a:schemeClr val="dk1"/>
              </a:buClr>
              <a:buSzPts val="3700"/>
              <a:buNone/>
              <a:defRPr sz="3700">
                <a:solidFill>
                  <a:schemeClr val="dk1"/>
                </a:solidFill>
              </a:defRPr>
            </a:lvl6pPr>
            <a:lvl7pPr lvl="6" rtl="0">
              <a:spcBef>
                <a:spcPts val="0"/>
              </a:spcBef>
              <a:spcAft>
                <a:spcPts val="0"/>
              </a:spcAft>
              <a:buClr>
                <a:schemeClr val="dk1"/>
              </a:buClr>
              <a:buSzPts val="3700"/>
              <a:buNone/>
              <a:defRPr sz="3700">
                <a:solidFill>
                  <a:schemeClr val="dk1"/>
                </a:solidFill>
              </a:defRPr>
            </a:lvl7pPr>
            <a:lvl8pPr lvl="7" rtl="0">
              <a:spcBef>
                <a:spcPts val="0"/>
              </a:spcBef>
              <a:spcAft>
                <a:spcPts val="0"/>
              </a:spcAft>
              <a:buClr>
                <a:schemeClr val="dk1"/>
              </a:buClr>
              <a:buSzPts val="3700"/>
              <a:buNone/>
              <a:defRPr sz="3700">
                <a:solidFill>
                  <a:schemeClr val="dk1"/>
                </a:solidFill>
              </a:defRPr>
            </a:lvl8pPr>
            <a:lvl9pPr lvl="8" rtl="0">
              <a:spcBef>
                <a:spcPts val="0"/>
              </a:spcBef>
              <a:spcAft>
                <a:spcPts val="0"/>
              </a:spcAft>
              <a:buClr>
                <a:schemeClr val="dk1"/>
              </a:buClr>
              <a:buSzPts val="3700"/>
              <a:buNone/>
              <a:defRPr sz="3700">
                <a:solidFill>
                  <a:schemeClr val="dk1"/>
                </a:solidFill>
              </a:defRPr>
            </a:lvl9pPr>
          </a:lstStyle>
          <a:p/>
        </p:txBody>
      </p:sp>
      <p:sp>
        <p:nvSpPr>
          <p:cNvPr id="7" name="Google Shape;7;p1"/>
          <p:cNvSpPr txBox="1"/>
          <p:nvPr>
            <p:ph idx="1" type="body"/>
          </p:nvPr>
        </p:nvSpPr>
        <p:spPr>
          <a:xfrm>
            <a:off x="415496" y="1536633"/>
            <a:ext cx="11358000" cy="4555200"/>
          </a:xfrm>
          <a:prstGeom prst="rect">
            <a:avLst/>
          </a:prstGeom>
          <a:noFill/>
          <a:ln>
            <a:noFill/>
          </a:ln>
        </p:spPr>
        <p:txBody>
          <a:bodyPr anchorCtr="0" anchor="t" bIns="121875" lIns="121875" spcFirstLastPara="1" rIns="121875" wrap="square" tIns="121875">
            <a:normAutofit/>
          </a:bodyPr>
          <a:lstStyle>
            <a:lvl1pPr indent="-381000" lvl="0" marL="457200" rtl="0">
              <a:lnSpc>
                <a:spcPct val="115000"/>
              </a:lnSpc>
              <a:spcBef>
                <a:spcPts val="0"/>
              </a:spcBef>
              <a:spcAft>
                <a:spcPts val="0"/>
              </a:spcAft>
              <a:buClr>
                <a:schemeClr val="dk2"/>
              </a:buClr>
              <a:buSzPts val="2400"/>
              <a:buChar char="●"/>
              <a:defRPr sz="2400">
                <a:solidFill>
                  <a:schemeClr val="dk2"/>
                </a:solidFill>
              </a:defRPr>
            </a:lvl1pPr>
            <a:lvl2pPr indent="-349250" lvl="1" marL="914400" rtl="0">
              <a:lnSpc>
                <a:spcPct val="115000"/>
              </a:lnSpc>
              <a:spcBef>
                <a:spcPts val="0"/>
              </a:spcBef>
              <a:spcAft>
                <a:spcPts val="0"/>
              </a:spcAft>
              <a:buClr>
                <a:schemeClr val="dk2"/>
              </a:buClr>
              <a:buSzPts val="1900"/>
              <a:buChar char="○"/>
              <a:defRPr sz="1900">
                <a:solidFill>
                  <a:schemeClr val="dk2"/>
                </a:solidFill>
              </a:defRPr>
            </a:lvl2pPr>
            <a:lvl3pPr indent="-349250" lvl="2" marL="1371600" rtl="0">
              <a:lnSpc>
                <a:spcPct val="115000"/>
              </a:lnSpc>
              <a:spcBef>
                <a:spcPts val="0"/>
              </a:spcBef>
              <a:spcAft>
                <a:spcPts val="0"/>
              </a:spcAft>
              <a:buClr>
                <a:schemeClr val="dk2"/>
              </a:buClr>
              <a:buSzPts val="1900"/>
              <a:buChar char="■"/>
              <a:defRPr sz="1900">
                <a:solidFill>
                  <a:schemeClr val="dk2"/>
                </a:solidFill>
              </a:defRPr>
            </a:lvl3pPr>
            <a:lvl4pPr indent="-349250" lvl="3" marL="1828800" rtl="0">
              <a:lnSpc>
                <a:spcPct val="115000"/>
              </a:lnSpc>
              <a:spcBef>
                <a:spcPts val="0"/>
              </a:spcBef>
              <a:spcAft>
                <a:spcPts val="0"/>
              </a:spcAft>
              <a:buClr>
                <a:schemeClr val="dk2"/>
              </a:buClr>
              <a:buSzPts val="1900"/>
              <a:buChar char="●"/>
              <a:defRPr sz="1900">
                <a:solidFill>
                  <a:schemeClr val="dk2"/>
                </a:solidFill>
              </a:defRPr>
            </a:lvl4pPr>
            <a:lvl5pPr indent="-349250" lvl="4" marL="2286000" rtl="0">
              <a:lnSpc>
                <a:spcPct val="115000"/>
              </a:lnSpc>
              <a:spcBef>
                <a:spcPts val="0"/>
              </a:spcBef>
              <a:spcAft>
                <a:spcPts val="0"/>
              </a:spcAft>
              <a:buClr>
                <a:schemeClr val="dk2"/>
              </a:buClr>
              <a:buSzPts val="1900"/>
              <a:buChar char="○"/>
              <a:defRPr sz="1900">
                <a:solidFill>
                  <a:schemeClr val="dk2"/>
                </a:solidFill>
              </a:defRPr>
            </a:lvl5pPr>
            <a:lvl6pPr indent="-349250" lvl="5" marL="2743200" rtl="0">
              <a:lnSpc>
                <a:spcPct val="115000"/>
              </a:lnSpc>
              <a:spcBef>
                <a:spcPts val="0"/>
              </a:spcBef>
              <a:spcAft>
                <a:spcPts val="0"/>
              </a:spcAft>
              <a:buClr>
                <a:schemeClr val="dk2"/>
              </a:buClr>
              <a:buSzPts val="1900"/>
              <a:buChar char="■"/>
              <a:defRPr sz="1900">
                <a:solidFill>
                  <a:schemeClr val="dk2"/>
                </a:solidFill>
              </a:defRPr>
            </a:lvl6pPr>
            <a:lvl7pPr indent="-349250" lvl="6" marL="3200400" rtl="0">
              <a:lnSpc>
                <a:spcPct val="115000"/>
              </a:lnSpc>
              <a:spcBef>
                <a:spcPts val="0"/>
              </a:spcBef>
              <a:spcAft>
                <a:spcPts val="0"/>
              </a:spcAft>
              <a:buClr>
                <a:schemeClr val="dk2"/>
              </a:buClr>
              <a:buSzPts val="1900"/>
              <a:buChar char="●"/>
              <a:defRPr sz="1900">
                <a:solidFill>
                  <a:schemeClr val="dk2"/>
                </a:solidFill>
              </a:defRPr>
            </a:lvl7pPr>
            <a:lvl8pPr indent="-349250" lvl="7" marL="3657600" rtl="0">
              <a:lnSpc>
                <a:spcPct val="115000"/>
              </a:lnSpc>
              <a:spcBef>
                <a:spcPts val="0"/>
              </a:spcBef>
              <a:spcAft>
                <a:spcPts val="0"/>
              </a:spcAft>
              <a:buClr>
                <a:schemeClr val="dk2"/>
              </a:buClr>
              <a:buSzPts val="1900"/>
              <a:buChar char="○"/>
              <a:defRPr sz="1900">
                <a:solidFill>
                  <a:schemeClr val="dk2"/>
                </a:solidFill>
              </a:defRPr>
            </a:lvl8pPr>
            <a:lvl9pPr indent="-349250" lvl="8" marL="4114800" rtl="0">
              <a:lnSpc>
                <a:spcPct val="115000"/>
              </a:lnSpc>
              <a:spcBef>
                <a:spcPts val="0"/>
              </a:spcBef>
              <a:spcAft>
                <a:spcPts val="0"/>
              </a:spcAft>
              <a:buClr>
                <a:schemeClr val="dk2"/>
              </a:buClr>
              <a:buSzPts val="1900"/>
              <a:buChar char="■"/>
              <a:defRPr sz="1900">
                <a:solidFill>
                  <a:schemeClr val="dk2"/>
                </a:solidFill>
              </a:defRPr>
            </a:lvl9pPr>
          </a:lstStyle>
          <a:p/>
        </p:txBody>
      </p:sp>
      <p:sp>
        <p:nvSpPr>
          <p:cNvPr id="8" name="Google Shape;8;p1"/>
          <p:cNvSpPr txBox="1"/>
          <p:nvPr>
            <p:ph idx="12" type="sldNum"/>
          </p:nvPr>
        </p:nvSpPr>
        <p:spPr>
          <a:xfrm>
            <a:off x="11293784" y="6217622"/>
            <a:ext cx="731400" cy="524700"/>
          </a:xfrm>
          <a:prstGeom prst="rect">
            <a:avLst/>
          </a:prstGeom>
          <a:noFill/>
          <a:ln>
            <a:noFill/>
          </a:ln>
        </p:spPr>
        <p:txBody>
          <a:bodyPr anchorCtr="0" anchor="ctr" bIns="121875" lIns="121875" spcFirstLastPara="1" rIns="121875" wrap="square" tIns="121875">
            <a:normAutofit/>
          </a:bodyPr>
          <a:lstStyle>
            <a:lvl1pPr lvl="0" rtl="0" algn="r">
              <a:buNone/>
              <a:defRPr sz="1300">
                <a:solidFill>
                  <a:schemeClr val="dk2"/>
                </a:solidFill>
              </a:defRPr>
            </a:lvl1pPr>
            <a:lvl2pPr lvl="1" rtl="0" algn="r">
              <a:buNone/>
              <a:defRPr sz="1300">
                <a:solidFill>
                  <a:schemeClr val="dk2"/>
                </a:solidFill>
              </a:defRPr>
            </a:lvl2pPr>
            <a:lvl3pPr lvl="2" rtl="0" algn="r">
              <a:buNone/>
              <a:defRPr sz="1300">
                <a:solidFill>
                  <a:schemeClr val="dk2"/>
                </a:solidFill>
              </a:defRPr>
            </a:lvl3pPr>
            <a:lvl4pPr lvl="3" rtl="0" algn="r">
              <a:buNone/>
              <a:defRPr sz="1300">
                <a:solidFill>
                  <a:schemeClr val="dk2"/>
                </a:solidFill>
              </a:defRPr>
            </a:lvl4pPr>
            <a:lvl5pPr lvl="4" rtl="0" algn="r">
              <a:buNone/>
              <a:defRPr sz="1300">
                <a:solidFill>
                  <a:schemeClr val="dk2"/>
                </a:solidFill>
              </a:defRPr>
            </a:lvl5pPr>
            <a:lvl6pPr lvl="5" rtl="0" algn="r">
              <a:buNone/>
              <a:defRPr sz="1300">
                <a:solidFill>
                  <a:schemeClr val="dk2"/>
                </a:solidFill>
              </a:defRPr>
            </a:lvl6pPr>
            <a:lvl7pPr lvl="6" rtl="0" algn="r">
              <a:buNone/>
              <a:defRPr sz="1300">
                <a:solidFill>
                  <a:schemeClr val="dk2"/>
                </a:solidFill>
              </a:defRPr>
            </a:lvl7pPr>
            <a:lvl8pPr lvl="7" rtl="0" algn="r">
              <a:buNone/>
              <a:defRPr sz="1300">
                <a:solidFill>
                  <a:schemeClr val="dk2"/>
                </a:solidFill>
              </a:defRPr>
            </a:lvl8pPr>
            <a:lvl9pPr lvl="8" rtl="0" algn="r">
              <a:buNone/>
              <a:defRPr sz="13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sz="400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52" name="Google Shape;52;p13"/>
          <p:cNvSpPr txBox="1"/>
          <p:nvPr>
            <p:ph idx="1" type="body"/>
          </p:nvPr>
        </p:nvSpPr>
        <p:spPr>
          <a:xfrm>
            <a:off x="761809" y="1825633"/>
            <a:ext cx="10589400" cy="4351200"/>
          </a:xfrm>
          <a:prstGeom prst="rect">
            <a:avLst/>
          </a:prstGeom>
          <a:noFill/>
          <a:ln>
            <a:noFill/>
          </a:ln>
        </p:spPr>
        <p:txBody>
          <a:bodyPr anchorCtr="0" anchor="t" bIns="0" lIns="0" spcFirstLastPara="1" rIns="0" wrap="square" tIns="0">
            <a:noAutofit/>
          </a:bodyPr>
          <a:lstStyle>
            <a:lvl1pPr indent="-381000" lvl="0" marL="457200" marR="0" rtl="0" algn="l">
              <a:lnSpc>
                <a:spcPct val="90000"/>
              </a:lnSpc>
              <a:spcBef>
                <a:spcPts val="1100"/>
              </a:spcBef>
              <a:spcAft>
                <a:spcPts val="0"/>
              </a:spcAft>
              <a:buClr>
                <a:schemeClr val="accent1"/>
              </a:buClr>
              <a:buSzPts val="2400"/>
              <a:buFont typeface="DM Sans"/>
              <a:buChar char="•"/>
              <a:defRPr i="0" sz="2400" u="none" cap="none" strike="noStrike">
                <a:solidFill>
                  <a:schemeClr val="dk1"/>
                </a:solidFill>
                <a:latin typeface="DM Sans"/>
                <a:ea typeface="DM Sans"/>
                <a:cs typeface="DM Sans"/>
                <a:sym typeface="DM Sans"/>
              </a:defRPr>
            </a:lvl1pPr>
            <a:lvl2pPr indent="-355600" lvl="1" marL="914400" marR="0" rtl="0" algn="l">
              <a:lnSpc>
                <a:spcPct val="90000"/>
              </a:lnSpc>
              <a:spcBef>
                <a:spcPts val="500"/>
              </a:spcBef>
              <a:spcAft>
                <a:spcPts val="0"/>
              </a:spcAft>
              <a:buClr>
                <a:schemeClr val="accent4"/>
              </a:buClr>
              <a:buSzPts val="2000"/>
              <a:buFont typeface="DM Sans"/>
              <a:buChar char="•"/>
              <a:defRPr i="0" sz="2000" u="none" cap="none" strike="noStrike">
                <a:solidFill>
                  <a:schemeClr val="dk1"/>
                </a:solidFill>
                <a:latin typeface="DM Sans"/>
                <a:ea typeface="DM Sans"/>
                <a:cs typeface="DM Sans"/>
                <a:sym typeface="DM Sans"/>
              </a:defRPr>
            </a:lvl2pPr>
            <a:lvl3pPr indent="-330200" lvl="2" marL="1371600" marR="0" rtl="0" algn="l">
              <a:lnSpc>
                <a:spcPct val="90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3pPr>
            <a:lvl4pPr indent="-330200" lvl="3" marL="1828800" marR="0" rtl="0" algn="l">
              <a:lnSpc>
                <a:spcPct val="90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4pPr>
            <a:lvl5pPr indent="-330200" lvl="4" marL="2286000" marR="0" rtl="0" algn="l">
              <a:lnSpc>
                <a:spcPct val="90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5pPr>
            <a:lvl6pPr indent="-330200" lvl="5" marL="2743200" marR="0" rtl="0" algn="l">
              <a:lnSpc>
                <a:spcPct val="90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6pPr>
            <a:lvl7pPr indent="-330200" lvl="6" marL="3200400" marR="0" rtl="0" algn="l">
              <a:lnSpc>
                <a:spcPct val="90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7pPr>
            <a:lvl8pPr indent="-330200" lvl="7" marL="3657600" marR="0" rtl="0" algn="l">
              <a:lnSpc>
                <a:spcPct val="90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8pPr>
            <a:lvl9pPr indent="-330200" lvl="8" marL="4114800" marR="0" rtl="0" algn="l">
              <a:lnSpc>
                <a:spcPct val="90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9pPr>
          </a:lstStyle>
          <a:p/>
        </p:txBody>
      </p:sp>
      <p:sp>
        <p:nvSpPr>
          <p:cNvPr id="53" name="Google Shape;53;p13"/>
          <p:cNvSpPr txBox="1"/>
          <p:nvPr/>
        </p:nvSpPr>
        <p:spPr>
          <a:xfrm>
            <a:off x="646561" y="6361500"/>
            <a:ext cx="5377800" cy="415500"/>
          </a:xfrm>
          <a:prstGeom prst="rect">
            <a:avLst/>
          </a:prstGeom>
          <a:noFill/>
          <a:ln>
            <a:noFill/>
          </a:ln>
        </p:spPr>
        <p:txBody>
          <a:bodyPr anchorCtr="0" anchor="t" bIns="121875" lIns="121875" spcFirstLastPara="1" rIns="121875" wrap="square" tIns="121875">
            <a:spAutoFit/>
          </a:bodyPr>
          <a:lstStyle/>
          <a:p>
            <a:pPr indent="0" lvl="0" marL="0" rtl="0" algn="l">
              <a:spcBef>
                <a:spcPts val="0"/>
              </a:spcBef>
              <a:spcAft>
                <a:spcPts val="0"/>
              </a:spcAft>
              <a:buNone/>
            </a:pPr>
            <a:r>
              <a:rPr lang="en" sz="1100">
                <a:solidFill>
                  <a:schemeClr val="accent5"/>
                </a:solidFill>
                <a:latin typeface="DM Sans"/>
                <a:ea typeface="DM Sans"/>
                <a:cs typeface="DM Sans"/>
                <a:sym typeface="DM Sans"/>
              </a:rPr>
              <a:t>©2021 Databricks Inc. — All rights reserved</a:t>
            </a:r>
            <a:endParaRPr sz="1100">
              <a:solidFill>
                <a:schemeClr val="accent5"/>
              </a:solidFill>
              <a:latin typeface="DM Sans"/>
              <a:ea typeface="DM Sans"/>
              <a:cs typeface="DM Sans"/>
              <a:sym typeface="DM Sans"/>
            </a:endParaRPr>
          </a:p>
        </p:txBody>
      </p:sp>
      <p:pic>
        <p:nvPicPr>
          <p:cNvPr id="54" name="Google Shape;54;p13"/>
          <p:cNvPicPr preferRelativeResize="0"/>
          <p:nvPr/>
        </p:nvPicPr>
        <p:blipFill>
          <a:blip r:embed="rId1">
            <a:alphaModFix/>
          </a:blip>
          <a:stretch>
            <a:fillRect/>
          </a:stretch>
        </p:blipFill>
        <p:spPr>
          <a:xfrm>
            <a:off x="10665331" y="6473302"/>
            <a:ext cx="186720" cy="186720"/>
          </a:xfrm>
          <a:prstGeom prst="rect">
            <a:avLst/>
          </a:prstGeom>
          <a:noFill/>
          <a:ln>
            <a:noFill/>
          </a:ln>
        </p:spPr>
      </p:pic>
      <p:sp>
        <p:nvSpPr>
          <p:cNvPr id="55" name="Google Shape;55;p13"/>
          <p:cNvSpPr txBox="1"/>
          <p:nvPr>
            <p:ph idx="12" type="sldNum"/>
          </p:nvPr>
        </p:nvSpPr>
        <p:spPr>
          <a:xfrm>
            <a:off x="11097669" y="6473300"/>
            <a:ext cx="324300" cy="186600"/>
          </a:xfrm>
          <a:prstGeom prst="rect">
            <a:avLst/>
          </a:prstGeom>
          <a:noFill/>
          <a:ln>
            <a:noFill/>
          </a:ln>
        </p:spPr>
        <p:txBody>
          <a:bodyPr anchorCtr="0" anchor="t" bIns="0" lIns="0" spcFirstLastPara="1" rIns="0" wrap="square" tIns="0">
            <a:noAutofit/>
          </a:bodyPr>
          <a:lstStyle>
            <a:lvl1pPr lvl="0" rtl="0" algn="r">
              <a:buNone/>
              <a:defRPr sz="1100">
                <a:solidFill>
                  <a:schemeClr val="accent5"/>
                </a:solidFill>
                <a:latin typeface="DM Sans"/>
                <a:ea typeface="DM Sans"/>
                <a:cs typeface="DM Sans"/>
                <a:sym typeface="DM Sans"/>
              </a:defRPr>
            </a:lvl1pPr>
            <a:lvl2pPr lvl="1" rtl="0" algn="r">
              <a:buNone/>
              <a:defRPr sz="1100">
                <a:solidFill>
                  <a:schemeClr val="accent5"/>
                </a:solidFill>
                <a:latin typeface="DM Sans"/>
                <a:ea typeface="DM Sans"/>
                <a:cs typeface="DM Sans"/>
                <a:sym typeface="DM Sans"/>
              </a:defRPr>
            </a:lvl2pPr>
            <a:lvl3pPr lvl="2" rtl="0" algn="r">
              <a:buNone/>
              <a:defRPr sz="1100">
                <a:solidFill>
                  <a:schemeClr val="accent5"/>
                </a:solidFill>
                <a:latin typeface="DM Sans"/>
                <a:ea typeface="DM Sans"/>
                <a:cs typeface="DM Sans"/>
                <a:sym typeface="DM Sans"/>
              </a:defRPr>
            </a:lvl3pPr>
            <a:lvl4pPr lvl="3" rtl="0" algn="r">
              <a:buNone/>
              <a:defRPr sz="1100">
                <a:solidFill>
                  <a:schemeClr val="accent5"/>
                </a:solidFill>
                <a:latin typeface="DM Sans"/>
                <a:ea typeface="DM Sans"/>
                <a:cs typeface="DM Sans"/>
                <a:sym typeface="DM Sans"/>
              </a:defRPr>
            </a:lvl4pPr>
            <a:lvl5pPr lvl="4" rtl="0" algn="r">
              <a:buNone/>
              <a:defRPr sz="1100">
                <a:solidFill>
                  <a:schemeClr val="accent5"/>
                </a:solidFill>
                <a:latin typeface="DM Sans"/>
                <a:ea typeface="DM Sans"/>
                <a:cs typeface="DM Sans"/>
                <a:sym typeface="DM Sans"/>
              </a:defRPr>
            </a:lvl5pPr>
            <a:lvl6pPr lvl="5" rtl="0" algn="r">
              <a:buNone/>
              <a:defRPr sz="1100">
                <a:solidFill>
                  <a:schemeClr val="accent5"/>
                </a:solidFill>
                <a:latin typeface="DM Sans"/>
                <a:ea typeface="DM Sans"/>
                <a:cs typeface="DM Sans"/>
                <a:sym typeface="DM Sans"/>
              </a:defRPr>
            </a:lvl6pPr>
            <a:lvl7pPr lvl="6" rtl="0" algn="r">
              <a:buNone/>
              <a:defRPr sz="1100">
                <a:solidFill>
                  <a:schemeClr val="accent5"/>
                </a:solidFill>
                <a:latin typeface="DM Sans"/>
                <a:ea typeface="DM Sans"/>
                <a:cs typeface="DM Sans"/>
                <a:sym typeface="DM Sans"/>
              </a:defRPr>
            </a:lvl7pPr>
            <a:lvl8pPr lvl="7" rtl="0" algn="r">
              <a:buNone/>
              <a:defRPr sz="1100">
                <a:solidFill>
                  <a:schemeClr val="accent5"/>
                </a:solidFill>
                <a:latin typeface="DM Sans"/>
                <a:ea typeface="DM Sans"/>
                <a:cs typeface="DM Sans"/>
                <a:sym typeface="DM Sans"/>
              </a:defRPr>
            </a:lvl8pPr>
            <a:lvl9pPr lvl="8" rtl="0" algn="r">
              <a:buNone/>
              <a:defRPr sz="1100">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 id="2147483683" r:id="rId26"/>
    <p:sldLayoutId id="2147483684" r:id="rId27"/>
    <p:sldLayoutId id="2147483685" r:id="rId28"/>
    <p:sldLayoutId id="2147483686" r:id="rId2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384">
          <p15:clr>
            <a:srgbClr val="EA4335"/>
          </p15:clr>
        </p15:guide>
        <p15:guide id="2" pos="480">
          <p15:clr>
            <a:srgbClr val="EA4335"/>
          </p15:clr>
        </p15:guide>
        <p15:guide id="3" pos="960">
          <p15:clr>
            <a:srgbClr val="EA4335"/>
          </p15:clr>
        </p15:guide>
        <p15:guide id="4" pos="1056">
          <p15:clr>
            <a:srgbClr val="EA4335"/>
          </p15:clr>
        </p15:guide>
        <p15:guide id="5" pos="1518">
          <p15:clr>
            <a:srgbClr val="EA4335"/>
          </p15:clr>
        </p15:guide>
        <p15:guide id="6" pos="1614">
          <p15:clr>
            <a:srgbClr val="EA4335"/>
          </p15:clr>
        </p15:guide>
        <p15:guide id="7" pos="2091">
          <p15:clr>
            <a:srgbClr val="EA4335"/>
          </p15:clr>
        </p15:guide>
        <p15:guide id="8" pos="2185">
          <p15:clr>
            <a:srgbClr val="EA4335"/>
          </p15:clr>
        </p15:guide>
        <p15:guide id="9" pos="2651">
          <p15:clr>
            <a:srgbClr val="EA4335"/>
          </p15:clr>
        </p15:guide>
        <p15:guide id="10" pos="2755">
          <p15:clr>
            <a:srgbClr val="EA4335"/>
          </p15:clr>
        </p15:guide>
        <p15:guide id="11" pos="3223">
          <p15:clr>
            <a:srgbClr val="EA4335"/>
          </p15:clr>
        </p15:guide>
        <p15:guide id="12" pos="3326">
          <p15:clr>
            <a:srgbClr val="EA4335"/>
          </p15:clr>
        </p15:guide>
        <p15:guide id="13" pos="3795">
          <p15:clr>
            <a:srgbClr val="EA4335"/>
          </p15:clr>
        </p15:guide>
        <p15:guide id="14" pos="3883">
          <p15:clr>
            <a:srgbClr val="EA4335"/>
          </p15:clr>
        </p15:guide>
        <p15:guide id="15" pos="4367">
          <p15:clr>
            <a:srgbClr val="EA4335"/>
          </p15:clr>
        </p15:guide>
        <p15:guide id="16" pos="4455">
          <p15:clr>
            <a:srgbClr val="EA4335"/>
          </p15:clr>
        </p15:guide>
        <p15:guide id="17" pos="4923">
          <p15:clr>
            <a:srgbClr val="EA4335"/>
          </p15:clr>
        </p15:guide>
        <p15:guide id="18" pos="5027">
          <p15:clr>
            <a:srgbClr val="EA4335"/>
          </p15:clr>
        </p15:guide>
        <p15:guide id="19" pos="5493">
          <p15:clr>
            <a:srgbClr val="EA4335"/>
          </p15:clr>
        </p15:guide>
        <p15:guide id="20" pos="5587">
          <p15:clr>
            <a:srgbClr val="EA4335"/>
          </p15:clr>
        </p15:guide>
        <p15:guide id="21" pos="6064">
          <p15:clr>
            <a:srgbClr val="EA4335"/>
          </p15:clr>
        </p15:guide>
        <p15:guide id="22" pos="6161">
          <p15:clr>
            <a:srgbClr val="EA4335"/>
          </p15:clr>
        </p15:guide>
        <p15:guide id="23" pos="6622">
          <p15:clr>
            <a:srgbClr val="EA4335"/>
          </p15:clr>
        </p15:guide>
        <p15:guide id="24" pos="6718">
          <p15:clr>
            <a:srgbClr val="EA4335"/>
          </p15:clr>
        </p15:guide>
        <p15:guide id="25" pos="7198">
          <p15:clr>
            <a:srgbClr val="EA4335"/>
          </p15:clr>
        </p15:guide>
        <p15:guide id="26" pos="7294">
          <p15:clr>
            <a:srgbClr val="EA4335"/>
          </p15:clr>
        </p15:guide>
        <p15:guide id="27" orient="horz" pos="3936">
          <p15:clr>
            <a:srgbClr val="EA4335"/>
          </p15:clr>
        </p15:guide>
        <p15:guide id="28" orient="horz" pos="384">
          <p15:clr>
            <a:srgbClr val="EA4335"/>
          </p15:clr>
        </p15:guide>
        <p15:guide id="29" pos="3839">
          <p15:clr>
            <a:srgbClr val="EA4335"/>
          </p15:clr>
        </p15:guide>
        <p15:guide id="30" orient="horz" pos="216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 Id="rId3" Type="http://schemas.openxmlformats.org/officeDocument/2006/relationships/slide" Target="/ppt/slides/slide5.xml"/><Relationship Id="rId4" Type="http://schemas.openxmlformats.org/officeDocument/2006/relationships/slide" Target="/ppt/slides/slide13.xml"/><Relationship Id="rId9" Type="http://schemas.openxmlformats.org/officeDocument/2006/relationships/slide" Target="/ppt/slides/slide87.xml"/><Relationship Id="rId5" Type="http://schemas.openxmlformats.org/officeDocument/2006/relationships/slide" Target="/ppt/slides/slide45.xml"/><Relationship Id="rId6" Type="http://schemas.openxmlformats.org/officeDocument/2006/relationships/slide" Target="/ppt/slides/slide52.xml"/><Relationship Id="rId7" Type="http://schemas.openxmlformats.org/officeDocument/2006/relationships/slide" Target="/ppt/slides/slide53.xml"/><Relationship Id="rId8" Type="http://schemas.openxmlformats.org/officeDocument/2006/relationships/slide" Target="/ppt/slides/slide53.xml"/><Relationship Id="rId10" Type="http://schemas.openxmlformats.org/officeDocument/2006/relationships/hyperlink" Target="https://docs.google.com/document/d/1MDxe_AEZBGSZ926-oDzB0KsmYHF5JizJ1QMD8FgM6UA/edit?usp=sharin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 Id="rId3" Type="http://schemas.openxmlformats.org/officeDocument/2006/relationships/image" Target="../media/image105.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hyperlink" Target="https://drive.google.com/open?id=1t-p4ykPOs5J1C77EPoyZQ9fIM8kZfQX0&amp;authuser=andrew.pons%40databricks.com&amp;usp=drive_f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slide" Target="/ppt/slid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103.jp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146.jp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140.jp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270.jp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7.xml"/><Relationship Id="rId3" Type="http://schemas.openxmlformats.org/officeDocument/2006/relationships/image" Target="../media/image10.png"/><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9.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8.xml"/><Relationship Id="rId3" Type="http://schemas.openxmlformats.org/officeDocument/2006/relationships/image" Target="../media/image49.png"/><Relationship Id="rId4" Type="http://schemas.openxmlformats.org/officeDocument/2006/relationships/image" Target="../media/image64.png"/><Relationship Id="rId5" Type="http://schemas.openxmlformats.org/officeDocument/2006/relationships/image" Target="../media/image45.png"/><Relationship Id="rId6" Type="http://schemas.openxmlformats.org/officeDocument/2006/relationships/image" Target="../media/image5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9.xml"/><Relationship Id="rId3" Type="http://schemas.openxmlformats.org/officeDocument/2006/relationships/image" Target="../media/image22.png"/><Relationship Id="rId4" Type="http://schemas.openxmlformats.org/officeDocument/2006/relationships/image" Target="../media/image13.png"/><Relationship Id="rId9" Type="http://schemas.openxmlformats.org/officeDocument/2006/relationships/image" Target="../media/image16.png"/><Relationship Id="rId5" Type="http://schemas.openxmlformats.org/officeDocument/2006/relationships/image" Target="../media/image18.png"/><Relationship Id="rId6" Type="http://schemas.openxmlformats.org/officeDocument/2006/relationships/image" Target="../media/image14.png"/><Relationship Id="rId7" Type="http://schemas.openxmlformats.org/officeDocument/2006/relationships/image" Target="../media/image20.png"/><Relationship Id="rId8" Type="http://schemas.openxmlformats.org/officeDocument/2006/relationships/image" Target="../media/image19.png"/><Relationship Id="rId10" Type="http://schemas.openxmlformats.org/officeDocument/2006/relationships/image" Target="../media/image1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0.xml"/><Relationship Id="rId3" Type="http://schemas.openxmlformats.org/officeDocument/2006/relationships/image" Target="../media/image15.png"/><Relationship Id="rId4" Type="http://schemas.openxmlformats.org/officeDocument/2006/relationships/image" Target="../media/image21.png"/><Relationship Id="rId9" Type="http://schemas.openxmlformats.org/officeDocument/2006/relationships/image" Target="../media/image27.png"/><Relationship Id="rId5" Type="http://schemas.openxmlformats.org/officeDocument/2006/relationships/image" Target="../media/image23.png"/><Relationship Id="rId6" Type="http://schemas.openxmlformats.org/officeDocument/2006/relationships/image" Target="../media/image24.jpg"/><Relationship Id="rId7" Type="http://schemas.openxmlformats.org/officeDocument/2006/relationships/image" Target="../media/image31.png"/><Relationship Id="rId8" Type="http://schemas.openxmlformats.org/officeDocument/2006/relationships/image" Target="../media/image26.jpg"/><Relationship Id="rId11" Type="http://schemas.openxmlformats.org/officeDocument/2006/relationships/image" Target="../media/image40.jpg"/><Relationship Id="rId10" Type="http://schemas.openxmlformats.org/officeDocument/2006/relationships/image" Target="../media/image25.jpg"/><Relationship Id="rId13" Type="http://schemas.openxmlformats.org/officeDocument/2006/relationships/image" Target="../media/image30.png"/><Relationship Id="rId12" Type="http://schemas.openxmlformats.org/officeDocument/2006/relationships/image" Target="../media/image29.jpg"/><Relationship Id="rId15" Type="http://schemas.openxmlformats.org/officeDocument/2006/relationships/image" Target="../media/image32.png"/><Relationship Id="rId14" Type="http://schemas.openxmlformats.org/officeDocument/2006/relationships/image" Target="../media/image28.png"/><Relationship Id="rId17" Type="http://schemas.openxmlformats.org/officeDocument/2006/relationships/image" Target="../media/image76.png"/><Relationship Id="rId16" Type="http://schemas.openxmlformats.org/officeDocument/2006/relationships/image" Target="../media/image3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2.xml"/><Relationship Id="rId3" Type="http://schemas.openxmlformats.org/officeDocument/2006/relationships/image" Target="../media/image15.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8.gi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4.xml"/><Relationship Id="rId3" Type="http://schemas.openxmlformats.org/officeDocument/2006/relationships/image" Target="../media/image36.png"/><Relationship Id="rId4" Type="http://schemas.openxmlformats.org/officeDocument/2006/relationships/image" Target="../media/image48.png"/><Relationship Id="rId9" Type="http://schemas.openxmlformats.org/officeDocument/2006/relationships/image" Target="../media/image47.gif"/><Relationship Id="rId5" Type="http://schemas.openxmlformats.org/officeDocument/2006/relationships/image" Target="../media/image37.png"/><Relationship Id="rId6" Type="http://schemas.openxmlformats.org/officeDocument/2006/relationships/image" Target="../media/image33.png"/><Relationship Id="rId7" Type="http://schemas.openxmlformats.org/officeDocument/2006/relationships/image" Target="../media/image44.png"/><Relationship Id="rId8" Type="http://schemas.openxmlformats.org/officeDocument/2006/relationships/image" Target="../media/image39.png"/><Relationship Id="rId11" Type="http://schemas.openxmlformats.org/officeDocument/2006/relationships/image" Target="../media/image51.gif"/><Relationship Id="rId10" Type="http://schemas.openxmlformats.org/officeDocument/2006/relationships/image" Target="../media/image42.gi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5.xml"/><Relationship Id="rId3" Type="http://schemas.openxmlformats.org/officeDocument/2006/relationships/image" Target="../media/image43.png"/><Relationship Id="rId4" Type="http://schemas.openxmlformats.org/officeDocument/2006/relationships/image" Target="../media/image41.png"/><Relationship Id="rId9" Type="http://schemas.openxmlformats.org/officeDocument/2006/relationships/image" Target="../media/image57.png"/><Relationship Id="rId5" Type="http://schemas.openxmlformats.org/officeDocument/2006/relationships/image" Target="../media/image46.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png"/><Relationship Id="rId11" Type="http://schemas.openxmlformats.org/officeDocument/2006/relationships/image" Target="../media/image55.png"/><Relationship Id="rId10" Type="http://schemas.openxmlformats.org/officeDocument/2006/relationships/image" Target="../media/image60.png"/><Relationship Id="rId13" Type="http://schemas.openxmlformats.org/officeDocument/2006/relationships/image" Target="../media/image11.png"/><Relationship Id="rId12" Type="http://schemas.openxmlformats.org/officeDocument/2006/relationships/image" Target="../media/image10.png"/><Relationship Id="rId15" Type="http://schemas.openxmlformats.org/officeDocument/2006/relationships/image" Target="../media/image63.png"/><Relationship Id="rId14" Type="http://schemas.openxmlformats.org/officeDocument/2006/relationships/image" Target="../media/image58.png"/><Relationship Id="rId16" Type="http://schemas.openxmlformats.org/officeDocument/2006/relationships/image" Target="../media/image5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6.xml"/><Relationship Id="rId3" Type="http://schemas.openxmlformats.org/officeDocument/2006/relationships/image" Target="../media/image59.png"/><Relationship Id="rId4" Type="http://schemas.openxmlformats.org/officeDocument/2006/relationships/image" Target="../media/image65.png"/><Relationship Id="rId5" Type="http://schemas.openxmlformats.org/officeDocument/2006/relationships/image" Target="../media/image62.png"/><Relationship Id="rId6" Type="http://schemas.openxmlformats.org/officeDocument/2006/relationships/image" Target="../media/image61.png"/><Relationship Id="rId7" Type="http://schemas.openxmlformats.org/officeDocument/2006/relationships/image" Target="../media/image67.png"/><Relationship Id="rId8" Type="http://schemas.openxmlformats.org/officeDocument/2006/relationships/image" Target="../media/image66.png"/></Relationships>
</file>

<file path=ppt/slides/_rels/slide57.xml.rels><?xml version="1.0" encoding="UTF-8" standalone="yes"?><Relationships xmlns="http://schemas.openxmlformats.org/package/2006/relationships"><Relationship Id="rId20" Type="http://schemas.openxmlformats.org/officeDocument/2006/relationships/image" Target="../media/image91.png"/><Relationship Id="rId1" Type="http://schemas.openxmlformats.org/officeDocument/2006/relationships/slideLayout" Target="../slideLayouts/slideLayout16.xml"/><Relationship Id="rId2" Type="http://schemas.openxmlformats.org/officeDocument/2006/relationships/notesSlide" Target="../notesSlides/notesSlide57.xml"/><Relationship Id="rId3" Type="http://schemas.openxmlformats.org/officeDocument/2006/relationships/image" Target="../media/image68.png"/><Relationship Id="rId4" Type="http://schemas.openxmlformats.org/officeDocument/2006/relationships/image" Target="../media/image71.png"/><Relationship Id="rId9" Type="http://schemas.openxmlformats.org/officeDocument/2006/relationships/image" Target="../media/image73.png"/><Relationship Id="rId5" Type="http://schemas.openxmlformats.org/officeDocument/2006/relationships/image" Target="../media/image70.png"/><Relationship Id="rId6" Type="http://schemas.openxmlformats.org/officeDocument/2006/relationships/image" Target="../media/image69.png"/><Relationship Id="rId7" Type="http://schemas.openxmlformats.org/officeDocument/2006/relationships/image" Target="../media/image74.png"/><Relationship Id="rId8" Type="http://schemas.openxmlformats.org/officeDocument/2006/relationships/image" Target="../media/image78.png"/><Relationship Id="rId11" Type="http://schemas.openxmlformats.org/officeDocument/2006/relationships/image" Target="../media/image72.png"/><Relationship Id="rId10" Type="http://schemas.openxmlformats.org/officeDocument/2006/relationships/image" Target="../media/image82.png"/><Relationship Id="rId13" Type="http://schemas.openxmlformats.org/officeDocument/2006/relationships/image" Target="../media/image77.png"/><Relationship Id="rId12" Type="http://schemas.openxmlformats.org/officeDocument/2006/relationships/image" Target="../media/image81.png"/><Relationship Id="rId15" Type="http://schemas.openxmlformats.org/officeDocument/2006/relationships/image" Target="../media/image79.png"/><Relationship Id="rId14" Type="http://schemas.openxmlformats.org/officeDocument/2006/relationships/image" Target="../media/image75.png"/><Relationship Id="rId17" Type="http://schemas.openxmlformats.org/officeDocument/2006/relationships/image" Target="../media/image83.png"/><Relationship Id="rId16" Type="http://schemas.openxmlformats.org/officeDocument/2006/relationships/image" Target="../media/image80.png"/><Relationship Id="rId19" Type="http://schemas.openxmlformats.org/officeDocument/2006/relationships/image" Target="../media/image86.png"/><Relationship Id="rId18" Type="http://schemas.openxmlformats.org/officeDocument/2006/relationships/image" Target="../media/image8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8.xml"/><Relationship Id="rId3" Type="http://schemas.openxmlformats.org/officeDocument/2006/relationships/image" Target="../media/image92.png"/><Relationship Id="rId4" Type="http://schemas.openxmlformats.org/officeDocument/2006/relationships/image" Target="../media/image89.png"/><Relationship Id="rId9" Type="http://schemas.openxmlformats.org/officeDocument/2006/relationships/image" Target="../media/image90.png"/><Relationship Id="rId5" Type="http://schemas.openxmlformats.org/officeDocument/2006/relationships/image" Target="../media/image95.png"/><Relationship Id="rId6" Type="http://schemas.openxmlformats.org/officeDocument/2006/relationships/image" Target="../media/image84.png"/><Relationship Id="rId7" Type="http://schemas.openxmlformats.org/officeDocument/2006/relationships/image" Target="../media/image97.png"/><Relationship Id="rId8" Type="http://schemas.openxmlformats.org/officeDocument/2006/relationships/image" Target="../media/image93.png"/><Relationship Id="rId11" Type="http://schemas.openxmlformats.org/officeDocument/2006/relationships/image" Target="../media/image96.png"/><Relationship Id="rId10" Type="http://schemas.openxmlformats.org/officeDocument/2006/relationships/image" Target="../media/image94.png"/><Relationship Id="rId13" Type="http://schemas.openxmlformats.org/officeDocument/2006/relationships/image" Target="../media/image88.png"/><Relationship Id="rId12" Type="http://schemas.openxmlformats.org/officeDocument/2006/relationships/image" Target="../media/image87.png"/><Relationship Id="rId14" Type="http://schemas.openxmlformats.org/officeDocument/2006/relationships/image" Target="../media/image10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9.xml"/><Relationship Id="rId3" Type="http://schemas.openxmlformats.org/officeDocument/2006/relationships/image" Target="../media/image111.png"/><Relationship Id="rId4" Type="http://schemas.openxmlformats.org/officeDocument/2006/relationships/image" Target="../media/image102.png"/><Relationship Id="rId9" Type="http://schemas.openxmlformats.org/officeDocument/2006/relationships/image" Target="../media/image99.png"/><Relationship Id="rId5" Type="http://schemas.openxmlformats.org/officeDocument/2006/relationships/image" Target="../media/image107.png"/><Relationship Id="rId6" Type="http://schemas.openxmlformats.org/officeDocument/2006/relationships/image" Target="../media/image106.png"/><Relationship Id="rId7" Type="http://schemas.openxmlformats.org/officeDocument/2006/relationships/image" Target="../media/image101.png"/><Relationship Id="rId8" Type="http://schemas.openxmlformats.org/officeDocument/2006/relationships/image" Target="../media/image98.png"/><Relationship Id="rId11" Type="http://schemas.openxmlformats.org/officeDocument/2006/relationships/image" Target="../media/image110.png"/><Relationship Id="rId10" Type="http://schemas.openxmlformats.org/officeDocument/2006/relationships/image" Target="../media/image141.png"/><Relationship Id="rId13" Type="http://schemas.openxmlformats.org/officeDocument/2006/relationships/image" Target="../media/image108.png"/><Relationship Id="rId12" Type="http://schemas.openxmlformats.org/officeDocument/2006/relationships/image" Target="../media/image114.png"/><Relationship Id="rId14" Type="http://schemas.openxmlformats.org/officeDocument/2006/relationships/image" Target="../media/image11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0.xml"/><Relationship Id="rId3" Type="http://schemas.openxmlformats.org/officeDocument/2006/relationships/image" Target="../media/image109.png"/><Relationship Id="rId4" Type="http://schemas.openxmlformats.org/officeDocument/2006/relationships/image" Target="../media/image104.png"/><Relationship Id="rId9" Type="http://schemas.openxmlformats.org/officeDocument/2006/relationships/image" Target="../media/image115.png"/><Relationship Id="rId5" Type="http://schemas.openxmlformats.org/officeDocument/2006/relationships/image" Target="../media/image116.png"/><Relationship Id="rId6" Type="http://schemas.openxmlformats.org/officeDocument/2006/relationships/image" Target="../media/image112.png"/><Relationship Id="rId7" Type="http://schemas.openxmlformats.org/officeDocument/2006/relationships/image" Target="../media/image117.png"/><Relationship Id="rId8" Type="http://schemas.openxmlformats.org/officeDocument/2006/relationships/image" Target="../media/image118.png"/><Relationship Id="rId11" Type="http://schemas.openxmlformats.org/officeDocument/2006/relationships/image" Target="../media/image12.png"/><Relationship Id="rId10" Type="http://schemas.openxmlformats.org/officeDocument/2006/relationships/image" Target="../media/image120.png"/><Relationship Id="rId13" Type="http://schemas.openxmlformats.org/officeDocument/2006/relationships/image" Target="../media/image132.png"/><Relationship Id="rId12" Type="http://schemas.openxmlformats.org/officeDocument/2006/relationships/image" Target="../media/image124.png"/><Relationship Id="rId14" Type="http://schemas.openxmlformats.org/officeDocument/2006/relationships/image" Target="../media/image12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1.xml"/><Relationship Id="rId3" Type="http://schemas.openxmlformats.org/officeDocument/2006/relationships/image" Target="../media/image121.png"/><Relationship Id="rId4" Type="http://schemas.openxmlformats.org/officeDocument/2006/relationships/image" Target="../media/image119.png"/><Relationship Id="rId9" Type="http://schemas.openxmlformats.org/officeDocument/2006/relationships/image" Target="../media/image122.png"/><Relationship Id="rId5" Type="http://schemas.openxmlformats.org/officeDocument/2006/relationships/image" Target="../media/image128.png"/><Relationship Id="rId6" Type="http://schemas.openxmlformats.org/officeDocument/2006/relationships/image" Target="../media/image123.png"/><Relationship Id="rId7" Type="http://schemas.openxmlformats.org/officeDocument/2006/relationships/image" Target="../media/image208.png"/><Relationship Id="rId8" Type="http://schemas.openxmlformats.org/officeDocument/2006/relationships/image" Target="../media/image125.png"/><Relationship Id="rId11" Type="http://schemas.openxmlformats.org/officeDocument/2006/relationships/image" Target="../media/image130.png"/><Relationship Id="rId10" Type="http://schemas.openxmlformats.org/officeDocument/2006/relationships/image" Target="../media/image127.png"/><Relationship Id="rId13" Type="http://schemas.openxmlformats.org/officeDocument/2006/relationships/image" Target="../media/image134.png"/><Relationship Id="rId12" Type="http://schemas.openxmlformats.org/officeDocument/2006/relationships/image" Target="../media/image129.png"/><Relationship Id="rId14" Type="http://schemas.openxmlformats.org/officeDocument/2006/relationships/image" Target="../media/image13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2.xml"/><Relationship Id="rId3" Type="http://schemas.openxmlformats.org/officeDocument/2006/relationships/image" Target="../media/image138.png"/><Relationship Id="rId4" Type="http://schemas.openxmlformats.org/officeDocument/2006/relationships/image" Target="../media/image143.png"/><Relationship Id="rId9" Type="http://schemas.openxmlformats.org/officeDocument/2006/relationships/image" Target="../media/image136.png"/><Relationship Id="rId5" Type="http://schemas.openxmlformats.org/officeDocument/2006/relationships/image" Target="../media/image137.png"/><Relationship Id="rId6" Type="http://schemas.openxmlformats.org/officeDocument/2006/relationships/image" Target="../media/image139.png"/><Relationship Id="rId7" Type="http://schemas.openxmlformats.org/officeDocument/2006/relationships/image" Target="../media/image133.png"/><Relationship Id="rId8" Type="http://schemas.openxmlformats.org/officeDocument/2006/relationships/image" Target="../media/image135.png"/><Relationship Id="rId11" Type="http://schemas.openxmlformats.org/officeDocument/2006/relationships/image" Target="../media/image144.png"/><Relationship Id="rId10" Type="http://schemas.openxmlformats.org/officeDocument/2006/relationships/image" Target="../media/image142.png"/><Relationship Id="rId13" Type="http://schemas.openxmlformats.org/officeDocument/2006/relationships/image" Target="../media/image147.png"/><Relationship Id="rId12" Type="http://schemas.openxmlformats.org/officeDocument/2006/relationships/image" Target="../media/image145.png"/><Relationship Id="rId14" Type="http://schemas.openxmlformats.org/officeDocument/2006/relationships/image" Target="../media/image14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3.xml"/><Relationship Id="rId3" Type="http://schemas.openxmlformats.org/officeDocument/2006/relationships/image" Target="../media/image152.png"/><Relationship Id="rId4" Type="http://schemas.openxmlformats.org/officeDocument/2006/relationships/image" Target="../media/image151.png"/><Relationship Id="rId9" Type="http://schemas.openxmlformats.org/officeDocument/2006/relationships/image" Target="../media/image157.png"/><Relationship Id="rId5" Type="http://schemas.openxmlformats.org/officeDocument/2006/relationships/image" Target="../media/image153.png"/><Relationship Id="rId6" Type="http://schemas.openxmlformats.org/officeDocument/2006/relationships/image" Target="../media/image150.png"/><Relationship Id="rId7" Type="http://schemas.openxmlformats.org/officeDocument/2006/relationships/image" Target="../media/image158.png"/><Relationship Id="rId8" Type="http://schemas.openxmlformats.org/officeDocument/2006/relationships/image" Target="../media/image149.png"/><Relationship Id="rId11" Type="http://schemas.openxmlformats.org/officeDocument/2006/relationships/image" Target="../media/image156.png"/><Relationship Id="rId10" Type="http://schemas.openxmlformats.org/officeDocument/2006/relationships/image" Target="../media/image166.png"/><Relationship Id="rId13" Type="http://schemas.openxmlformats.org/officeDocument/2006/relationships/image" Target="../media/image162.png"/><Relationship Id="rId12" Type="http://schemas.openxmlformats.org/officeDocument/2006/relationships/image" Target="../media/image154.png"/><Relationship Id="rId14" Type="http://schemas.openxmlformats.org/officeDocument/2006/relationships/image" Target="../media/image15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4.xml"/><Relationship Id="rId3" Type="http://schemas.openxmlformats.org/officeDocument/2006/relationships/image" Target="../media/image161.png"/><Relationship Id="rId4" Type="http://schemas.openxmlformats.org/officeDocument/2006/relationships/image" Target="../media/image159.png"/><Relationship Id="rId9" Type="http://schemas.openxmlformats.org/officeDocument/2006/relationships/image" Target="../media/image163.png"/><Relationship Id="rId5" Type="http://schemas.openxmlformats.org/officeDocument/2006/relationships/image" Target="../media/image164.png"/><Relationship Id="rId6" Type="http://schemas.openxmlformats.org/officeDocument/2006/relationships/image" Target="../media/image160.png"/><Relationship Id="rId7" Type="http://schemas.openxmlformats.org/officeDocument/2006/relationships/image" Target="../media/image165.png"/><Relationship Id="rId8" Type="http://schemas.openxmlformats.org/officeDocument/2006/relationships/image" Target="../media/image168.png"/><Relationship Id="rId11" Type="http://schemas.openxmlformats.org/officeDocument/2006/relationships/image" Target="../media/image167.png"/><Relationship Id="rId10" Type="http://schemas.openxmlformats.org/officeDocument/2006/relationships/image" Target="../media/image172.png"/><Relationship Id="rId13" Type="http://schemas.openxmlformats.org/officeDocument/2006/relationships/image" Target="../media/image170.png"/><Relationship Id="rId12" Type="http://schemas.openxmlformats.org/officeDocument/2006/relationships/image" Target="../media/image169.png"/><Relationship Id="rId14" Type="http://schemas.openxmlformats.org/officeDocument/2006/relationships/image" Target="../media/image17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5.xml"/><Relationship Id="rId3" Type="http://schemas.openxmlformats.org/officeDocument/2006/relationships/image" Target="../media/image174.png"/><Relationship Id="rId4" Type="http://schemas.openxmlformats.org/officeDocument/2006/relationships/image" Target="../media/image188.png"/><Relationship Id="rId9" Type="http://schemas.openxmlformats.org/officeDocument/2006/relationships/image" Target="../media/image180.png"/><Relationship Id="rId5" Type="http://schemas.openxmlformats.org/officeDocument/2006/relationships/image" Target="../media/image175.png"/><Relationship Id="rId6" Type="http://schemas.openxmlformats.org/officeDocument/2006/relationships/image" Target="../media/image173.png"/><Relationship Id="rId7" Type="http://schemas.openxmlformats.org/officeDocument/2006/relationships/image" Target="../media/image176.png"/><Relationship Id="rId8" Type="http://schemas.openxmlformats.org/officeDocument/2006/relationships/image" Target="../media/image177.png"/><Relationship Id="rId11" Type="http://schemas.openxmlformats.org/officeDocument/2006/relationships/image" Target="../media/image185.png"/><Relationship Id="rId10" Type="http://schemas.openxmlformats.org/officeDocument/2006/relationships/image" Target="../media/image184.png"/><Relationship Id="rId13" Type="http://schemas.openxmlformats.org/officeDocument/2006/relationships/image" Target="../media/image183.png"/><Relationship Id="rId12" Type="http://schemas.openxmlformats.org/officeDocument/2006/relationships/image" Target="../media/image178.png"/><Relationship Id="rId14" Type="http://schemas.openxmlformats.org/officeDocument/2006/relationships/image" Target="../media/image17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6.xml"/><Relationship Id="rId3" Type="http://schemas.openxmlformats.org/officeDocument/2006/relationships/image" Target="../media/image194.png"/><Relationship Id="rId4" Type="http://schemas.openxmlformats.org/officeDocument/2006/relationships/image" Target="../media/image181.png"/><Relationship Id="rId9" Type="http://schemas.openxmlformats.org/officeDocument/2006/relationships/image" Target="../media/image187.png"/><Relationship Id="rId5" Type="http://schemas.openxmlformats.org/officeDocument/2006/relationships/image" Target="../media/image182.png"/><Relationship Id="rId6" Type="http://schemas.openxmlformats.org/officeDocument/2006/relationships/image" Target="../media/image186.png"/><Relationship Id="rId7" Type="http://schemas.openxmlformats.org/officeDocument/2006/relationships/image" Target="../media/image191.png"/><Relationship Id="rId8" Type="http://schemas.openxmlformats.org/officeDocument/2006/relationships/image" Target="../media/image192.png"/><Relationship Id="rId11" Type="http://schemas.openxmlformats.org/officeDocument/2006/relationships/image" Target="../media/image190.png"/><Relationship Id="rId10" Type="http://schemas.openxmlformats.org/officeDocument/2006/relationships/image" Target="../media/image189.png"/><Relationship Id="rId13" Type="http://schemas.openxmlformats.org/officeDocument/2006/relationships/image" Target="../media/image195.png"/><Relationship Id="rId12" Type="http://schemas.openxmlformats.org/officeDocument/2006/relationships/image" Target="../media/image193.png"/><Relationship Id="rId14" Type="http://schemas.openxmlformats.org/officeDocument/2006/relationships/image" Target="../media/image196.png"/></Relationships>
</file>

<file path=ppt/slides/_rels/slide67.xml.rels><?xml version="1.0" encoding="UTF-8" standalone="yes"?><Relationships xmlns="http://schemas.openxmlformats.org/package/2006/relationships"><Relationship Id="rId20" Type="http://schemas.openxmlformats.org/officeDocument/2006/relationships/image" Target="../media/image210.png"/><Relationship Id="rId1" Type="http://schemas.openxmlformats.org/officeDocument/2006/relationships/slideLayout" Target="../slideLayouts/slideLayout16.xml"/><Relationship Id="rId2" Type="http://schemas.openxmlformats.org/officeDocument/2006/relationships/notesSlide" Target="../notesSlides/notesSlide67.xml"/><Relationship Id="rId3" Type="http://schemas.openxmlformats.org/officeDocument/2006/relationships/image" Target="../media/image202.png"/><Relationship Id="rId4" Type="http://schemas.openxmlformats.org/officeDocument/2006/relationships/image" Target="../media/image198.png"/><Relationship Id="rId9" Type="http://schemas.openxmlformats.org/officeDocument/2006/relationships/image" Target="../media/image201.png"/><Relationship Id="rId5" Type="http://schemas.openxmlformats.org/officeDocument/2006/relationships/image" Target="../media/image199.png"/><Relationship Id="rId6" Type="http://schemas.openxmlformats.org/officeDocument/2006/relationships/image" Target="../media/image197.png"/><Relationship Id="rId7" Type="http://schemas.openxmlformats.org/officeDocument/2006/relationships/image" Target="../media/image226.png"/><Relationship Id="rId8" Type="http://schemas.openxmlformats.org/officeDocument/2006/relationships/image" Target="../media/image200.png"/><Relationship Id="rId11" Type="http://schemas.openxmlformats.org/officeDocument/2006/relationships/image" Target="../media/image203.png"/><Relationship Id="rId10" Type="http://schemas.openxmlformats.org/officeDocument/2006/relationships/image" Target="../media/image205.png"/><Relationship Id="rId13" Type="http://schemas.openxmlformats.org/officeDocument/2006/relationships/image" Target="../media/image204.png"/><Relationship Id="rId12" Type="http://schemas.openxmlformats.org/officeDocument/2006/relationships/image" Target="../media/image206.png"/><Relationship Id="rId15" Type="http://schemas.openxmlformats.org/officeDocument/2006/relationships/image" Target="../media/image209.png"/><Relationship Id="rId14" Type="http://schemas.openxmlformats.org/officeDocument/2006/relationships/image" Target="../media/image207.png"/><Relationship Id="rId17" Type="http://schemas.openxmlformats.org/officeDocument/2006/relationships/image" Target="../media/image211.png"/><Relationship Id="rId16" Type="http://schemas.openxmlformats.org/officeDocument/2006/relationships/image" Target="../media/image213.png"/><Relationship Id="rId19" Type="http://schemas.openxmlformats.org/officeDocument/2006/relationships/image" Target="../media/image212.png"/><Relationship Id="rId18" Type="http://schemas.openxmlformats.org/officeDocument/2006/relationships/image" Target="../media/image228.png"/></Relationships>
</file>

<file path=ppt/slides/_rels/slide68.xml.rels><?xml version="1.0" encoding="UTF-8" standalone="yes"?><Relationships xmlns="http://schemas.openxmlformats.org/package/2006/relationships"><Relationship Id="rId20" Type="http://schemas.openxmlformats.org/officeDocument/2006/relationships/image" Target="../media/image232.png"/><Relationship Id="rId1" Type="http://schemas.openxmlformats.org/officeDocument/2006/relationships/slideLayout" Target="../slideLayouts/slideLayout16.xml"/><Relationship Id="rId2" Type="http://schemas.openxmlformats.org/officeDocument/2006/relationships/notesSlide" Target="../notesSlides/notesSlide68.xml"/><Relationship Id="rId3" Type="http://schemas.openxmlformats.org/officeDocument/2006/relationships/image" Target="../media/image219.png"/><Relationship Id="rId4" Type="http://schemas.openxmlformats.org/officeDocument/2006/relationships/image" Target="../media/image224.png"/><Relationship Id="rId9" Type="http://schemas.openxmlformats.org/officeDocument/2006/relationships/image" Target="../media/image223.png"/><Relationship Id="rId5" Type="http://schemas.openxmlformats.org/officeDocument/2006/relationships/image" Target="../media/image215.png"/><Relationship Id="rId6" Type="http://schemas.openxmlformats.org/officeDocument/2006/relationships/image" Target="../media/image214.png"/><Relationship Id="rId7" Type="http://schemas.openxmlformats.org/officeDocument/2006/relationships/image" Target="../media/image225.png"/><Relationship Id="rId8" Type="http://schemas.openxmlformats.org/officeDocument/2006/relationships/image" Target="../media/image221.png"/><Relationship Id="rId11" Type="http://schemas.openxmlformats.org/officeDocument/2006/relationships/image" Target="../media/image220.png"/><Relationship Id="rId10" Type="http://schemas.openxmlformats.org/officeDocument/2006/relationships/image" Target="../media/image222.png"/><Relationship Id="rId13" Type="http://schemas.openxmlformats.org/officeDocument/2006/relationships/image" Target="../media/image218.png"/><Relationship Id="rId12" Type="http://schemas.openxmlformats.org/officeDocument/2006/relationships/image" Target="../media/image217.png"/><Relationship Id="rId15" Type="http://schemas.openxmlformats.org/officeDocument/2006/relationships/image" Target="../media/image230.png"/><Relationship Id="rId14" Type="http://schemas.openxmlformats.org/officeDocument/2006/relationships/image" Target="../media/image216.png"/><Relationship Id="rId17" Type="http://schemas.openxmlformats.org/officeDocument/2006/relationships/image" Target="../media/image231.png"/><Relationship Id="rId16" Type="http://schemas.openxmlformats.org/officeDocument/2006/relationships/image" Target="../media/image227.png"/><Relationship Id="rId19" Type="http://schemas.openxmlformats.org/officeDocument/2006/relationships/image" Target="../media/image233.png"/><Relationship Id="rId18" Type="http://schemas.openxmlformats.org/officeDocument/2006/relationships/image" Target="../media/image229.png"/></Relationships>
</file>

<file path=ppt/slides/_rels/slide69.xml.rels><?xml version="1.0" encoding="UTF-8" standalone="yes"?><Relationships xmlns="http://schemas.openxmlformats.org/package/2006/relationships"><Relationship Id="rId20" Type="http://schemas.openxmlformats.org/officeDocument/2006/relationships/image" Target="../media/image251.png"/><Relationship Id="rId1" Type="http://schemas.openxmlformats.org/officeDocument/2006/relationships/slideLayout" Target="../slideLayouts/slideLayout16.xml"/><Relationship Id="rId2" Type="http://schemas.openxmlformats.org/officeDocument/2006/relationships/notesSlide" Target="../notesSlides/notesSlide69.xml"/><Relationship Id="rId3" Type="http://schemas.openxmlformats.org/officeDocument/2006/relationships/image" Target="../media/image237.png"/><Relationship Id="rId4" Type="http://schemas.openxmlformats.org/officeDocument/2006/relationships/image" Target="../media/image238.png"/><Relationship Id="rId9"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40.png"/><Relationship Id="rId8" Type="http://schemas.openxmlformats.org/officeDocument/2006/relationships/image" Target="../media/image246.png"/><Relationship Id="rId11" Type="http://schemas.openxmlformats.org/officeDocument/2006/relationships/image" Target="../media/image243.png"/><Relationship Id="rId10" Type="http://schemas.openxmlformats.org/officeDocument/2006/relationships/image" Target="../media/image247.png"/><Relationship Id="rId13" Type="http://schemas.openxmlformats.org/officeDocument/2006/relationships/image" Target="../media/image244.png"/><Relationship Id="rId12" Type="http://schemas.openxmlformats.org/officeDocument/2006/relationships/image" Target="../media/image242.png"/><Relationship Id="rId15" Type="http://schemas.openxmlformats.org/officeDocument/2006/relationships/image" Target="../media/image241.png"/><Relationship Id="rId14" Type="http://schemas.openxmlformats.org/officeDocument/2006/relationships/image" Target="../media/image245.png"/><Relationship Id="rId17" Type="http://schemas.openxmlformats.org/officeDocument/2006/relationships/image" Target="../media/image249.png"/><Relationship Id="rId16" Type="http://schemas.openxmlformats.org/officeDocument/2006/relationships/image" Target="../media/image239.png"/><Relationship Id="rId19" Type="http://schemas.openxmlformats.org/officeDocument/2006/relationships/image" Target="../media/image250.png"/><Relationship Id="rId18" Type="http://schemas.openxmlformats.org/officeDocument/2006/relationships/image" Target="../media/image248.png"/></Relationships>
</file>

<file path=ppt/slides/_rels/slide70.xml.rels><?xml version="1.0" encoding="UTF-8" standalone="yes"?><Relationships xmlns="http://schemas.openxmlformats.org/package/2006/relationships"><Relationship Id="rId20" Type="http://schemas.openxmlformats.org/officeDocument/2006/relationships/image" Target="../media/image274.png"/><Relationship Id="rId1" Type="http://schemas.openxmlformats.org/officeDocument/2006/relationships/slideLayout" Target="../slideLayouts/slideLayout16.xml"/><Relationship Id="rId2" Type="http://schemas.openxmlformats.org/officeDocument/2006/relationships/notesSlide" Target="../notesSlides/notesSlide70.xml"/><Relationship Id="rId3" Type="http://schemas.openxmlformats.org/officeDocument/2006/relationships/image" Target="../media/image263.png"/><Relationship Id="rId4" Type="http://schemas.openxmlformats.org/officeDocument/2006/relationships/image" Target="../media/image265.png"/><Relationship Id="rId9" Type="http://schemas.openxmlformats.org/officeDocument/2006/relationships/image" Target="../media/image253.png"/><Relationship Id="rId5" Type="http://schemas.openxmlformats.org/officeDocument/2006/relationships/image" Target="../media/image252.png"/><Relationship Id="rId6" Type="http://schemas.openxmlformats.org/officeDocument/2006/relationships/image" Target="../media/image259.png"/><Relationship Id="rId7" Type="http://schemas.openxmlformats.org/officeDocument/2006/relationships/image" Target="../media/image262.png"/><Relationship Id="rId8" Type="http://schemas.openxmlformats.org/officeDocument/2006/relationships/image" Target="../media/image264.png"/><Relationship Id="rId11" Type="http://schemas.openxmlformats.org/officeDocument/2006/relationships/image" Target="../media/image260.png"/><Relationship Id="rId10" Type="http://schemas.openxmlformats.org/officeDocument/2006/relationships/image" Target="../media/image256.png"/><Relationship Id="rId13" Type="http://schemas.openxmlformats.org/officeDocument/2006/relationships/image" Target="../media/image254.png"/><Relationship Id="rId12" Type="http://schemas.openxmlformats.org/officeDocument/2006/relationships/image" Target="../media/image255.png"/><Relationship Id="rId15" Type="http://schemas.openxmlformats.org/officeDocument/2006/relationships/image" Target="../media/image257.png"/><Relationship Id="rId14" Type="http://schemas.openxmlformats.org/officeDocument/2006/relationships/image" Target="../media/image258.png"/><Relationship Id="rId17" Type="http://schemas.openxmlformats.org/officeDocument/2006/relationships/image" Target="../media/image261.png"/><Relationship Id="rId16" Type="http://schemas.openxmlformats.org/officeDocument/2006/relationships/image" Target="../media/image269.png"/><Relationship Id="rId19" Type="http://schemas.openxmlformats.org/officeDocument/2006/relationships/image" Target="../media/image266.png"/><Relationship Id="rId18" Type="http://schemas.openxmlformats.org/officeDocument/2006/relationships/image" Target="../media/image267.png"/></Relationships>
</file>

<file path=ppt/slides/_rels/slide71.xml.rels><?xml version="1.0" encoding="UTF-8" standalone="yes"?><Relationships xmlns="http://schemas.openxmlformats.org/package/2006/relationships"><Relationship Id="rId20" Type="http://schemas.openxmlformats.org/officeDocument/2006/relationships/image" Target="../media/image289.png"/><Relationship Id="rId22" Type="http://schemas.openxmlformats.org/officeDocument/2006/relationships/image" Target="../media/image284.png"/><Relationship Id="rId21" Type="http://schemas.openxmlformats.org/officeDocument/2006/relationships/image" Target="../media/image290.png"/><Relationship Id="rId23" Type="http://schemas.openxmlformats.org/officeDocument/2006/relationships/image" Target="../media/image295.png"/><Relationship Id="rId1" Type="http://schemas.openxmlformats.org/officeDocument/2006/relationships/slideLayout" Target="../slideLayouts/slideLayout16.xml"/><Relationship Id="rId2" Type="http://schemas.openxmlformats.org/officeDocument/2006/relationships/notesSlide" Target="../notesSlides/notesSlide71.xml"/><Relationship Id="rId3" Type="http://schemas.openxmlformats.org/officeDocument/2006/relationships/image" Target="../media/image268.png"/><Relationship Id="rId4" Type="http://schemas.openxmlformats.org/officeDocument/2006/relationships/image" Target="../media/image281.png"/><Relationship Id="rId9" Type="http://schemas.openxmlformats.org/officeDocument/2006/relationships/image" Target="../media/image272.png"/><Relationship Id="rId5" Type="http://schemas.openxmlformats.org/officeDocument/2006/relationships/image" Target="../media/image273.png"/><Relationship Id="rId6" Type="http://schemas.openxmlformats.org/officeDocument/2006/relationships/image" Target="../media/image275.png"/><Relationship Id="rId7" Type="http://schemas.openxmlformats.org/officeDocument/2006/relationships/image" Target="../media/image271.png"/><Relationship Id="rId8" Type="http://schemas.openxmlformats.org/officeDocument/2006/relationships/image" Target="../media/image276.png"/><Relationship Id="rId11" Type="http://schemas.openxmlformats.org/officeDocument/2006/relationships/image" Target="../media/image288.png"/><Relationship Id="rId10" Type="http://schemas.openxmlformats.org/officeDocument/2006/relationships/image" Target="../media/image277.png"/><Relationship Id="rId13" Type="http://schemas.openxmlformats.org/officeDocument/2006/relationships/image" Target="../media/image280.png"/><Relationship Id="rId12" Type="http://schemas.openxmlformats.org/officeDocument/2006/relationships/image" Target="../media/image279.png"/><Relationship Id="rId15" Type="http://schemas.openxmlformats.org/officeDocument/2006/relationships/image" Target="../media/image287.png"/><Relationship Id="rId14" Type="http://schemas.openxmlformats.org/officeDocument/2006/relationships/image" Target="../media/image283.png"/><Relationship Id="rId17" Type="http://schemas.openxmlformats.org/officeDocument/2006/relationships/image" Target="../media/image285.png"/><Relationship Id="rId16" Type="http://schemas.openxmlformats.org/officeDocument/2006/relationships/image" Target="../media/image282.png"/><Relationship Id="rId19" Type="http://schemas.openxmlformats.org/officeDocument/2006/relationships/image" Target="../media/image286.png"/><Relationship Id="rId18" Type="http://schemas.openxmlformats.org/officeDocument/2006/relationships/image" Target="../media/image278.png"/></Relationships>
</file>

<file path=ppt/slides/_rels/slide72.xml.rels><?xml version="1.0" encoding="UTF-8" standalone="yes"?><Relationships xmlns="http://schemas.openxmlformats.org/package/2006/relationships"><Relationship Id="rId20" Type="http://schemas.openxmlformats.org/officeDocument/2006/relationships/image" Target="../media/image308.png"/><Relationship Id="rId22" Type="http://schemas.openxmlformats.org/officeDocument/2006/relationships/image" Target="../media/image314.png"/><Relationship Id="rId21" Type="http://schemas.openxmlformats.org/officeDocument/2006/relationships/image" Target="../media/image309.png"/><Relationship Id="rId23" Type="http://schemas.openxmlformats.org/officeDocument/2006/relationships/image" Target="../media/image312.png"/><Relationship Id="rId1" Type="http://schemas.openxmlformats.org/officeDocument/2006/relationships/slideLayout" Target="../slideLayouts/slideLayout16.xml"/><Relationship Id="rId2" Type="http://schemas.openxmlformats.org/officeDocument/2006/relationships/notesSlide" Target="../notesSlides/notesSlide72.xml"/><Relationship Id="rId3" Type="http://schemas.openxmlformats.org/officeDocument/2006/relationships/image" Target="../media/image291.png"/><Relationship Id="rId4" Type="http://schemas.openxmlformats.org/officeDocument/2006/relationships/image" Target="../media/image294.png"/><Relationship Id="rId9" Type="http://schemas.openxmlformats.org/officeDocument/2006/relationships/image" Target="../media/image299.png"/><Relationship Id="rId5" Type="http://schemas.openxmlformats.org/officeDocument/2006/relationships/image" Target="../media/image292.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3.png"/><Relationship Id="rId11" Type="http://schemas.openxmlformats.org/officeDocument/2006/relationships/image" Target="../media/image306.png"/><Relationship Id="rId10" Type="http://schemas.openxmlformats.org/officeDocument/2006/relationships/image" Target="../media/image305.png"/><Relationship Id="rId13" Type="http://schemas.openxmlformats.org/officeDocument/2006/relationships/image" Target="../media/image303.png"/><Relationship Id="rId12" Type="http://schemas.openxmlformats.org/officeDocument/2006/relationships/image" Target="../media/image301.png"/><Relationship Id="rId15" Type="http://schemas.openxmlformats.org/officeDocument/2006/relationships/image" Target="../media/image300.png"/><Relationship Id="rId14" Type="http://schemas.openxmlformats.org/officeDocument/2006/relationships/image" Target="../media/image304.png"/><Relationship Id="rId17" Type="http://schemas.openxmlformats.org/officeDocument/2006/relationships/image" Target="../media/image302.png"/><Relationship Id="rId16" Type="http://schemas.openxmlformats.org/officeDocument/2006/relationships/image" Target="../media/image298.png"/><Relationship Id="rId19" Type="http://schemas.openxmlformats.org/officeDocument/2006/relationships/image" Target="../media/image310.png"/><Relationship Id="rId18" Type="http://schemas.openxmlformats.org/officeDocument/2006/relationships/image" Target="../media/image311.png"/></Relationships>
</file>

<file path=ppt/slides/_rels/slide73.xml.rels><?xml version="1.0" encoding="UTF-8" standalone="yes"?><Relationships xmlns="http://schemas.openxmlformats.org/package/2006/relationships"><Relationship Id="rId20" Type="http://schemas.openxmlformats.org/officeDocument/2006/relationships/image" Target="../media/image328.png"/><Relationship Id="rId22" Type="http://schemas.openxmlformats.org/officeDocument/2006/relationships/image" Target="../media/image341.png"/><Relationship Id="rId21" Type="http://schemas.openxmlformats.org/officeDocument/2006/relationships/image" Target="../media/image329.png"/><Relationship Id="rId23" Type="http://schemas.openxmlformats.org/officeDocument/2006/relationships/image" Target="../media/image334.png"/><Relationship Id="rId1" Type="http://schemas.openxmlformats.org/officeDocument/2006/relationships/slideLayout" Target="../slideLayouts/slideLayout16.xml"/><Relationship Id="rId2" Type="http://schemas.openxmlformats.org/officeDocument/2006/relationships/notesSlide" Target="../notesSlides/notesSlide73.xml"/><Relationship Id="rId3" Type="http://schemas.openxmlformats.org/officeDocument/2006/relationships/image" Target="../media/image319.png"/><Relationship Id="rId4" Type="http://schemas.openxmlformats.org/officeDocument/2006/relationships/image" Target="../media/image307.png"/><Relationship Id="rId9" Type="http://schemas.openxmlformats.org/officeDocument/2006/relationships/image" Target="../media/image316.png"/><Relationship Id="rId5" Type="http://schemas.openxmlformats.org/officeDocument/2006/relationships/image" Target="../media/image315.png"/><Relationship Id="rId6" Type="http://schemas.openxmlformats.org/officeDocument/2006/relationships/image" Target="../media/image325.png"/><Relationship Id="rId7" Type="http://schemas.openxmlformats.org/officeDocument/2006/relationships/image" Target="../media/image313.png"/><Relationship Id="rId8" Type="http://schemas.openxmlformats.org/officeDocument/2006/relationships/image" Target="../media/image317.png"/><Relationship Id="rId11" Type="http://schemas.openxmlformats.org/officeDocument/2006/relationships/image" Target="../media/image320.png"/><Relationship Id="rId10" Type="http://schemas.openxmlformats.org/officeDocument/2006/relationships/image" Target="../media/image323.png"/><Relationship Id="rId13" Type="http://schemas.openxmlformats.org/officeDocument/2006/relationships/image" Target="../media/image324.png"/><Relationship Id="rId12" Type="http://schemas.openxmlformats.org/officeDocument/2006/relationships/image" Target="../media/image321.png"/><Relationship Id="rId15" Type="http://schemas.openxmlformats.org/officeDocument/2006/relationships/image" Target="../media/image318.png"/><Relationship Id="rId14" Type="http://schemas.openxmlformats.org/officeDocument/2006/relationships/image" Target="../media/image322.png"/><Relationship Id="rId17" Type="http://schemas.openxmlformats.org/officeDocument/2006/relationships/image" Target="../media/image332.png"/><Relationship Id="rId16" Type="http://schemas.openxmlformats.org/officeDocument/2006/relationships/image" Target="../media/image327.png"/><Relationship Id="rId19" Type="http://schemas.openxmlformats.org/officeDocument/2006/relationships/image" Target="../media/image326.png"/><Relationship Id="rId18" Type="http://schemas.openxmlformats.org/officeDocument/2006/relationships/image" Target="../media/image330.png"/></Relationships>
</file>

<file path=ppt/slides/_rels/slide74.xml.rels><?xml version="1.0" encoding="UTF-8" standalone="yes"?><Relationships xmlns="http://schemas.openxmlformats.org/package/2006/relationships"><Relationship Id="rId20" Type="http://schemas.openxmlformats.org/officeDocument/2006/relationships/image" Target="../media/image353.png"/><Relationship Id="rId22" Type="http://schemas.openxmlformats.org/officeDocument/2006/relationships/image" Target="../media/image358.png"/><Relationship Id="rId21" Type="http://schemas.openxmlformats.org/officeDocument/2006/relationships/image" Target="../media/image351.png"/><Relationship Id="rId23" Type="http://schemas.openxmlformats.org/officeDocument/2006/relationships/image" Target="../media/image349.png"/><Relationship Id="rId1" Type="http://schemas.openxmlformats.org/officeDocument/2006/relationships/slideLayout" Target="../slideLayouts/slideLayout16.xml"/><Relationship Id="rId2" Type="http://schemas.openxmlformats.org/officeDocument/2006/relationships/notesSlide" Target="../notesSlides/notesSlide74.xml"/><Relationship Id="rId3" Type="http://schemas.openxmlformats.org/officeDocument/2006/relationships/image" Target="../media/image335.png"/><Relationship Id="rId4" Type="http://schemas.openxmlformats.org/officeDocument/2006/relationships/image" Target="../media/image331.png"/><Relationship Id="rId9" Type="http://schemas.openxmlformats.org/officeDocument/2006/relationships/image" Target="../media/image340.png"/><Relationship Id="rId5" Type="http://schemas.openxmlformats.org/officeDocument/2006/relationships/image" Target="../media/image338.png"/><Relationship Id="rId6" Type="http://schemas.openxmlformats.org/officeDocument/2006/relationships/image" Target="../media/image345.png"/><Relationship Id="rId7" Type="http://schemas.openxmlformats.org/officeDocument/2006/relationships/image" Target="../media/image333.png"/><Relationship Id="rId8" Type="http://schemas.openxmlformats.org/officeDocument/2006/relationships/image" Target="../media/image336.png"/><Relationship Id="rId11" Type="http://schemas.openxmlformats.org/officeDocument/2006/relationships/image" Target="../media/image337.png"/><Relationship Id="rId10" Type="http://schemas.openxmlformats.org/officeDocument/2006/relationships/image" Target="../media/image339.png"/><Relationship Id="rId13" Type="http://schemas.openxmlformats.org/officeDocument/2006/relationships/image" Target="../media/image343.png"/><Relationship Id="rId12" Type="http://schemas.openxmlformats.org/officeDocument/2006/relationships/image" Target="../media/image344.png"/><Relationship Id="rId15" Type="http://schemas.openxmlformats.org/officeDocument/2006/relationships/image" Target="../media/image352.png"/><Relationship Id="rId14" Type="http://schemas.openxmlformats.org/officeDocument/2006/relationships/image" Target="../media/image347.png"/><Relationship Id="rId17" Type="http://schemas.openxmlformats.org/officeDocument/2006/relationships/image" Target="../media/image350.png"/><Relationship Id="rId16" Type="http://schemas.openxmlformats.org/officeDocument/2006/relationships/image" Target="../media/image342.png"/><Relationship Id="rId19" Type="http://schemas.openxmlformats.org/officeDocument/2006/relationships/image" Target="../media/image348.png"/><Relationship Id="rId18" Type="http://schemas.openxmlformats.org/officeDocument/2006/relationships/image" Target="../media/image346.png"/></Relationships>
</file>

<file path=ppt/slides/_rels/slide75.xml.rels><?xml version="1.0" encoding="UTF-8" standalone="yes"?><Relationships xmlns="http://schemas.openxmlformats.org/package/2006/relationships"><Relationship Id="rId20" Type="http://schemas.openxmlformats.org/officeDocument/2006/relationships/image" Target="../media/image378.png"/><Relationship Id="rId22" Type="http://schemas.openxmlformats.org/officeDocument/2006/relationships/image" Target="../media/image371.png"/><Relationship Id="rId21" Type="http://schemas.openxmlformats.org/officeDocument/2006/relationships/image" Target="../media/image373.png"/><Relationship Id="rId23" Type="http://schemas.openxmlformats.org/officeDocument/2006/relationships/image" Target="../media/image374.png"/><Relationship Id="rId1" Type="http://schemas.openxmlformats.org/officeDocument/2006/relationships/slideLayout" Target="../slideLayouts/slideLayout16.xml"/><Relationship Id="rId2" Type="http://schemas.openxmlformats.org/officeDocument/2006/relationships/notesSlide" Target="../notesSlides/notesSlide75.xml"/><Relationship Id="rId3" Type="http://schemas.openxmlformats.org/officeDocument/2006/relationships/image" Target="../media/image357.png"/><Relationship Id="rId4" Type="http://schemas.openxmlformats.org/officeDocument/2006/relationships/image" Target="../media/image355.png"/><Relationship Id="rId9" Type="http://schemas.openxmlformats.org/officeDocument/2006/relationships/image" Target="../media/image360.png"/><Relationship Id="rId5" Type="http://schemas.openxmlformats.org/officeDocument/2006/relationships/image" Target="../media/image356.png"/><Relationship Id="rId6" Type="http://schemas.openxmlformats.org/officeDocument/2006/relationships/image" Target="../media/image354.png"/><Relationship Id="rId7" Type="http://schemas.openxmlformats.org/officeDocument/2006/relationships/image" Target="../media/image359.png"/><Relationship Id="rId8" Type="http://schemas.openxmlformats.org/officeDocument/2006/relationships/image" Target="../media/image366.png"/><Relationship Id="rId11" Type="http://schemas.openxmlformats.org/officeDocument/2006/relationships/image" Target="../media/image365.png"/><Relationship Id="rId10" Type="http://schemas.openxmlformats.org/officeDocument/2006/relationships/image" Target="../media/image364.png"/><Relationship Id="rId13" Type="http://schemas.openxmlformats.org/officeDocument/2006/relationships/image" Target="../media/image361.png"/><Relationship Id="rId12" Type="http://schemas.openxmlformats.org/officeDocument/2006/relationships/image" Target="../media/image369.png"/><Relationship Id="rId15" Type="http://schemas.openxmlformats.org/officeDocument/2006/relationships/image" Target="../media/image370.png"/><Relationship Id="rId14" Type="http://schemas.openxmlformats.org/officeDocument/2006/relationships/image" Target="../media/image362.png"/><Relationship Id="rId17" Type="http://schemas.openxmlformats.org/officeDocument/2006/relationships/image" Target="../media/image372.png"/><Relationship Id="rId16" Type="http://schemas.openxmlformats.org/officeDocument/2006/relationships/image" Target="../media/image367.png"/><Relationship Id="rId19" Type="http://schemas.openxmlformats.org/officeDocument/2006/relationships/image" Target="../media/image368.png"/><Relationship Id="rId18" Type="http://schemas.openxmlformats.org/officeDocument/2006/relationships/image" Target="../media/image363.png"/></Relationships>
</file>

<file path=ppt/slides/_rels/slide76.xml.rels><?xml version="1.0" encoding="UTF-8" standalone="yes"?><Relationships xmlns="http://schemas.openxmlformats.org/package/2006/relationships"><Relationship Id="rId20" Type="http://schemas.openxmlformats.org/officeDocument/2006/relationships/image" Target="../media/image394.png"/><Relationship Id="rId22" Type="http://schemas.openxmlformats.org/officeDocument/2006/relationships/image" Target="../media/image395.png"/><Relationship Id="rId21" Type="http://schemas.openxmlformats.org/officeDocument/2006/relationships/image" Target="../media/image414.png"/><Relationship Id="rId23" Type="http://schemas.openxmlformats.org/officeDocument/2006/relationships/image" Target="../media/image392.png"/><Relationship Id="rId1" Type="http://schemas.openxmlformats.org/officeDocument/2006/relationships/slideLayout" Target="../slideLayouts/slideLayout16.xml"/><Relationship Id="rId2" Type="http://schemas.openxmlformats.org/officeDocument/2006/relationships/notesSlide" Target="../notesSlides/notesSlide76.xml"/><Relationship Id="rId3" Type="http://schemas.openxmlformats.org/officeDocument/2006/relationships/image" Target="../media/image375.png"/><Relationship Id="rId4" Type="http://schemas.openxmlformats.org/officeDocument/2006/relationships/image" Target="../media/image376.png"/><Relationship Id="rId9" Type="http://schemas.openxmlformats.org/officeDocument/2006/relationships/image" Target="../media/image380.png"/><Relationship Id="rId5" Type="http://schemas.openxmlformats.org/officeDocument/2006/relationships/image" Target="../media/image382.png"/><Relationship Id="rId6" Type="http://schemas.openxmlformats.org/officeDocument/2006/relationships/image" Target="../media/image379.png"/><Relationship Id="rId7" Type="http://schemas.openxmlformats.org/officeDocument/2006/relationships/image" Target="../media/image377.png"/><Relationship Id="rId8" Type="http://schemas.openxmlformats.org/officeDocument/2006/relationships/image" Target="../media/image386.png"/><Relationship Id="rId11" Type="http://schemas.openxmlformats.org/officeDocument/2006/relationships/image" Target="../media/image384.png"/><Relationship Id="rId10" Type="http://schemas.openxmlformats.org/officeDocument/2006/relationships/image" Target="../media/image381.png"/><Relationship Id="rId13" Type="http://schemas.openxmlformats.org/officeDocument/2006/relationships/image" Target="../media/image385.png"/><Relationship Id="rId12" Type="http://schemas.openxmlformats.org/officeDocument/2006/relationships/image" Target="../media/image383.png"/><Relationship Id="rId15" Type="http://schemas.openxmlformats.org/officeDocument/2006/relationships/image" Target="../media/image390.png"/><Relationship Id="rId14" Type="http://schemas.openxmlformats.org/officeDocument/2006/relationships/image" Target="../media/image389.png"/><Relationship Id="rId17" Type="http://schemas.openxmlformats.org/officeDocument/2006/relationships/image" Target="../media/image387.png"/><Relationship Id="rId16" Type="http://schemas.openxmlformats.org/officeDocument/2006/relationships/image" Target="../media/image393.png"/><Relationship Id="rId19" Type="http://schemas.openxmlformats.org/officeDocument/2006/relationships/image" Target="../media/image391.png"/><Relationship Id="rId18" Type="http://schemas.openxmlformats.org/officeDocument/2006/relationships/image" Target="../media/image388.png"/></Relationships>
</file>

<file path=ppt/slides/_rels/slide77.xml.rels><?xml version="1.0" encoding="UTF-8" standalone="yes"?><Relationships xmlns="http://schemas.openxmlformats.org/package/2006/relationships"><Relationship Id="rId20" Type="http://schemas.openxmlformats.org/officeDocument/2006/relationships/image" Target="../media/image409.png"/><Relationship Id="rId22" Type="http://schemas.openxmlformats.org/officeDocument/2006/relationships/image" Target="../media/image408.png"/><Relationship Id="rId21" Type="http://schemas.openxmlformats.org/officeDocument/2006/relationships/image" Target="../media/image421.png"/><Relationship Id="rId23" Type="http://schemas.openxmlformats.org/officeDocument/2006/relationships/image" Target="../media/image416.png"/><Relationship Id="rId1" Type="http://schemas.openxmlformats.org/officeDocument/2006/relationships/slideLayout" Target="../slideLayouts/slideLayout16.xml"/><Relationship Id="rId2" Type="http://schemas.openxmlformats.org/officeDocument/2006/relationships/notesSlide" Target="../notesSlides/notesSlide77.xml"/><Relationship Id="rId3" Type="http://schemas.openxmlformats.org/officeDocument/2006/relationships/image" Target="../media/image398.png"/><Relationship Id="rId4" Type="http://schemas.openxmlformats.org/officeDocument/2006/relationships/image" Target="../media/image396.png"/><Relationship Id="rId9" Type="http://schemas.openxmlformats.org/officeDocument/2006/relationships/image" Target="../media/image405.png"/><Relationship Id="rId5" Type="http://schemas.openxmlformats.org/officeDocument/2006/relationships/image" Target="../media/image399.png"/><Relationship Id="rId6" Type="http://schemas.openxmlformats.org/officeDocument/2006/relationships/image" Target="../media/image401.png"/><Relationship Id="rId7" Type="http://schemas.openxmlformats.org/officeDocument/2006/relationships/image" Target="../media/image400.png"/><Relationship Id="rId8" Type="http://schemas.openxmlformats.org/officeDocument/2006/relationships/image" Target="../media/image397.png"/><Relationship Id="rId11" Type="http://schemas.openxmlformats.org/officeDocument/2006/relationships/image" Target="../media/image404.png"/><Relationship Id="rId10" Type="http://schemas.openxmlformats.org/officeDocument/2006/relationships/image" Target="../media/image406.png"/><Relationship Id="rId13" Type="http://schemas.openxmlformats.org/officeDocument/2006/relationships/image" Target="../media/image412.png"/><Relationship Id="rId12" Type="http://schemas.openxmlformats.org/officeDocument/2006/relationships/image" Target="../media/image407.png"/><Relationship Id="rId15" Type="http://schemas.openxmlformats.org/officeDocument/2006/relationships/image" Target="../media/image413.png"/><Relationship Id="rId14" Type="http://schemas.openxmlformats.org/officeDocument/2006/relationships/image" Target="../media/image403.png"/><Relationship Id="rId17" Type="http://schemas.openxmlformats.org/officeDocument/2006/relationships/image" Target="../media/image415.png"/><Relationship Id="rId16" Type="http://schemas.openxmlformats.org/officeDocument/2006/relationships/image" Target="../media/image402.png"/><Relationship Id="rId19" Type="http://schemas.openxmlformats.org/officeDocument/2006/relationships/image" Target="../media/image411.png"/><Relationship Id="rId18" Type="http://schemas.openxmlformats.org/officeDocument/2006/relationships/image" Target="../media/image410.png"/></Relationships>
</file>

<file path=ppt/slides/_rels/slide78.xml.rels><?xml version="1.0" encoding="UTF-8" standalone="yes"?><Relationships xmlns="http://schemas.openxmlformats.org/package/2006/relationships"><Relationship Id="rId20" Type="http://schemas.openxmlformats.org/officeDocument/2006/relationships/image" Target="../media/image442.png"/><Relationship Id="rId22" Type="http://schemas.openxmlformats.org/officeDocument/2006/relationships/image" Target="../media/image432.png"/><Relationship Id="rId21" Type="http://schemas.openxmlformats.org/officeDocument/2006/relationships/image" Target="../media/image438.png"/><Relationship Id="rId23" Type="http://schemas.openxmlformats.org/officeDocument/2006/relationships/image" Target="../media/image436.png"/><Relationship Id="rId1" Type="http://schemas.openxmlformats.org/officeDocument/2006/relationships/slideLayout" Target="../slideLayouts/slideLayout16.xml"/><Relationship Id="rId2" Type="http://schemas.openxmlformats.org/officeDocument/2006/relationships/notesSlide" Target="../notesSlides/notesSlide78.xml"/><Relationship Id="rId3" Type="http://schemas.openxmlformats.org/officeDocument/2006/relationships/image" Target="../media/image419.png"/><Relationship Id="rId4" Type="http://schemas.openxmlformats.org/officeDocument/2006/relationships/image" Target="../media/image418.png"/><Relationship Id="rId9" Type="http://schemas.openxmlformats.org/officeDocument/2006/relationships/image" Target="../media/image434.png"/><Relationship Id="rId5" Type="http://schemas.openxmlformats.org/officeDocument/2006/relationships/image" Target="../media/image420.png"/><Relationship Id="rId6" Type="http://schemas.openxmlformats.org/officeDocument/2006/relationships/image" Target="../media/image417.png"/><Relationship Id="rId7" Type="http://schemas.openxmlformats.org/officeDocument/2006/relationships/image" Target="../media/image423.png"/><Relationship Id="rId8" Type="http://schemas.openxmlformats.org/officeDocument/2006/relationships/image" Target="../media/image422.png"/><Relationship Id="rId11" Type="http://schemas.openxmlformats.org/officeDocument/2006/relationships/image" Target="../media/image425.png"/><Relationship Id="rId10" Type="http://schemas.openxmlformats.org/officeDocument/2006/relationships/image" Target="../media/image424.png"/><Relationship Id="rId13" Type="http://schemas.openxmlformats.org/officeDocument/2006/relationships/image" Target="../media/image428.png"/><Relationship Id="rId12" Type="http://schemas.openxmlformats.org/officeDocument/2006/relationships/image" Target="../media/image426.png"/><Relationship Id="rId15" Type="http://schemas.openxmlformats.org/officeDocument/2006/relationships/image" Target="../media/image427.png"/><Relationship Id="rId14" Type="http://schemas.openxmlformats.org/officeDocument/2006/relationships/image" Target="../media/image433.png"/><Relationship Id="rId17" Type="http://schemas.openxmlformats.org/officeDocument/2006/relationships/image" Target="../media/image430.png"/><Relationship Id="rId16" Type="http://schemas.openxmlformats.org/officeDocument/2006/relationships/image" Target="../media/image429.png"/><Relationship Id="rId19" Type="http://schemas.openxmlformats.org/officeDocument/2006/relationships/image" Target="../media/image435.png"/><Relationship Id="rId18" Type="http://schemas.openxmlformats.org/officeDocument/2006/relationships/image" Target="../media/image431.png"/></Relationships>
</file>

<file path=ppt/slides/_rels/slide79.xml.rels><?xml version="1.0" encoding="UTF-8" standalone="yes"?><Relationships xmlns="http://schemas.openxmlformats.org/package/2006/relationships"><Relationship Id="rId20" Type="http://schemas.openxmlformats.org/officeDocument/2006/relationships/image" Target="../media/image452.png"/><Relationship Id="rId1" Type="http://schemas.openxmlformats.org/officeDocument/2006/relationships/slideLayout" Target="../slideLayouts/slideLayout16.xml"/><Relationship Id="rId2" Type="http://schemas.openxmlformats.org/officeDocument/2006/relationships/notesSlide" Target="../notesSlides/notesSlide79.xml"/><Relationship Id="rId3" Type="http://schemas.openxmlformats.org/officeDocument/2006/relationships/image" Target="../media/image441.png"/><Relationship Id="rId4" Type="http://schemas.openxmlformats.org/officeDocument/2006/relationships/image" Target="../media/image440.png"/><Relationship Id="rId9" Type="http://schemas.openxmlformats.org/officeDocument/2006/relationships/image" Target="../media/image445.png"/><Relationship Id="rId5" Type="http://schemas.openxmlformats.org/officeDocument/2006/relationships/image" Target="../media/image444.png"/><Relationship Id="rId6" Type="http://schemas.openxmlformats.org/officeDocument/2006/relationships/image" Target="../media/image439.png"/><Relationship Id="rId7" Type="http://schemas.openxmlformats.org/officeDocument/2006/relationships/image" Target="../media/image437.png"/><Relationship Id="rId8" Type="http://schemas.openxmlformats.org/officeDocument/2006/relationships/image" Target="../media/image443.png"/><Relationship Id="rId11" Type="http://schemas.openxmlformats.org/officeDocument/2006/relationships/image" Target="../media/image449.png"/><Relationship Id="rId10" Type="http://schemas.openxmlformats.org/officeDocument/2006/relationships/image" Target="../media/image446.png"/><Relationship Id="rId13" Type="http://schemas.openxmlformats.org/officeDocument/2006/relationships/image" Target="../media/image448.png"/><Relationship Id="rId12" Type="http://schemas.openxmlformats.org/officeDocument/2006/relationships/image" Target="../media/image450.png"/><Relationship Id="rId15" Type="http://schemas.openxmlformats.org/officeDocument/2006/relationships/image" Target="../media/image447.png"/><Relationship Id="rId14" Type="http://schemas.openxmlformats.org/officeDocument/2006/relationships/image" Target="../media/image456.png"/><Relationship Id="rId17" Type="http://schemas.openxmlformats.org/officeDocument/2006/relationships/image" Target="../media/image460.png"/><Relationship Id="rId16" Type="http://schemas.openxmlformats.org/officeDocument/2006/relationships/image" Target="../media/image459.png"/><Relationship Id="rId19" Type="http://schemas.openxmlformats.org/officeDocument/2006/relationships/image" Target="../media/image455.png"/><Relationship Id="rId18" Type="http://schemas.openxmlformats.org/officeDocument/2006/relationships/image" Target="../media/image451.png"/></Relationships>
</file>

<file path=ppt/slides/_rels/slide80.xml.rels><?xml version="1.0" encoding="UTF-8" standalone="yes"?><Relationships xmlns="http://schemas.openxmlformats.org/package/2006/relationships"><Relationship Id="rId20" Type="http://schemas.openxmlformats.org/officeDocument/2006/relationships/image" Target="../media/image472.png"/><Relationship Id="rId1" Type="http://schemas.openxmlformats.org/officeDocument/2006/relationships/slideLayout" Target="../slideLayouts/slideLayout16.xml"/><Relationship Id="rId2" Type="http://schemas.openxmlformats.org/officeDocument/2006/relationships/notesSlide" Target="../notesSlides/notesSlide80.xml"/><Relationship Id="rId3" Type="http://schemas.openxmlformats.org/officeDocument/2006/relationships/image" Target="../media/image457.png"/><Relationship Id="rId4" Type="http://schemas.openxmlformats.org/officeDocument/2006/relationships/image" Target="../media/image454.png"/><Relationship Id="rId9" Type="http://schemas.openxmlformats.org/officeDocument/2006/relationships/image" Target="../media/image470.png"/><Relationship Id="rId5" Type="http://schemas.openxmlformats.org/officeDocument/2006/relationships/image" Target="../media/image458.png"/><Relationship Id="rId6" Type="http://schemas.openxmlformats.org/officeDocument/2006/relationships/image" Target="../media/image467.png"/><Relationship Id="rId7" Type="http://schemas.openxmlformats.org/officeDocument/2006/relationships/image" Target="../media/image473.png"/><Relationship Id="rId8" Type="http://schemas.openxmlformats.org/officeDocument/2006/relationships/image" Target="../media/image453.png"/><Relationship Id="rId11" Type="http://schemas.openxmlformats.org/officeDocument/2006/relationships/image" Target="../media/image462.png"/><Relationship Id="rId10" Type="http://schemas.openxmlformats.org/officeDocument/2006/relationships/image" Target="../media/image463.png"/><Relationship Id="rId13" Type="http://schemas.openxmlformats.org/officeDocument/2006/relationships/image" Target="../media/image465.png"/><Relationship Id="rId12" Type="http://schemas.openxmlformats.org/officeDocument/2006/relationships/image" Target="../media/image464.png"/><Relationship Id="rId15" Type="http://schemas.openxmlformats.org/officeDocument/2006/relationships/image" Target="../media/image478.png"/><Relationship Id="rId14" Type="http://schemas.openxmlformats.org/officeDocument/2006/relationships/image" Target="../media/image461.png"/><Relationship Id="rId17" Type="http://schemas.openxmlformats.org/officeDocument/2006/relationships/image" Target="../media/image469.png"/><Relationship Id="rId16" Type="http://schemas.openxmlformats.org/officeDocument/2006/relationships/image" Target="../media/image466.png"/><Relationship Id="rId19" Type="http://schemas.openxmlformats.org/officeDocument/2006/relationships/image" Target="../media/image471.png"/><Relationship Id="rId18" Type="http://schemas.openxmlformats.org/officeDocument/2006/relationships/image" Target="../media/image475.png"/></Relationships>
</file>

<file path=ppt/slides/_rels/slide81.xml.rels><?xml version="1.0" encoding="UTF-8" standalone="yes"?><Relationships xmlns="http://schemas.openxmlformats.org/package/2006/relationships"><Relationship Id="rId20" Type="http://schemas.openxmlformats.org/officeDocument/2006/relationships/image" Target="../media/image495.png"/><Relationship Id="rId22" Type="http://schemas.openxmlformats.org/officeDocument/2006/relationships/image" Target="../media/image483.png"/><Relationship Id="rId21" Type="http://schemas.openxmlformats.org/officeDocument/2006/relationships/image" Target="../media/image492.png"/><Relationship Id="rId23" Type="http://schemas.openxmlformats.org/officeDocument/2006/relationships/image" Target="../media/image494.png"/><Relationship Id="rId1" Type="http://schemas.openxmlformats.org/officeDocument/2006/relationships/slideLayout" Target="../slideLayouts/slideLayout16.xml"/><Relationship Id="rId2" Type="http://schemas.openxmlformats.org/officeDocument/2006/relationships/notesSlide" Target="../notesSlides/notesSlide81.xml"/><Relationship Id="rId3" Type="http://schemas.openxmlformats.org/officeDocument/2006/relationships/image" Target="../media/image502.png"/><Relationship Id="rId4" Type="http://schemas.openxmlformats.org/officeDocument/2006/relationships/image" Target="../media/image474.png"/><Relationship Id="rId9" Type="http://schemas.openxmlformats.org/officeDocument/2006/relationships/image" Target="../media/image481.png"/><Relationship Id="rId5" Type="http://schemas.openxmlformats.org/officeDocument/2006/relationships/image" Target="../media/image468.png"/><Relationship Id="rId6" Type="http://schemas.openxmlformats.org/officeDocument/2006/relationships/image" Target="../media/image477.png"/><Relationship Id="rId7" Type="http://schemas.openxmlformats.org/officeDocument/2006/relationships/image" Target="../media/image476.png"/><Relationship Id="rId8" Type="http://schemas.openxmlformats.org/officeDocument/2006/relationships/image" Target="../media/image487.png"/><Relationship Id="rId11" Type="http://schemas.openxmlformats.org/officeDocument/2006/relationships/image" Target="../media/image485.png"/><Relationship Id="rId10" Type="http://schemas.openxmlformats.org/officeDocument/2006/relationships/image" Target="../media/image480.png"/><Relationship Id="rId13" Type="http://schemas.openxmlformats.org/officeDocument/2006/relationships/image" Target="../media/image482.png"/><Relationship Id="rId12" Type="http://schemas.openxmlformats.org/officeDocument/2006/relationships/image" Target="../media/image479.png"/><Relationship Id="rId15" Type="http://schemas.openxmlformats.org/officeDocument/2006/relationships/image" Target="../media/image489.png"/><Relationship Id="rId14" Type="http://schemas.openxmlformats.org/officeDocument/2006/relationships/image" Target="../media/image496.png"/><Relationship Id="rId17" Type="http://schemas.openxmlformats.org/officeDocument/2006/relationships/image" Target="../media/image490.png"/><Relationship Id="rId16" Type="http://schemas.openxmlformats.org/officeDocument/2006/relationships/image" Target="../media/image497.png"/><Relationship Id="rId19" Type="http://schemas.openxmlformats.org/officeDocument/2006/relationships/image" Target="../media/image491.png"/><Relationship Id="rId18" Type="http://schemas.openxmlformats.org/officeDocument/2006/relationships/image" Target="../media/image484.png"/></Relationships>
</file>

<file path=ppt/slides/_rels/slide82.xml.rels><?xml version="1.0" encoding="UTF-8" standalone="yes"?><Relationships xmlns="http://schemas.openxmlformats.org/package/2006/relationships"><Relationship Id="rId20" Type="http://schemas.openxmlformats.org/officeDocument/2006/relationships/image" Target="../media/image510.png"/><Relationship Id="rId22" Type="http://schemas.openxmlformats.org/officeDocument/2006/relationships/image" Target="../media/image505.png"/><Relationship Id="rId21" Type="http://schemas.openxmlformats.org/officeDocument/2006/relationships/image" Target="../media/image506.png"/><Relationship Id="rId23" Type="http://schemas.openxmlformats.org/officeDocument/2006/relationships/image" Target="../media/image513.png"/><Relationship Id="rId1" Type="http://schemas.openxmlformats.org/officeDocument/2006/relationships/slideLayout" Target="../slideLayouts/slideLayout16.xml"/><Relationship Id="rId2" Type="http://schemas.openxmlformats.org/officeDocument/2006/relationships/notesSlide" Target="../notesSlides/notesSlide82.xml"/><Relationship Id="rId3" Type="http://schemas.openxmlformats.org/officeDocument/2006/relationships/image" Target="../media/image486.png"/><Relationship Id="rId4" Type="http://schemas.openxmlformats.org/officeDocument/2006/relationships/image" Target="../media/image493.png"/><Relationship Id="rId9" Type="http://schemas.openxmlformats.org/officeDocument/2006/relationships/image" Target="../media/image501.png"/><Relationship Id="rId5" Type="http://schemas.openxmlformats.org/officeDocument/2006/relationships/image" Target="../media/image488.png"/><Relationship Id="rId6" Type="http://schemas.openxmlformats.org/officeDocument/2006/relationships/image" Target="../media/image503.png"/><Relationship Id="rId7" Type="http://schemas.openxmlformats.org/officeDocument/2006/relationships/image" Target="../media/image500.png"/><Relationship Id="rId8" Type="http://schemas.openxmlformats.org/officeDocument/2006/relationships/image" Target="../media/image498.png"/><Relationship Id="rId11" Type="http://schemas.openxmlformats.org/officeDocument/2006/relationships/image" Target="../media/image508.png"/><Relationship Id="rId10" Type="http://schemas.openxmlformats.org/officeDocument/2006/relationships/image" Target="../media/image499.png"/><Relationship Id="rId13" Type="http://schemas.openxmlformats.org/officeDocument/2006/relationships/image" Target="../media/image509.png"/><Relationship Id="rId12" Type="http://schemas.openxmlformats.org/officeDocument/2006/relationships/image" Target="../media/image504.png"/><Relationship Id="rId15" Type="http://schemas.openxmlformats.org/officeDocument/2006/relationships/image" Target="../media/image519.png"/><Relationship Id="rId14" Type="http://schemas.openxmlformats.org/officeDocument/2006/relationships/image" Target="../media/image511.png"/><Relationship Id="rId17" Type="http://schemas.openxmlformats.org/officeDocument/2006/relationships/image" Target="../media/image507.png"/><Relationship Id="rId16" Type="http://schemas.openxmlformats.org/officeDocument/2006/relationships/image" Target="../media/image512.png"/><Relationship Id="rId19" Type="http://schemas.openxmlformats.org/officeDocument/2006/relationships/image" Target="../media/image514.png"/><Relationship Id="rId18" Type="http://schemas.openxmlformats.org/officeDocument/2006/relationships/image" Target="../media/image515.png"/></Relationships>
</file>

<file path=ppt/slides/_rels/slide83.xml.rels><?xml version="1.0" encoding="UTF-8" standalone="yes"?><Relationships xmlns="http://schemas.openxmlformats.org/package/2006/relationships"><Relationship Id="rId20" Type="http://schemas.openxmlformats.org/officeDocument/2006/relationships/image" Target="../media/image510.png"/><Relationship Id="rId22" Type="http://schemas.openxmlformats.org/officeDocument/2006/relationships/image" Target="../media/image505.png"/><Relationship Id="rId21" Type="http://schemas.openxmlformats.org/officeDocument/2006/relationships/image" Target="../media/image506.png"/><Relationship Id="rId23" Type="http://schemas.openxmlformats.org/officeDocument/2006/relationships/image" Target="../media/image513.png"/><Relationship Id="rId1" Type="http://schemas.openxmlformats.org/officeDocument/2006/relationships/slideLayout" Target="../slideLayouts/slideLayout16.xml"/><Relationship Id="rId2" Type="http://schemas.openxmlformats.org/officeDocument/2006/relationships/notesSlide" Target="../notesSlides/notesSlide83.xml"/><Relationship Id="rId3" Type="http://schemas.openxmlformats.org/officeDocument/2006/relationships/image" Target="../media/image486.png"/><Relationship Id="rId4" Type="http://schemas.openxmlformats.org/officeDocument/2006/relationships/image" Target="../media/image493.png"/><Relationship Id="rId9" Type="http://schemas.openxmlformats.org/officeDocument/2006/relationships/image" Target="../media/image501.png"/><Relationship Id="rId5" Type="http://schemas.openxmlformats.org/officeDocument/2006/relationships/image" Target="../media/image488.png"/><Relationship Id="rId6" Type="http://schemas.openxmlformats.org/officeDocument/2006/relationships/image" Target="../media/image503.png"/><Relationship Id="rId7" Type="http://schemas.openxmlformats.org/officeDocument/2006/relationships/image" Target="../media/image500.png"/><Relationship Id="rId8" Type="http://schemas.openxmlformats.org/officeDocument/2006/relationships/image" Target="../media/image498.png"/><Relationship Id="rId11" Type="http://schemas.openxmlformats.org/officeDocument/2006/relationships/image" Target="../media/image508.png"/><Relationship Id="rId10" Type="http://schemas.openxmlformats.org/officeDocument/2006/relationships/image" Target="../media/image499.png"/><Relationship Id="rId13" Type="http://schemas.openxmlformats.org/officeDocument/2006/relationships/image" Target="../media/image509.png"/><Relationship Id="rId12" Type="http://schemas.openxmlformats.org/officeDocument/2006/relationships/image" Target="../media/image504.png"/><Relationship Id="rId15" Type="http://schemas.openxmlformats.org/officeDocument/2006/relationships/image" Target="../media/image519.png"/><Relationship Id="rId14" Type="http://schemas.openxmlformats.org/officeDocument/2006/relationships/image" Target="../media/image511.png"/><Relationship Id="rId17" Type="http://schemas.openxmlformats.org/officeDocument/2006/relationships/image" Target="../media/image507.png"/><Relationship Id="rId16" Type="http://schemas.openxmlformats.org/officeDocument/2006/relationships/image" Target="../media/image512.png"/><Relationship Id="rId19" Type="http://schemas.openxmlformats.org/officeDocument/2006/relationships/image" Target="../media/image514.png"/><Relationship Id="rId18" Type="http://schemas.openxmlformats.org/officeDocument/2006/relationships/image" Target="../media/image515.png"/></Relationships>
</file>

<file path=ppt/slides/_rels/slide84.xml.rels><?xml version="1.0" encoding="UTF-8" standalone="yes"?><Relationships xmlns="http://schemas.openxmlformats.org/package/2006/relationships"><Relationship Id="rId20" Type="http://schemas.openxmlformats.org/officeDocument/2006/relationships/image" Target="../media/image520.png"/><Relationship Id="rId22" Type="http://schemas.openxmlformats.org/officeDocument/2006/relationships/image" Target="../media/image558.png"/><Relationship Id="rId21" Type="http://schemas.openxmlformats.org/officeDocument/2006/relationships/image" Target="../media/image535.png"/><Relationship Id="rId23" Type="http://schemas.openxmlformats.org/officeDocument/2006/relationships/image" Target="../media/image546.png"/><Relationship Id="rId1" Type="http://schemas.openxmlformats.org/officeDocument/2006/relationships/slideLayout" Target="../slideLayouts/slideLayout16.xml"/><Relationship Id="rId2" Type="http://schemas.openxmlformats.org/officeDocument/2006/relationships/notesSlide" Target="../notesSlides/notesSlide84.xml"/><Relationship Id="rId3" Type="http://schemas.openxmlformats.org/officeDocument/2006/relationships/image" Target="../media/image516.png"/><Relationship Id="rId4" Type="http://schemas.openxmlformats.org/officeDocument/2006/relationships/image" Target="../media/image523.png"/><Relationship Id="rId9" Type="http://schemas.openxmlformats.org/officeDocument/2006/relationships/image" Target="../media/image518.png"/><Relationship Id="rId5" Type="http://schemas.openxmlformats.org/officeDocument/2006/relationships/image" Target="../media/image517.png"/><Relationship Id="rId6" Type="http://schemas.openxmlformats.org/officeDocument/2006/relationships/image" Target="../media/image525.png"/><Relationship Id="rId7" Type="http://schemas.openxmlformats.org/officeDocument/2006/relationships/image" Target="../media/image531.png"/><Relationship Id="rId8" Type="http://schemas.openxmlformats.org/officeDocument/2006/relationships/image" Target="../media/image522.png"/><Relationship Id="rId11" Type="http://schemas.openxmlformats.org/officeDocument/2006/relationships/image" Target="../media/image532.png"/><Relationship Id="rId10" Type="http://schemas.openxmlformats.org/officeDocument/2006/relationships/image" Target="../media/image534.png"/><Relationship Id="rId13" Type="http://schemas.openxmlformats.org/officeDocument/2006/relationships/image" Target="../media/image530.png"/><Relationship Id="rId12" Type="http://schemas.openxmlformats.org/officeDocument/2006/relationships/image" Target="../media/image526.png"/><Relationship Id="rId15" Type="http://schemas.openxmlformats.org/officeDocument/2006/relationships/image" Target="../media/image521.png"/><Relationship Id="rId14" Type="http://schemas.openxmlformats.org/officeDocument/2006/relationships/image" Target="../media/image527.png"/><Relationship Id="rId17" Type="http://schemas.openxmlformats.org/officeDocument/2006/relationships/image" Target="../media/image528.png"/><Relationship Id="rId16" Type="http://schemas.openxmlformats.org/officeDocument/2006/relationships/image" Target="../media/image524.png"/><Relationship Id="rId19" Type="http://schemas.openxmlformats.org/officeDocument/2006/relationships/image" Target="../media/image533.png"/><Relationship Id="rId18" Type="http://schemas.openxmlformats.org/officeDocument/2006/relationships/image" Target="../media/image529.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5.xml"/><Relationship Id="rId3" Type="http://schemas.openxmlformats.org/officeDocument/2006/relationships/image" Target="../media/image539.png"/><Relationship Id="rId4" Type="http://schemas.openxmlformats.org/officeDocument/2006/relationships/image" Target="../media/image540.png"/><Relationship Id="rId9" Type="http://schemas.openxmlformats.org/officeDocument/2006/relationships/image" Target="../media/image543.png"/><Relationship Id="rId5" Type="http://schemas.openxmlformats.org/officeDocument/2006/relationships/image" Target="../media/image536.png"/><Relationship Id="rId6" Type="http://schemas.openxmlformats.org/officeDocument/2006/relationships/image" Target="../media/image537.png"/><Relationship Id="rId7" Type="http://schemas.openxmlformats.org/officeDocument/2006/relationships/image" Target="../media/image549.png"/><Relationship Id="rId8" Type="http://schemas.openxmlformats.org/officeDocument/2006/relationships/image" Target="../media/image542.png"/><Relationship Id="rId11" Type="http://schemas.openxmlformats.org/officeDocument/2006/relationships/image" Target="../media/image547.png"/><Relationship Id="rId10" Type="http://schemas.openxmlformats.org/officeDocument/2006/relationships/image" Target="../media/image552.png"/><Relationship Id="rId13" Type="http://schemas.openxmlformats.org/officeDocument/2006/relationships/image" Target="../media/image548.png"/><Relationship Id="rId12" Type="http://schemas.openxmlformats.org/officeDocument/2006/relationships/image" Target="../media/image550.png"/><Relationship Id="rId14" Type="http://schemas.openxmlformats.org/officeDocument/2006/relationships/image" Target="../media/image544.png"/></Relationships>
</file>

<file path=ppt/slides/_rels/slide86.xml.rels><?xml version="1.0" encoding="UTF-8" standalone="yes"?><Relationships xmlns="http://schemas.openxmlformats.org/package/2006/relationships"><Relationship Id="rId20" Type="http://schemas.openxmlformats.org/officeDocument/2006/relationships/image" Target="../media/image569.png"/><Relationship Id="rId22" Type="http://schemas.openxmlformats.org/officeDocument/2006/relationships/image" Target="../media/image567.png"/><Relationship Id="rId21" Type="http://schemas.openxmlformats.org/officeDocument/2006/relationships/image" Target="../media/image564.png"/><Relationship Id="rId24" Type="http://schemas.openxmlformats.org/officeDocument/2006/relationships/image" Target="../media/image570.png"/><Relationship Id="rId23" Type="http://schemas.openxmlformats.org/officeDocument/2006/relationships/image" Target="../media/image565.png"/><Relationship Id="rId1" Type="http://schemas.openxmlformats.org/officeDocument/2006/relationships/slideLayout" Target="../slideLayouts/slideLayout16.xml"/><Relationship Id="rId2" Type="http://schemas.openxmlformats.org/officeDocument/2006/relationships/notesSlide" Target="../notesSlides/notesSlide86.xml"/><Relationship Id="rId3" Type="http://schemas.openxmlformats.org/officeDocument/2006/relationships/image" Target="../media/image545.png"/><Relationship Id="rId4" Type="http://schemas.openxmlformats.org/officeDocument/2006/relationships/image" Target="../media/image551.png"/><Relationship Id="rId9" Type="http://schemas.openxmlformats.org/officeDocument/2006/relationships/image" Target="../media/image554.png"/><Relationship Id="rId26" Type="http://schemas.openxmlformats.org/officeDocument/2006/relationships/image" Target="../media/image575.png"/><Relationship Id="rId25" Type="http://schemas.openxmlformats.org/officeDocument/2006/relationships/image" Target="../media/image568.png"/><Relationship Id="rId28" Type="http://schemas.openxmlformats.org/officeDocument/2006/relationships/image" Target="../media/image578.png"/><Relationship Id="rId27" Type="http://schemas.openxmlformats.org/officeDocument/2006/relationships/image" Target="../media/image574.png"/><Relationship Id="rId5" Type="http://schemas.openxmlformats.org/officeDocument/2006/relationships/image" Target="../media/image541.png"/><Relationship Id="rId6" Type="http://schemas.openxmlformats.org/officeDocument/2006/relationships/image" Target="../media/image538.png"/><Relationship Id="rId29" Type="http://schemas.openxmlformats.org/officeDocument/2006/relationships/image" Target="../media/image576.png"/><Relationship Id="rId7" Type="http://schemas.openxmlformats.org/officeDocument/2006/relationships/image" Target="../media/image553.png"/><Relationship Id="rId8" Type="http://schemas.openxmlformats.org/officeDocument/2006/relationships/image" Target="../media/image555.png"/><Relationship Id="rId31" Type="http://schemas.openxmlformats.org/officeDocument/2006/relationships/image" Target="../media/image582.png"/><Relationship Id="rId30" Type="http://schemas.openxmlformats.org/officeDocument/2006/relationships/image" Target="../media/image573.png"/><Relationship Id="rId11" Type="http://schemas.openxmlformats.org/officeDocument/2006/relationships/image" Target="../media/image562.png"/><Relationship Id="rId10" Type="http://schemas.openxmlformats.org/officeDocument/2006/relationships/image" Target="../media/image557.png"/><Relationship Id="rId32" Type="http://schemas.openxmlformats.org/officeDocument/2006/relationships/image" Target="../media/image579.png"/><Relationship Id="rId13" Type="http://schemas.openxmlformats.org/officeDocument/2006/relationships/image" Target="../media/image563.png"/><Relationship Id="rId12" Type="http://schemas.openxmlformats.org/officeDocument/2006/relationships/image" Target="../media/image556.png"/><Relationship Id="rId15" Type="http://schemas.openxmlformats.org/officeDocument/2006/relationships/image" Target="../media/image560.png"/><Relationship Id="rId14" Type="http://schemas.openxmlformats.org/officeDocument/2006/relationships/image" Target="../media/image559.png"/><Relationship Id="rId17" Type="http://schemas.openxmlformats.org/officeDocument/2006/relationships/image" Target="../media/image566.png"/><Relationship Id="rId16" Type="http://schemas.openxmlformats.org/officeDocument/2006/relationships/image" Target="../media/image561.png"/><Relationship Id="rId19" Type="http://schemas.openxmlformats.org/officeDocument/2006/relationships/image" Target="../media/image572.png"/><Relationship Id="rId18" Type="http://schemas.openxmlformats.org/officeDocument/2006/relationships/image" Target="../media/image57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8.xml"/><Relationship Id="rId3" Type="http://schemas.openxmlformats.org/officeDocument/2006/relationships/image" Target="../media/image577.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9.xml"/><Relationship Id="rId3" Type="http://schemas.openxmlformats.org/officeDocument/2006/relationships/image" Target="../media/image583.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0.xml"/><Relationship Id="rId3" Type="http://schemas.openxmlformats.org/officeDocument/2006/relationships/image" Target="../media/image580.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1.xml"/><Relationship Id="rId3" Type="http://schemas.openxmlformats.org/officeDocument/2006/relationships/image" Target="../media/image586.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2.xml"/><Relationship Id="rId3" Type="http://schemas.openxmlformats.org/officeDocument/2006/relationships/image" Target="../media/image589.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3.xml"/><Relationship Id="rId3" Type="http://schemas.openxmlformats.org/officeDocument/2006/relationships/image" Target="../media/image584.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4.xml"/><Relationship Id="rId3" Type="http://schemas.openxmlformats.org/officeDocument/2006/relationships/image" Target="../media/image58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5.xml"/><Relationship Id="rId3" Type="http://schemas.openxmlformats.org/officeDocument/2006/relationships/image" Target="../media/image585.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6.xml"/><Relationship Id="rId3" Type="http://schemas.openxmlformats.org/officeDocument/2006/relationships/image" Target="../media/image590.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7.xml"/><Relationship Id="rId3" Type="http://schemas.openxmlformats.org/officeDocument/2006/relationships/image" Target="../media/image587.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8.xml"/><Relationship Id="rId3" Type="http://schemas.openxmlformats.org/officeDocument/2006/relationships/image" Target="../media/image58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2"/>
          <p:cNvSpPr txBox="1"/>
          <p:nvPr>
            <p:ph type="ctrTitle"/>
          </p:nvPr>
        </p:nvSpPr>
        <p:spPr>
          <a:xfrm>
            <a:off x="761800" y="1186975"/>
            <a:ext cx="5332800" cy="2387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Corporate Slide Deck Template</a:t>
            </a:r>
            <a:endParaRPr/>
          </a:p>
        </p:txBody>
      </p:sp>
      <p:sp>
        <p:nvSpPr>
          <p:cNvPr id="306" name="Google Shape;306;p42"/>
          <p:cNvSpPr txBox="1"/>
          <p:nvPr>
            <p:ph idx="1" type="subTitle"/>
          </p:nvPr>
        </p:nvSpPr>
        <p:spPr>
          <a:xfrm>
            <a:off x="761809" y="3835400"/>
            <a:ext cx="6170100" cy="12243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starting point for great presentation designs</a:t>
            </a:r>
            <a:endParaRPr/>
          </a:p>
        </p:txBody>
      </p:sp>
      <p:sp>
        <p:nvSpPr>
          <p:cNvPr id="307" name="Google Shape;307;p42"/>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308" name="Google Shape;308;p42"/>
          <p:cNvSpPr txBox="1"/>
          <p:nvPr>
            <p:ph idx="2" type="subTitle"/>
          </p:nvPr>
        </p:nvSpPr>
        <p:spPr>
          <a:xfrm>
            <a:off x="761809" y="5756000"/>
            <a:ext cx="5262300" cy="4923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b="1" lang="en"/>
              <a:t>Brand Design Team</a:t>
            </a:r>
            <a:br>
              <a:rPr lang="en"/>
            </a:br>
            <a:r>
              <a:rPr lang="en"/>
              <a:t>Last updated Sep 2021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3"/>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14" name="Google Shape;314;p43"/>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Instructions: Read me!</a:t>
            </a:r>
            <a:endParaRPr/>
          </a:p>
        </p:txBody>
      </p:sp>
      <p:sp>
        <p:nvSpPr>
          <p:cNvPr id="315" name="Google Shape;315;p43"/>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Getting started with our slide template</a:t>
            </a:r>
            <a:endParaRPr/>
          </a:p>
        </p:txBody>
      </p:sp>
      <p:sp>
        <p:nvSpPr>
          <p:cNvPr id="316" name="Google Shape;316;p43"/>
          <p:cNvSpPr txBox="1"/>
          <p:nvPr>
            <p:ph idx="2" type="body"/>
          </p:nvPr>
        </p:nvSpPr>
        <p:spPr>
          <a:xfrm>
            <a:off x="761809" y="1988833"/>
            <a:ext cx="10659300" cy="3837300"/>
          </a:xfrm>
          <a:prstGeom prst="rect">
            <a:avLst/>
          </a:prstGeom>
        </p:spPr>
        <p:txBody>
          <a:bodyPr anchorCtr="0" anchor="t" bIns="0" lIns="0" spcFirstLastPara="1" rIns="0" wrap="square" tIns="0">
            <a:noAutofit/>
          </a:bodyPr>
          <a:lstStyle/>
          <a:p>
            <a:pPr indent="0" lvl="0" marL="0" rtl="0" algn="l">
              <a:lnSpc>
                <a:spcPct val="115000"/>
              </a:lnSpc>
              <a:spcBef>
                <a:spcPts val="1100"/>
              </a:spcBef>
              <a:spcAft>
                <a:spcPts val="0"/>
              </a:spcAft>
              <a:buNone/>
            </a:pPr>
            <a:r>
              <a:rPr lang="en" sz="1100">
                <a:solidFill>
                  <a:srgbClr val="000000"/>
                </a:solidFill>
                <a:latin typeface="Arial"/>
                <a:ea typeface="Arial"/>
                <a:cs typeface="Arial"/>
                <a:sym typeface="Arial"/>
              </a:rPr>
              <a:t>Focused, priority approach. Build trust fast. Grew EY-ServiceNow alliance to bench-makring results and within historically 'fast' timeline (within 10 months). 270% growth; 'partner of the year' status - ultimately represented 31% of the Global business. Currently 'partner to watch' in EMEA; among top 3 alliances in EMEA for ServiceNow.</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100">
                <a:solidFill>
                  <a:srgbClr val="000000"/>
                </a:solidFill>
                <a:latin typeface="Arial"/>
                <a:ea typeface="Arial"/>
                <a:cs typeface="Arial"/>
                <a:sym typeface="Arial"/>
              </a:rPr>
              <a:t>My foundational 'go to' aka what works for me:  </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100">
                <a:solidFill>
                  <a:srgbClr val="000000"/>
                </a:solidFill>
                <a:latin typeface="Arial"/>
                <a:ea typeface="Arial"/>
                <a:cs typeface="Arial"/>
                <a:sym typeface="Arial"/>
              </a:rPr>
              <a:t>Build a trusting relationship.</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100">
                <a:solidFill>
                  <a:srgbClr val="000000"/>
                </a:solidFill>
                <a:latin typeface="Arial"/>
                <a:ea typeface="Arial"/>
                <a:cs typeface="Arial"/>
                <a:sym typeface="Arial"/>
              </a:rPr>
              <a:t>Accelerated partnership - focus on dual priorities and client needs/challenges.</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100">
                <a:solidFill>
                  <a:srgbClr val="000000"/>
                </a:solidFill>
                <a:latin typeface="Arial"/>
                <a:ea typeface="Arial"/>
                <a:cs typeface="Arial"/>
                <a:sym typeface="Arial"/>
              </a:rPr>
              <a:t>Inform and activate a partner plan based on local Member Firm priorities leveraging  their Global/Local Assets &amp; Offerings</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100">
                <a:solidFill>
                  <a:srgbClr val="000000"/>
                </a:solidFill>
                <a:latin typeface="Arial"/>
                <a:ea typeface="Arial"/>
                <a:cs typeface="Arial"/>
                <a:sym typeface="Arial"/>
              </a:rPr>
              <a:t>Drive awareness, mindshare &amp; enablement across targeted stakeholder</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100">
                <a:solidFill>
                  <a:srgbClr val="000000"/>
                </a:solidFill>
                <a:latin typeface="Arial"/>
                <a:ea typeface="Arial"/>
                <a:cs typeface="Arial"/>
                <a:sym typeface="Arial"/>
              </a:rPr>
              <a:t>groups:  Practice, Industry &amp; Client Leads</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100" u="sng">
                <a:solidFill>
                  <a:srgbClr val="000000"/>
                </a:solidFill>
                <a:latin typeface="Arial"/>
                <a:ea typeface="Arial"/>
                <a:cs typeface="Arial"/>
                <a:sym typeface="Arial"/>
              </a:rPr>
              <a:t>Pulse of the joint business; verify often</a:t>
            </a:r>
            <a:r>
              <a:rPr lang="en" sz="1100">
                <a:solidFill>
                  <a:srgbClr val="000000"/>
                </a:solidFill>
                <a:latin typeface="Arial"/>
                <a:ea typeface="Arial"/>
                <a:cs typeface="Arial"/>
                <a:sym typeface="Arial"/>
              </a:rPr>
              <a:t> if strategic GTM plan is having material impact driving targeted joint account engagement</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100">
                <a:solidFill>
                  <a:srgbClr val="000000"/>
                </a:solidFill>
                <a:latin typeface="Arial"/>
                <a:ea typeface="Arial"/>
                <a:cs typeface="Arial"/>
                <a:sym typeface="Arial"/>
              </a:rPr>
              <a:t>Client needs and business outcomes at the centre. Not a broad-brush/coin-operated approach.</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100">
                <a:solidFill>
                  <a:srgbClr val="000000"/>
                </a:solidFill>
                <a:latin typeface="Arial"/>
                <a:ea typeface="Arial"/>
                <a:cs typeface="Arial"/>
                <a:sym typeface="Arial"/>
              </a:rPr>
              <a:t>Partner enablement and activation is a key foundational element and a pillar for joint success and for positive client outcomes.</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100">
                <a:solidFill>
                  <a:srgbClr val="000000"/>
                </a:solidFill>
                <a:latin typeface="Arial"/>
                <a:ea typeface="Arial"/>
                <a:cs typeface="Arial"/>
                <a:sym typeface="Arial"/>
              </a:rPr>
              <a:t>I manage a partnership like I would a client!</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100" u="sng">
                <a:solidFill>
                  <a:srgbClr val="000000"/>
                </a:solidFill>
                <a:latin typeface="Arial"/>
                <a:ea typeface="Arial"/>
                <a:cs typeface="Arial"/>
                <a:sym typeface="Arial"/>
              </a:rPr>
              <a:t>Key Success Factors for me include</a:t>
            </a:r>
            <a:endParaRPr sz="1100" u="sng">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100">
                <a:solidFill>
                  <a:srgbClr val="000000"/>
                </a:solidFill>
                <a:latin typeface="Arial"/>
                <a:ea typeface="Arial"/>
                <a:cs typeface="Arial"/>
                <a:sym typeface="Arial"/>
              </a:rPr>
              <a:t>Strategy and Relationships - Key, meaningful stakeholders from both EY and ServiceNow meet to agree intent and commitment.</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100">
                <a:solidFill>
                  <a:srgbClr val="000000"/>
                </a:solidFill>
                <a:latin typeface="Arial"/>
                <a:ea typeface="Arial"/>
                <a:cs typeface="Arial"/>
                <a:sym typeface="Arial"/>
              </a:rPr>
              <a:t>Account Targeting - Validate to Agreement on specific target accounts activated through EY client serving entity and ServiceNow Sales Account team</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100">
                <a:solidFill>
                  <a:srgbClr val="000000"/>
                </a:solidFill>
                <a:latin typeface="Arial"/>
                <a:ea typeface="Arial"/>
                <a:cs typeface="Arial"/>
                <a:sym typeface="Arial"/>
              </a:rPr>
              <a:t>(and possible SMEs)</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100">
                <a:solidFill>
                  <a:srgbClr val="000000"/>
                </a:solidFill>
                <a:latin typeface="Arial"/>
                <a:ea typeface="Arial"/>
                <a:cs typeface="Arial"/>
                <a:sym typeface="Arial"/>
              </a:rPr>
              <a:t>Sector-specific Offerings/Solutions - Agree Portfolio of solutions that</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100">
                <a:solidFill>
                  <a:srgbClr val="000000"/>
                </a:solidFill>
                <a:latin typeface="Arial"/>
                <a:ea typeface="Arial"/>
                <a:cs typeface="Arial"/>
                <a:sym typeface="Arial"/>
              </a:rPr>
              <a:t>both parties are willing to invest in, promote, most of all deliver</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100">
                <a:solidFill>
                  <a:srgbClr val="000000"/>
                </a:solidFill>
                <a:latin typeface="Arial"/>
                <a:ea typeface="Arial"/>
                <a:cs typeface="Arial"/>
                <a:sym typeface="Arial"/>
              </a:rPr>
              <a:t>Opportunity Management overall - An agreed and defined approach</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100">
                <a:solidFill>
                  <a:srgbClr val="000000"/>
                </a:solidFill>
                <a:latin typeface="Arial"/>
                <a:ea typeface="Arial"/>
                <a:cs typeface="Arial"/>
                <a:sym typeface="Arial"/>
              </a:rPr>
              <a:t>to governance of opportunities in the pipeline...checkin for GTM approach (what's working/not)</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100">
                <a:solidFill>
                  <a:srgbClr val="000000"/>
                </a:solidFill>
                <a:latin typeface="Arial"/>
                <a:ea typeface="Arial"/>
                <a:cs typeface="Arial"/>
                <a:sym typeface="Arial"/>
              </a:rPr>
              <a:t>Marketing with an objective and outcomes – more for awareness ('noise'), in the</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100">
                <a:solidFill>
                  <a:srgbClr val="000000"/>
                </a:solidFill>
                <a:latin typeface="Arial"/>
                <a:ea typeface="Arial"/>
                <a:cs typeface="Arial"/>
                <a:sym typeface="Arial"/>
              </a:rPr>
              <a:t>market vs pipeline build</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br>
              <a:rPr lang="en" sz="2100"/>
            </a:br>
            <a:br>
              <a:rPr lang="en"/>
            </a:br>
            <a:r>
              <a:rPr b="1" lang="en" sz="1600"/>
              <a:t>Quick Slide Links</a:t>
            </a:r>
            <a:br>
              <a:rPr b="1" lang="en" sz="1600"/>
            </a:br>
            <a:r>
              <a:rPr lang="en" sz="1600" u="sng">
                <a:solidFill>
                  <a:schemeClr val="hlink"/>
                </a:solidFill>
                <a:hlinkClick action="ppaction://hlinksldjump" r:id="rId3"/>
              </a:rPr>
              <a:t>Best Practices</a:t>
            </a:r>
            <a:r>
              <a:rPr lang="en" sz="1600"/>
              <a:t>   </a:t>
            </a:r>
            <a:r>
              <a:rPr lang="en" sz="1600" u="sng">
                <a:solidFill>
                  <a:schemeClr val="hlink"/>
                </a:solidFill>
                <a:hlinkClick action="ppaction://hlinksldjump" r:id="rId4"/>
              </a:rPr>
              <a:t>Example Slides</a:t>
            </a:r>
            <a:r>
              <a:rPr lang="en" sz="1600"/>
              <a:t>   </a:t>
            </a:r>
            <a:r>
              <a:rPr lang="en" sz="1600" u="sng">
                <a:solidFill>
                  <a:schemeClr val="hlink"/>
                </a:solidFill>
                <a:hlinkClick action="ppaction://hlinksldjump" r:id="rId5"/>
              </a:rPr>
              <a:t>Helper Items</a:t>
            </a:r>
            <a:r>
              <a:rPr lang="en" sz="1600"/>
              <a:t>   </a:t>
            </a:r>
            <a:r>
              <a:rPr lang="en" sz="1600" u="sng">
                <a:solidFill>
                  <a:schemeClr val="hlink"/>
                </a:solidFill>
                <a:hlinkClick action="ppaction://hlinksldjump" r:id="rId6"/>
              </a:rPr>
              <a:t>Diagrams</a:t>
            </a:r>
            <a:r>
              <a:rPr lang="en" sz="1600"/>
              <a:t>   </a:t>
            </a:r>
            <a:r>
              <a:rPr lang="en" sz="1600" u="sng">
                <a:solidFill>
                  <a:schemeClr val="hlink"/>
                </a:solidFill>
                <a:hlinkClick action="ppaction://hlinksldjump" r:id="rId7"/>
              </a:rPr>
              <a:t>Icon</a:t>
            </a:r>
            <a:r>
              <a:rPr lang="en" sz="1600" u="sng">
                <a:solidFill>
                  <a:schemeClr val="hlink"/>
                </a:solidFill>
                <a:hlinkClick action="ppaction://hlinksldjump" r:id="rId8"/>
              </a:rPr>
              <a:t>s</a:t>
            </a:r>
            <a:r>
              <a:rPr lang="en" sz="1600"/>
              <a:t>   </a:t>
            </a:r>
            <a:r>
              <a:rPr lang="en" sz="1600" u="sng">
                <a:solidFill>
                  <a:schemeClr val="hlink"/>
                </a:solidFill>
                <a:hlinkClick action="ppaction://hlinksldjump" r:id="rId9"/>
              </a:rPr>
              <a:t>Illustrations</a:t>
            </a:r>
            <a:endParaRPr sz="1600"/>
          </a:p>
        </p:txBody>
      </p:sp>
      <p:sp>
        <p:nvSpPr>
          <p:cNvPr id="317" name="Google Shape;317;p43"/>
          <p:cNvSpPr txBox="1"/>
          <p:nvPr/>
        </p:nvSpPr>
        <p:spPr>
          <a:xfrm>
            <a:off x="8739523" y="5415929"/>
            <a:ext cx="2679300" cy="558000"/>
          </a:xfrm>
          <a:prstGeom prst="rect">
            <a:avLst/>
          </a:prstGeom>
          <a:no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Sans"/>
                <a:ea typeface="DM Sans"/>
                <a:cs typeface="DM Sans"/>
                <a:sym typeface="DM Sans"/>
              </a:rPr>
              <a:t>To see what’s new or changed, check out the </a:t>
            </a:r>
            <a:r>
              <a:rPr lang="en" sz="1100" u="sng">
                <a:solidFill>
                  <a:schemeClr val="hlink"/>
                </a:solidFill>
                <a:latin typeface="DM Sans"/>
                <a:ea typeface="DM Sans"/>
                <a:cs typeface="DM Sans"/>
                <a:sym typeface="DM Sans"/>
                <a:hlinkClick r:id="rId10"/>
              </a:rPr>
              <a:t>Slide Deck Change Log</a:t>
            </a:r>
            <a:r>
              <a:rPr lang="en" sz="1100">
                <a:latin typeface="DM Sans"/>
                <a:ea typeface="DM Sans"/>
                <a:cs typeface="DM Sans"/>
                <a:sym typeface="DM Sans"/>
              </a:rPr>
              <a:t>.</a:t>
            </a:r>
            <a:endParaRPr sz="1100">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4"/>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23" name="Google Shape;323;p44"/>
          <p:cNvSpPr txBox="1"/>
          <p:nvPr>
            <p:ph type="title"/>
          </p:nvPr>
        </p:nvSpPr>
        <p:spPr>
          <a:xfrm>
            <a:off x="544895" y="170622"/>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500"/>
              <a:t>Databricks Elite GSIs - in EMEA</a:t>
            </a:r>
            <a:endParaRPr sz="3500"/>
          </a:p>
        </p:txBody>
      </p:sp>
      <p:sp>
        <p:nvSpPr>
          <p:cNvPr id="324" name="Google Shape;324;p44"/>
          <p:cNvSpPr txBox="1"/>
          <p:nvPr>
            <p:ph idx="1" type="subTitle"/>
          </p:nvPr>
        </p:nvSpPr>
        <p:spPr>
          <a:xfrm>
            <a:off x="544900" y="674875"/>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sz="2000"/>
              <a:t>Accenture, Avanade, Capgemini, Cognizant, Deloitte, EY, Infosys, </a:t>
            </a:r>
            <a:r>
              <a:rPr lang="en" sz="2000"/>
              <a:t>Slalom</a:t>
            </a:r>
            <a:r>
              <a:rPr lang="en" sz="2000"/>
              <a:t>, TCS, Wipro</a:t>
            </a:r>
            <a:endParaRPr sz="2000"/>
          </a:p>
        </p:txBody>
      </p:sp>
      <p:sp>
        <p:nvSpPr>
          <p:cNvPr id="325" name="Google Shape;325;p44"/>
          <p:cNvSpPr txBox="1"/>
          <p:nvPr>
            <p:ph idx="2" type="body"/>
          </p:nvPr>
        </p:nvSpPr>
        <p:spPr>
          <a:xfrm>
            <a:off x="336125" y="1056400"/>
            <a:ext cx="11516700" cy="38373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sz="1200"/>
              <a:t>70% attach (sourced/influencers) of our business (committ, consumption, use cases). ‘Top20’&amp;DBX collaborations:  </a:t>
            </a:r>
            <a:r>
              <a:rPr lang="en" sz="1200"/>
              <a:t>Focused, priority approach. Build trust fast. Grow Databricks (EMEA), GSI alliances to bench-marking results.  ultimately represented 31% of the Global business. Currently 'partner to watch' in EMEA; among top 3 alliances in EMEA for ServiceNow.</a:t>
            </a:r>
            <a:endParaRPr sz="1200"/>
          </a:p>
          <a:p>
            <a:pPr indent="0" lvl="0" marL="0" rtl="0" algn="l">
              <a:spcBef>
                <a:spcPts val="1100"/>
              </a:spcBef>
              <a:spcAft>
                <a:spcPts val="0"/>
              </a:spcAft>
              <a:buNone/>
            </a:pPr>
            <a:r>
              <a:rPr lang="en" sz="1200"/>
              <a:t>Foundational:  </a:t>
            </a:r>
            <a:endParaRPr sz="1200"/>
          </a:p>
          <a:p>
            <a:pPr indent="0" lvl="0" marL="0" rtl="0" algn="l">
              <a:spcBef>
                <a:spcPts val="1100"/>
              </a:spcBef>
              <a:spcAft>
                <a:spcPts val="0"/>
              </a:spcAft>
              <a:buNone/>
            </a:pPr>
            <a:r>
              <a:rPr lang="en" sz="1200"/>
              <a:t>Build a trusting relationship.</a:t>
            </a:r>
            <a:endParaRPr sz="1200"/>
          </a:p>
          <a:p>
            <a:pPr indent="0" lvl="0" marL="0" rtl="0" algn="l">
              <a:spcBef>
                <a:spcPts val="1100"/>
              </a:spcBef>
              <a:spcAft>
                <a:spcPts val="0"/>
              </a:spcAft>
              <a:buNone/>
            </a:pPr>
            <a:r>
              <a:rPr lang="en" sz="1200"/>
              <a:t>Accelerated partnership - focus on dual priorities and client needs/challenges.</a:t>
            </a:r>
            <a:endParaRPr sz="1200"/>
          </a:p>
          <a:p>
            <a:pPr indent="0" lvl="0" marL="0" rtl="0" algn="l">
              <a:spcBef>
                <a:spcPts val="1100"/>
              </a:spcBef>
              <a:spcAft>
                <a:spcPts val="0"/>
              </a:spcAft>
              <a:buNone/>
            </a:pPr>
            <a:r>
              <a:rPr lang="en" sz="1200"/>
              <a:t>Inform and activate a partner plan based on local Member Firm priorities leveraging  their Global/Local Assets &amp; Offerings</a:t>
            </a:r>
            <a:endParaRPr sz="1200"/>
          </a:p>
          <a:p>
            <a:pPr indent="0" lvl="0" marL="0" rtl="0" algn="l">
              <a:spcBef>
                <a:spcPts val="1100"/>
              </a:spcBef>
              <a:spcAft>
                <a:spcPts val="0"/>
              </a:spcAft>
              <a:buNone/>
            </a:pPr>
            <a:r>
              <a:rPr lang="en" sz="1200"/>
              <a:t>Drive awareness, mindshare &amp; enablement across targeted stakeholder groups:  Practice, Industry &amp; Client Leads</a:t>
            </a:r>
            <a:endParaRPr sz="1200"/>
          </a:p>
          <a:p>
            <a:pPr indent="0" lvl="0" marL="0" rtl="0" algn="l">
              <a:lnSpc>
                <a:spcPct val="115000"/>
              </a:lnSpc>
              <a:spcBef>
                <a:spcPts val="1100"/>
              </a:spcBef>
              <a:spcAft>
                <a:spcPts val="0"/>
              </a:spcAft>
              <a:buNone/>
            </a:pPr>
            <a:r>
              <a:rPr lang="en" sz="1600" u="sng">
                <a:solidFill>
                  <a:srgbClr val="000000"/>
                </a:solidFill>
                <a:latin typeface="Arial"/>
                <a:ea typeface="Arial"/>
                <a:cs typeface="Arial"/>
                <a:sym typeface="Arial"/>
              </a:rPr>
              <a:t>Pulse of the joint business; verify often</a:t>
            </a:r>
            <a:r>
              <a:rPr lang="en" sz="1600">
                <a:solidFill>
                  <a:srgbClr val="000000"/>
                </a:solidFill>
                <a:latin typeface="Arial"/>
                <a:ea typeface="Arial"/>
                <a:cs typeface="Arial"/>
                <a:sym typeface="Arial"/>
              </a:rPr>
              <a:t> if strategic GTM plan is having material impact driving targeted joint account engagement</a:t>
            </a:r>
            <a:endParaRPr sz="16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t/>
            </a:r>
            <a:endParaRPr sz="16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600">
                <a:solidFill>
                  <a:srgbClr val="000000"/>
                </a:solidFill>
                <a:latin typeface="Arial"/>
                <a:ea typeface="Arial"/>
                <a:cs typeface="Arial"/>
                <a:sym typeface="Arial"/>
              </a:rPr>
              <a:t>Client needs and business outcomes at the centre. Not a broad-brush/coin-operated approach.</a:t>
            </a:r>
            <a:endParaRPr sz="16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t/>
            </a:r>
            <a:endParaRPr sz="16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600">
                <a:solidFill>
                  <a:srgbClr val="000000"/>
                </a:solidFill>
                <a:latin typeface="Arial"/>
                <a:ea typeface="Arial"/>
                <a:cs typeface="Arial"/>
                <a:sym typeface="Arial"/>
              </a:rPr>
              <a:t>Partner enablement and activation is a key foundational element and a pillar for joint success and for positive client outcomes.</a:t>
            </a:r>
            <a:endParaRPr sz="16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t/>
            </a:r>
            <a:endParaRPr sz="16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600">
                <a:solidFill>
                  <a:srgbClr val="000000"/>
                </a:solidFill>
                <a:latin typeface="Arial"/>
                <a:ea typeface="Arial"/>
                <a:cs typeface="Arial"/>
                <a:sym typeface="Arial"/>
              </a:rPr>
              <a:t>I manage a partnership like I would a client!</a:t>
            </a:r>
            <a:endParaRPr sz="16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t/>
            </a:r>
            <a:endParaRPr sz="16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600" u="sng">
                <a:solidFill>
                  <a:srgbClr val="000000"/>
                </a:solidFill>
                <a:latin typeface="Arial"/>
                <a:ea typeface="Arial"/>
                <a:cs typeface="Arial"/>
                <a:sym typeface="Arial"/>
              </a:rPr>
              <a:t>Key Success Factors for me include</a:t>
            </a:r>
            <a:endParaRPr sz="1600" u="sng">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600">
                <a:solidFill>
                  <a:srgbClr val="000000"/>
                </a:solidFill>
                <a:latin typeface="Arial"/>
                <a:ea typeface="Arial"/>
                <a:cs typeface="Arial"/>
                <a:sym typeface="Arial"/>
              </a:rPr>
              <a:t>Strategy and Relationships - Key, meaningful stakeholders from both EY and ServiceNow meet to agree intent and commitment.</a:t>
            </a:r>
            <a:endParaRPr sz="16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t/>
            </a:r>
            <a:endParaRPr sz="16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600">
                <a:solidFill>
                  <a:srgbClr val="000000"/>
                </a:solidFill>
                <a:latin typeface="Arial"/>
                <a:ea typeface="Arial"/>
                <a:cs typeface="Arial"/>
                <a:sym typeface="Arial"/>
              </a:rPr>
              <a:t>Account Targeting - Validate to Agreement on specific target accounts activated through EY client serving entity and ServiceNow Sales Account team</a:t>
            </a:r>
            <a:endParaRPr sz="16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600">
                <a:solidFill>
                  <a:srgbClr val="000000"/>
                </a:solidFill>
                <a:latin typeface="Arial"/>
                <a:ea typeface="Arial"/>
                <a:cs typeface="Arial"/>
                <a:sym typeface="Arial"/>
              </a:rPr>
              <a:t>(and possible SMEs)</a:t>
            </a:r>
            <a:endParaRPr sz="16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t/>
            </a:r>
            <a:endParaRPr sz="16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600">
                <a:solidFill>
                  <a:srgbClr val="000000"/>
                </a:solidFill>
                <a:latin typeface="Arial"/>
                <a:ea typeface="Arial"/>
                <a:cs typeface="Arial"/>
                <a:sym typeface="Arial"/>
              </a:rPr>
              <a:t>Sector-specific Offerings/Solutions - Agree Portfolio of solutions that</a:t>
            </a:r>
            <a:endParaRPr sz="16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600">
                <a:solidFill>
                  <a:srgbClr val="000000"/>
                </a:solidFill>
                <a:latin typeface="Arial"/>
                <a:ea typeface="Arial"/>
                <a:cs typeface="Arial"/>
                <a:sym typeface="Arial"/>
              </a:rPr>
              <a:t>both parties are willing to invest in, promote, most of all deliver</a:t>
            </a:r>
            <a:endParaRPr sz="16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t/>
            </a:r>
            <a:endParaRPr sz="16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600">
                <a:solidFill>
                  <a:srgbClr val="000000"/>
                </a:solidFill>
                <a:latin typeface="Arial"/>
                <a:ea typeface="Arial"/>
                <a:cs typeface="Arial"/>
                <a:sym typeface="Arial"/>
              </a:rPr>
              <a:t>Opportunity Management overall - An agreed and defined approach</a:t>
            </a:r>
            <a:endParaRPr sz="16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600">
                <a:solidFill>
                  <a:srgbClr val="000000"/>
                </a:solidFill>
                <a:latin typeface="Arial"/>
                <a:ea typeface="Arial"/>
                <a:cs typeface="Arial"/>
                <a:sym typeface="Arial"/>
              </a:rPr>
              <a:t>to governance of opportunities in the pipeline...checkin for GTM approach (what's working/not)</a:t>
            </a:r>
            <a:endParaRPr sz="16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t/>
            </a:r>
            <a:endParaRPr sz="16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600">
                <a:solidFill>
                  <a:srgbClr val="000000"/>
                </a:solidFill>
                <a:latin typeface="Arial"/>
                <a:ea typeface="Arial"/>
                <a:cs typeface="Arial"/>
                <a:sym typeface="Arial"/>
              </a:rPr>
              <a:t>Marketing with an objective and outcomes – more for awareness ('noise'), in the</a:t>
            </a:r>
            <a:endParaRPr sz="16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rPr lang="en" sz="1600">
                <a:solidFill>
                  <a:srgbClr val="000000"/>
                </a:solidFill>
                <a:latin typeface="Arial"/>
                <a:ea typeface="Arial"/>
                <a:cs typeface="Arial"/>
                <a:sym typeface="Arial"/>
              </a:rPr>
              <a:t>market vs pipeline build</a:t>
            </a:r>
            <a:endParaRPr sz="16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t/>
            </a:r>
            <a:endParaRPr sz="16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t/>
            </a:r>
            <a:endParaRPr sz="16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r>
              <a:t/>
            </a:r>
            <a:endParaRPr sz="1600">
              <a:solidFill>
                <a:srgbClr val="000000"/>
              </a:solidFill>
              <a:latin typeface="Arial"/>
              <a:ea typeface="Arial"/>
              <a:cs typeface="Arial"/>
              <a:sym typeface="Arial"/>
            </a:endParaRPr>
          </a:p>
          <a:p>
            <a:pPr indent="0" lvl="0" marL="0" rtl="0" algn="l">
              <a:lnSpc>
                <a:spcPct val="115000"/>
              </a:lnSpc>
              <a:spcBef>
                <a:spcPts val="1100"/>
              </a:spcBef>
              <a:spcAft>
                <a:spcPts val="0"/>
              </a:spcAft>
              <a:buNone/>
            </a:pPr>
            <a:br>
              <a:rPr lang="en" sz="2100"/>
            </a:b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5"/>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331" name="Google Shape;331;p45"/>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Presentation best practices</a:t>
            </a:r>
            <a:endParaRPr/>
          </a:p>
        </p:txBody>
      </p:sp>
      <p:sp>
        <p:nvSpPr>
          <p:cNvPr id="332" name="Google Shape;332;p45"/>
          <p:cNvSpPr txBox="1"/>
          <p:nvPr>
            <p:ph idx="2"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Less is more</a:t>
            </a:r>
            <a:endParaRPr/>
          </a:p>
        </p:txBody>
      </p:sp>
      <p:sp>
        <p:nvSpPr>
          <p:cNvPr id="333" name="Google Shape;333;p45"/>
          <p:cNvSpPr txBox="1"/>
          <p:nvPr>
            <p:ph idx="1" type="body"/>
          </p:nvPr>
        </p:nvSpPr>
        <p:spPr>
          <a:xfrm>
            <a:off x="761809" y="3209867"/>
            <a:ext cx="3224100" cy="2849700"/>
          </a:xfrm>
          <a:prstGeom prst="rect">
            <a:avLst/>
          </a:prstGeom>
        </p:spPr>
        <p:txBody>
          <a:bodyPr anchorCtr="0" anchor="t" bIns="0" lIns="0" spcFirstLastPara="1" rIns="0" wrap="square" tIns="0">
            <a:noAutofit/>
          </a:bodyPr>
          <a:lstStyle/>
          <a:p>
            <a:pPr indent="0" lvl="0" marL="0" rtl="0" algn="l">
              <a:lnSpc>
                <a:spcPct val="115000"/>
              </a:lnSpc>
              <a:spcBef>
                <a:spcPts val="1100"/>
              </a:spcBef>
              <a:spcAft>
                <a:spcPts val="0"/>
              </a:spcAft>
              <a:buNone/>
            </a:pPr>
            <a:r>
              <a:rPr lang="en"/>
              <a:t>Don’t cram too much content onto your slides. An optimal number of slides in a presentation is always variable and depends on length, type of presentation, and how it’s shared.</a:t>
            </a:r>
            <a:endParaRPr/>
          </a:p>
          <a:p>
            <a:pPr indent="0" lvl="0" marL="0" rtl="0" algn="l">
              <a:lnSpc>
                <a:spcPct val="115000"/>
              </a:lnSpc>
              <a:spcBef>
                <a:spcPts val="1100"/>
              </a:spcBef>
              <a:spcAft>
                <a:spcPts val="0"/>
              </a:spcAft>
              <a:buNone/>
            </a:pPr>
            <a:r>
              <a:rPr lang="en"/>
              <a:t>If your content is overflowing off the templates, that’s a good sign that you need to spread it across more than one slide!</a:t>
            </a:r>
            <a:endParaRPr/>
          </a:p>
        </p:txBody>
      </p:sp>
      <p:sp>
        <p:nvSpPr>
          <p:cNvPr id="334" name="Google Shape;334;p45"/>
          <p:cNvSpPr txBox="1"/>
          <p:nvPr>
            <p:ph idx="3" type="body"/>
          </p:nvPr>
        </p:nvSpPr>
        <p:spPr>
          <a:xfrm>
            <a:off x="4482478" y="3209867"/>
            <a:ext cx="3224100" cy="28497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Human attention span is fairly short. Like, 8 seconds short. Making your content scannable can help get your point across is less time. </a:t>
            </a:r>
            <a:endParaRPr/>
          </a:p>
          <a:p>
            <a:pPr indent="0" lvl="0" marL="0" rtl="0" algn="l">
              <a:spcBef>
                <a:spcPts val="1100"/>
              </a:spcBef>
              <a:spcAft>
                <a:spcPts val="0"/>
              </a:spcAft>
              <a:buNone/>
            </a:pPr>
            <a:r>
              <a:rPr lang="en"/>
              <a:t>Check out the next slide for recommendations on what font sizes to use!</a:t>
            </a:r>
            <a:endParaRPr/>
          </a:p>
        </p:txBody>
      </p:sp>
      <p:sp>
        <p:nvSpPr>
          <p:cNvPr id="335" name="Google Shape;335;p45"/>
          <p:cNvSpPr txBox="1"/>
          <p:nvPr>
            <p:ph idx="4" type="body"/>
          </p:nvPr>
        </p:nvSpPr>
        <p:spPr>
          <a:xfrm>
            <a:off x="8167756" y="3209867"/>
            <a:ext cx="3224100" cy="28497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The set of slides for someone to present live and a presentation that will be shared on its own are quite different. Presenters can add context in their speech and additional text on the slide will be redundant. Keep text short wherever possible.</a:t>
            </a:r>
            <a:endParaRPr/>
          </a:p>
        </p:txBody>
      </p:sp>
      <p:sp>
        <p:nvSpPr>
          <p:cNvPr id="336" name="Google Shape;336;p45"/>
          <p:cNvSpPr txBox="1"/>
          <p:nvPr>
            <p:ph idx="5" type="subTitle"/>
          </p:nvPr>
        </p:nvSpPr>
        <p:spPr>
          <a:xfrm>
            <a:off x="786070" y="1970336"/>
            <a:ext cx="3199500" cy="6432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Don’t be too concerned with the number of slides</a:t>
            </a:r>
            <a:endParaRPr/>
          </a:p>
        </p:txBody>
      </p:sp>
      <p:sp>
        <p:nvSpPr>
          <p:cNvPr id="337" name="Google Shape;337;p45"/>
          <p:cNvSpPr txBox="1"/>
          <p:nvPr>
            <p:ph idx="6" type="subTitle"/>
          </p:nvPr>
        </p:nvSpPr>
        <p:spPr>
          <a:xfrm>
            <a:off x="4494675" y="1970336"/>
            <a:ext cx="3199500" cy="6432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Use font hierarchy to make your content scannable</a:t>
            </a:r>
            <a:endParaRPr/>
          </a:p>
        </p:txBody>
      </p:sp>
      <p:sp>
        <p:nvSpPr>
          <p:cNvPr id="338" name="Google Shape;338;p45"/>
          <p:cNvSpPr txBox="1"/>
          <p:nvPr>
            <p:ph idx="7" type="subTitle"/>
          </p:nvPr>
        </p:nvSpPr>
        <p:spPr>
          <a:xfrm>
            <a:off x="8179953" y="1970336"/>
            <a:ext cx="3199500" cy="6432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Keep in mind how the deck will be shared or viewed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6"/>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344" name="Google Shape;344;p46"/>
          <p:cNvSpPr txBox="1"/>
          <p:nvPr>
            <p:ph type="title"/>
          </p:nvPr>
        </p:nvSpPr>
        <p:spPr>
          <a:xfrm>
            <a:off x="749246" y="535633"/>
            <a:ext cx="88782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Presentation best practices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7"/>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0" name="Google Shape;350;p47"/>
          <p:cNvSpPr txBox="1"/>
          <p:nvPr>
            <p:ph idx="1" type="body"/>
          </p:nvPr>
        </p:nvSpPr>
        <p:spPr>
          <a:xfrm>
            <a:off x="761809" y="2825567"/>
            <a:ext cx="3224100" cy="32337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t/>
            </a:r>
            <a:endParaRPr/>
          </a:p>
        </p:txBody>
      </p:sp>
      <p:sp>
        <p:nvSpPr>
          <p:cNvPr id="351" name="Google Shape;351;p47"/>
          <p:cNvSpPr txBox="1"/>
          <p:nvPr>
            <p:ph idx="2"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t/>
            </a:r>
            <a:endParaRPr/>
          </a:p>
        </p:txBody>
      </p:sp>
      <p:sp>
        <p:nvSpPr>
          <p:cNvPr id="352" name="Google Shape;352;p47"/>
          <p:cNvSpPr txBox="1"/>
          <p:nvPr>
            <p:ph idx="3" type="body"/>
          </p:nvPr>
        </p:nvSpPr>
        <p:spPr>
          <a:xfrm>
            <a:off x="4482478" y="2825567"/>
            <a:ext cx="3224100" cy="32337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t/>
            </a:r>
            <a:endParaRPr/>
          </a:p>
        </p:txBody>
      </p:sp>
      <p:sp>
        <p:nvSpPr>
          <p:cNvPr id="353" name="Google Shape;353;p47"/>
          <p:cNvSpPr txBox="1"/>
          <p:nvPr>
            <p:ph idx="4" type="body"/>
          </p:nvPr>
        </p:nvSpPr>
        <p:spPr>
          <a:xfrm>
            <a:off x="8167756" y="2825567"/>
            <a:ext cx="3224100" cy="32337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t/>
            </a:r>
            <a:endParaRPr/>
          </a:p>
        </p:txBody>
      </p:sp>
      <p:sp>
        <p:nvSpPr>
          <p:cNvPr id="354" name="Google Shape;354;p47"/>
          <p:cNvSpPr txBox="1"/>
          <p:nvPr>
            <p:ph idx="5" type="subTitle"/>
          </p:nvPr>
        </p:nvSpPr>
        <p:spPr>
          <a:xfrm>
            <a:off x="786070" y="1970336"/>
            <a:ext cx="3199500" cy="6432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t/>
            </a:r>
            <a:endParaRPr/>
          </a:p>
        </p:txBody>
      </p:sp>
      <p:sp>
        <p:nvSpPr>
          <p:cNvPr id="355" name="Google Shape;355;p47"/>
          <p:cNvSpPr txBox="1"/>
          <p:nvPr>
            <p:ph idx="6" type="subTitle"/>
          </p:nvPr>
        </p:nvSpPr>
        <p:spPr>
          <a:xfrm>
            <a:off x="4494675" y="1970336"/>
            <a:ext cx="3199500" cy="6432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t/>
            </a:r>
            <a:endParaRPr/>
          </a:p>
        </p:txBody>
      </p:sp>
      <p:sp>
        <p:nvSpPr>
          <p:cNvPr id="356" name="Google Shape;356;p47"/>
          <p:cNvSpPr txBox="1"/>
          <p:nvPr>
            <p:ph idx="7" type="subTitle"/>
          </p:nvPr>
        </p:nvSpPr>
        <p:spPr>
          <a:xfrm>
            <a:off x="8179953" y="1970336"/>
            <a:ext cx="3199500" cy="6432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t/>
            </a:r>
            <a:endParaRPr/>
          </a:p>
        </p:txBody>
      </p:sp>
      <p:sp>
        <p:nvSpPr>
          <p:cNvPr id="357" name="Google Shape;357;p47"/>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8"/>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363" name="Google Shape;363;p48"/>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Font Guidance</a:t>
            </a:r>
            <a:endParaRPr/>
          </a:p>
        </p:txBody>
      </p:sp>
      <p:sp>
        <p:nvSpPr>
          <p:cNvPr id="364" name="Google Shape;364;p48"/>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Font selection</a:t>
            </a:r>
            <a:endParaRPr/>
          </a:p>
        </p:txBody>
      </p:sp>
      <p:sp>
        <p:nvSpPr>
          <p:cNvPr id="365" name="Google Shape;365;p48"/>
          <p:cNvSpPr txBox="1"/>
          <p:nvPr>
            <p:ph idx="2" type="body"/>
          </p:nvPr>
        </p:nvSpPr>
        <p:spPr>
          <a:xfrm>
            <a:off x="761809" y="1988833"/>
            <a:ext cx="5262300" cy="4149900"/>
          </a:xfrm>
          <a:prstGeom prst="rect">
            <a:avLst/>
          </a:prstGeom>
        </p:spPr>
        <p:txBody>
          <a:bodyPr anchorCtr="0" anchor="t" bIns="0" lIns="0" spcFirstLastPara="1" rIns="0" wrap="square" tIns="0">
            <a:noAutofit/>
          </a:bodyPr>
          <a:lstStyle/>
          <a:p>
            <a:pPr indent="0" lvl="0" marL="0" rtl="0" algn="l">
              <a:lnSpc>
                <a:spcPct val="115000"/>
              </a:lnSpc>
              <a:spcBef>
                <a:spcPts val="1100"/>
              </a:spcBef>
              <a:spcAft>
                <a:spcPts val="0"/>
              </a:spcAft>
              <a:buNone/>
            </a:pPr>
            <a:r>
              <a:rPr lang="en"/>
              <a:t>All</a:t>
            </a:r>
            <a:r>
              <a:rPr lang="en"/>
              <a:t> text in our slide decks should use our new brand font, DM Sans.</a:t>
            </a:r>
            <a:endParaRPr/>
          </a:p>
          <a:p>
            <a:pPr indent="0" lvl="0" marL="0" rtl="0" algn="l">
              <a:lnSpc>
                <a:spcPct val="115000"/>
              </a:lnSpc>
              <a:spcBef>
                <a:spcPts val="1100"/>
              </a:spcBef>
              <a:spcAft>
                <a:spcPts val="0"/>
              </a:spcAft>
              <a:buNone/>
            </a:pPr>
            <a:r>
              <a:rPr lang="en">
                <a:latin typeface="DM Mono"/>
                <a:ea typeface="DM Mono"/>
                <a:cs typeface="DM Mono"/>
                <a:sym typeface="DM Mono"/>
              </a:rPr>
              <a:t>DM Mono</a:t>
            </a:r>
            <a:r>
              <a:rPr lang="en"/>
              <a:t> is also available for use in code snippets.</a:t>
            </a:r>
            <a:endParaRPr/>
          </a:p>
          <a:p>
            <a:pPr indent="0" lvl="0" marL="0" rtl="0" algn="l">
              <a:lnSpc>
                <a:spcPct val="115000"/>
              </a:lnSpc>
              <a:spcBef>
                <a:spcPts val="1100"/>
              </a:spcBef>
              <a:spcAft>
                <a:spcPts val="0"/>
              </a:spcAft>
              <a:buNone/>
            </a:pPr>
            <a:r>
              <a:rPr lang="en" sz="2000"/>
              <a:t>If you do not see these fonts in your font selection menu, they can be added by selecting “More fonts” and searching for “dm.” Click on DM Sans and DM Mono, then hit OK.</a:t>
            </a:r>
            <a:endParaRPr sz="2000"/>
          </a:p>
        </p:txBody>
      </p:sp>
      <p:sp>
        <p:nvSpPr>
          <p:cNvPr id="366" name="Google Shape;366;p48"/>
          <p:cNvSpPr/>
          <p:nvPr/>
        </p:nvSpPr>
        <p:spPr>
          <a:xfrm>
            <a:off x="6931932" y="1645467"/>
            <a:ext cx="605400" cy="524700"/>
          </a:xfrm>
          <a:prstGeom prst="hexagon">
            <a:avLst>
              <a:gd fmla="val 25000" name="adj"/>
              <a:gd fmla="val 115470" name="vf"/>
            </a:avLst>
          </a:prstGeom>
          <a:solidFill>
            <a:schemeClr val="dk2"/>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 sz="2100">
                <a:solidFill>
                  <a:schemeClr val="accent1"/>
                </a:solidFill>
                <a:latin typeface="DM Sans"/>
                <a:ea typeface="DM Sans"/>
                <a:cs typeface="DM Sans"/>
                <a:sym typeface="DM Sans"/>
              </a:rPr>
              <a:t>1</a:t>
            </a:r>
            <a:endParaRPr b="1" sz="2100">
              <a:solidFill>
                <a:schemeClr val="accent1"/>
              </a:solidFill>
              <a:latin typeface="DM Sans"/>
              <a:ea typeface="DM Sans"/>
              <a:cs typeface="DM Sans"/>
              <a:sym typeface="DM Sans"/>
            </a:endParaRPr>
          </a:p>
        </p:txBody>
      </p:sp>
      <p:sp>
        <p:nvSpPr>
          <p:cNvPr id="367" name="Google Shape;367;p48"/>
          <p:cNvSpPr/>
          <p:nvPr/>
        </p:nvSpPr>
        <p:spPr>
          <a:xfrm>
            <a:off x="6931932" y="3129598"/>
            <a:ext cx="605400" cy="524700"/>
          </a:xfrm>
          <a:prstGeom prst="hexagon">
            <a:avLst>
              <a:gd fmla="val 25000" name="adj"/>
              <a:gd fmla="val 115470" name="vf"/>
            </a:avLst>
          </a:prstGeom>
          <a:solidFill>
            <a:schemeClr val="dk2"/>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 sz="2100">
                <a:solidFill>
                  <a:schemeClr val="accent1"/>
                </a:solidFill>
                <a:latin typeface="DM Sans"/>
                <a:ea typeface="DM Sans"/>
                <a:cs typeface="DM Sans"/>
                <a:sym typeface="DM Sans"/>
              </a:rPr>
              <a:t>2</a:t>
            </a:r>
            <a:endParaRPr b="1" sz="2100">
              <a:solidFill>
                <a:schemeClr val="accent1"/>
              </a:solidFill>
              <a:latin typeface="DM Sans"/>
              <a:ea typeface="DM Sans"/>
              <a:cs typeface="DM Sans"/>
              <a:sym typeface="DM Sans"/>
            </a:endParaRPr>
          </a:p>
        </p:txBody>
      </p:sp>
      <p:cxnSp>
        <p:nvCxnSpPr>
          <p:cNvPr id="368" name="Google Shape;368;p48"/>
          <p:cNvCxnSpPr>
            <a:stCxn id="366" idx="0"/>
            <a:endCxn id="369" idx="1"/>
          </p:cNvCxnSpPr>
          <p:nvPr/>
        </p:nvCxnSpPr>
        <p:spPr>
          <a:xfrm>
            <a:off x="7537332" y="1907817"/>
            <a:ext cx="442800" cy="0"/>
          </a:xfrm>
          <a:prstGeom prst="straightConnector1">
            <a:avLst/>
          </a:prstGeom>
          <a:noFill/>
          <a:ln cap="flat" cmpd="sng" w="9525">
            <a:solidFill>
              <a:schemeClr val="dk2"/>
            </a:solidFill>
            <a:prstDash val="solid"/>
            <a:round/>
            <a:headEnd len="med" w="med" type="none"/>
            <a:tailEnd len="med" w="med" type="none"/>
          </a:ln>
        </p:spPr>
      </p:cxnSp>
      <p:cxnSp>
        <p:nvCxnSpPr>
          <p:cNvPr id="370" name="Google Shape;370;p48"/>
          <p:cNvCxnSpPr>
            <a:stCxn id="367" idx="0"/>
          </p:cNvCxnSpPr>
          <p:nvPr/>
        </p:nvCxnSpPr>
        <p:spPr>
          <a:xfrm>
            <a:off x="7537332" y="3391948"/>
            <a:ext cx="445800" cy="0"/>
          </a:xfrm>
          <a:prstGeom prst="straightConnector1">
            <a:avLst/>
          </a:prstGeom>
          <a:noFill/>
          <a:ln cap="flat" cmpd="sng" w="9525">
            <a:solidFill>
              <a:schemeClr val="dk2"/>
            </a:solidFill>
            <a:prstDash val="solid"/>
            <a:round/>
            <a:headEnd len="med" w="med" type="none"/>
            <a:tailEnd len="med" w="med" type="none"/>
          </a:ln>
        </p:spPr>
      </p:cxnSp>
      <p:pic>
        <p:nvPicPr>
          <p:cNvPr id="371" name="Google Shape;371;p48"/>
          <p:cNvPicPr preferRelativeResize="0"/>
          <p:nvPr/>
        </p:nvPicPr>
        <p:blipFill>
          <a:blip r:embed="rId3">
            <a:alphaModFix/>
          </a:blip>
          <a:stretch>
            <a:fillRect/>
          </a:stretch>
        </p:blipFill>
        <p:spPr>
          <a:xfrm>
            <a:off x="7980136" y="2777362"/>
            <a:ext cx="3447000" cy="3468000"/>
          </a:xfrm>
          <a:prstGeom prst="roundRect">
            <a:avLst>
              <a:gd fmla="val 2710" name="adj"/>
            </a:avLst>
          </a:prstGeom>
          <a:noFill/>
          <a:ln>
            <a:noFill/>
          </a:ln>
          <a:effectLst>
            <a:outerShdw blurRad="428625" rotWithShape="0" algn="bl" dir="5400000" dist="76200">
              <a:srgbClr val="000000">
                <a:alpha val="12000"/>
              </a:srgbClr>
            </a:outerShdw>
          </a:effectLst>
        </p:spPr>
      </p:pic>
      <p:pic>
        <p:nvPicPr>
          <p:cNvPr id="369" name="Google Shape;369;p48"/>
          <p:cNvPicPr preferRelativeResize="0"/>
          <p:nvPr/>
        </p:nvPicPr>
        <p:blipFill>
          <a:blip r:embed="rId4">
            <a:alphaModFix/>
          </a:blip>
          <a:stretch>
            <a:fillRect/>
          </a:stretch>
        </p:blipFill>
        <p:spPr>
          <a:xfrm>
            <a:off x="7980136" y="1527880"/>
            <a:ext cx="2532900" cy="759900"/>
          </a:xfrm>
          <a:prstGeom prst="roundRect">
            <a:avLst>
              <a:gd fmla="val 9860" name="adj"/>
            </a:avLst>
          </a:prstGeom>
          <a:noFill/>
          <a:ln>
            <a:noFill/>
          </a:ln>
          <a:effectLst>
            <a:outerShdw blurRad="428625" rotWithShape="0" algn="bl" dir="5400000" dist="76200">
              <a:srgbClr val="000000">
                <a:alpha val="12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9"/>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377" name="Google Shape;377;p49"/>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Font Guidance </a:t>
            </a:r>
            <a:r>
              <a:rPr lang="en"/>
              <a:t>(Cont.)</a:t>
            </a:r>
            <a:endParaRPr/>
          </a:p>
        </p:txBody>
      </p:sp>
      <p:sp>
        <p:nvSpPr>
          <p:cNvPr id="378" name="Google Shape;378;p49"/>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Using fonts in Powerpoint or Pages</a:t>
            </a:r>
            <a:endParaRPr/>
          </a:p>
        </p:txBody>
      </p:sp>
      <p:sp>
        <p:nvSpPr>
          <p:cNvPr id="379" name="Google Shape;379;p49"/>
          <p:cNvSpPr txBox="1"/>
          <p:nvPr>
            <p:ph idx="2" type="body"/>
          </p:nvPr>
        </p:nvSpPr>
        <p:spPr>
          <a:xfrm>
            <a:off x="761809" y="1988833"/>
            <a:ext cx="5262300" cy="4149900"/>
          </a:xfrm>
          <a:prstGeom prst="rect">
            <a:avLst/>
          </a:prstGeom>
        </p:spPr>
        <p:txBody>
          <a:bodyPr anchorCtr="0" anchor="t" bIns="0" lIns="0" spcFirstLastPara="1" rIns="0" wrap="square" tIns="0">
            <a:noAutofit/>
          </a:bodyPr>
          <a:lstStyle/>
          <a:p>
            <a:pPr indent="0" lvl="0" marL="0" rtl="0" algn="l">
              <a:lnSpc>
                <a:spcPct val="115000"/>
              </a:lnSpc>
              <a:spcBef>
                <a:spcPts val="1100"/>
              </a:spcBef>
              <a:spcAft>
                <a:spcPts val="0"/>
              </a:spcAft>
              <a:buNone/>
            </a:pPr>
            <a:r>
              <a:rPr lang="en"/>
              <a:t>To use the fonts in a desktop program such as Microsoft Powerpoint, you’ll need to download the font files and install them to your local machine.</a:t>
            </a:r>
            <a:r>
              <a:rPr lang="en" sz="2000"/>
              <a:t> </a:t>
            </a:r>
            <a:endParaRPr sz="2000"/>
          </a:p>
          <a:p>
            <a:pPr indent="0" lvl="0" marL="0" rtl="0" algn="l">
              <a:lnSpc>
                <a:spcPct val="115000"/>
              </a:lnSpc>
              <a:spcBef>
                <a:spcPts val="1100"/>
              </a:spcBef>
              <a:spcAft>
                <a:spcPts val="0"/>
              </a:spcAft>
              <a:buNone/>
            </a:pPr>
            <a:r>
              <a:rPr lang="en" sz="2000"/>
              <a:t>Both DM Sans and DM Mono can be downloaded via a single .zip file that is on our Google Drive </a:t>
            </a:r>
            <a:r>
              <a:rPr lang="en" sz="2000" u="sng">
                <a:solidFill>
                  <a:schemeClr val="hlink"/>
                </a:solidFill>
                <a:hlinkClick r:id="rId3"/>
              </a:rPr>
              <a:t>here</a:t>
            </a:r>
            <a:r>
              <a:rPr lang="en" sz="2000"/>
              <a:t>. Download and unzip the folder, then install all the fonts inside.</a:t>
            </a:r>
            <a:endParaRPr sz="2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0"/>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385" name="Google Shape;385;p50"/>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Font Guidance (Cont.)</a:t>
            </a:r>
            <a:endParaRPr/>
          </a:p>
        </p:txBody>
      </p:sp>
      <p:sp>
        <p:nvSpPr>
          <p:cNvPr id="386" name="Google Shape;386;p50"/>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Font sizing</a:t>
            </a:r>
            <a:endParaRPr/>
          </a:p>
        </p:txBody>
      </p:sp>
      <p:sp>
        <p:nvSpPr>
          <p:cNvPr id="387" name="Google Shape;387;p50"/>
          <p:cNvSpPr txBox="1"/>
          <p:nvPr>
            <p:ph idx="2" type="body"/>
          </p:nvPr>
        </p:nvSpPr>
        <p:spPr>
          <a:xfrm>
            <a:off x="761809" y="1988833"/>
            <a:ext cx="5262300" cy="4149900"/>
          </a:xfrm>
          <a:prstGeom prst="rect">
            <a:avLst/>
          </a:prstGeom>
        </p:spPr>
        <p:txBody>
          <a:bodyPr anchorCtr="0" anchor="t" bIns="0" lIns="0" spcFirstLastPara="1" rIns="0" wrap="square" tIns="0">
            <a:noAutofit/>
          </a:bodyPr>
          <a:lstStyle/>
          <a:p>
            <a:pPr indent="0" lvl="0" marL="0" rtl="0" algn="l">
              <a:lnSpc>
                <a:spcPct val="115000"/>
              </a:lnSpc>
              <a:spcBef>
                <a:spcPts val="1100"/>
              </a:spcBef>
              <a:spcAft>
                <a:spcPts val="0"/>
              </a:spcAft>
              <a:buNone/>
            </a:pPr>
            <a:r>
              <a:rPr lang="en"/>
              <a:t>Using consistent type sizing is a good way to help our slides feel uniform. When selecting type sizes, we try to stick to multiple of 8, with the exceptions of 12 and 20 as in-betweens.</a:t>
            </a:r>
            <a:endParaRPr sz="2100"/>
          </a:p>
        </p:txBody>
      </p:sp>
      <p:sp>
        <p:nvSpPr>
          <p:cNvPr id="388" name="Google Shape;388;p50"/>
          <p:cNvSpPr txBox="1"/>
          <p:nvPr>
            <p:ph idx="2" type="body"/>
          </p:nvPr>
        </p:nvSpPr>
        <p:spPr>
          <a:xfrm>
            <a:off x="7072198" y="5665037"/>
            <a:ext cx="4208400" cy="249600"/>
          </a:xfrm>
          <a:prstGeom prst="rect">
            <a:avLst/>
          </a:prstGeom>
        </p:spPr>
        <p:txBody>
          <a:bodyPr anchorCtr="0" anchor="t" bIns="0" lIns="0" spcFirstLastPara="1" rIns="0" wrap="square" tIns="0">
            <a:noAutofit/>
          </a:bodyPr>
          <a:lstStyle/>
          <a:p>
            <a:pPr indent="0" lvl="0" marL="0" rtl="0" algn="l">
              <a:lnSpc>
                <a:spcPct val="115000"/>
              </a:lnSpc>
              <a:spcBef>
                <a:spcPts val="1100"/>
              </a:spcBef>
              <a:spcAft>
                <a:spcPts val="0"/>
              </a:spcAft>
              <a:buNone/>
            </a:pPr>
            <a:r>
              <a:rPr lang="en" sz="1600"/>
              <a:t>The modern</a:t>
            </a:r>
            <a:r>
              <a:rPr lang="en" sz="1600"/>
              <a:t> Lakehouse platform</a:t>
            </a:r>
            <a:endParaRPr sz="1600"/>
          </a:p>
        </p:txBody>
      </p:sp>
      <p:sp>
        <p:nvSpPr>
          <p:cNvPr id="389" name="Google Shape;389;p50"/>
          <p:cNvSpPr txBox="1"/>
          <p:nvPr>
            <p:ph idx="2" type="body"/>
          </p:nvPr>
        </p:nvSpPr>
        <p:spPr>
          <a:xfrm>
            <a:off x="6673452" y="6077067"/>
            <a:ext cx="252000" cy="249600"/>
          </a:xfrm>
          <a:prstGeom prst="rect">
            <a:avLst/>
          </a:prstGeom>
        </p:spPr>
        <p:txBody>
          <a:bodyPr anchorCtr="0" anchor="t" bIns="0" lIns="0" spcFirstLastPara="1" rIns="0" wrap="square" tIns="0">
            <a:noAutofit/>
          </a:bodyPr>
          <a:lstStyle/>
          <a:p>
            <a:pPr indent="0" lvl="0" marL="0" rtl="0" algn="r">
              <a:lnSpc>
                <a:spcPct val="115000"/>
              </a:lnSpc>
              <a:spcBef>
                <a:spcPts val="1100"/>
              </a:spcBef>
              <a:spcAft>
                <a:spcPts val="0"/>
              </a:spcAft>
              <a:buNone/>
            </a:pPr>
            <a:r>
              <a:rPr b="1" lang="en" sz="1100">
                <a:solidFill>
                  <a:schemeClr val="accent1"/>
                </a:solidFill>
              </a:rPr>
              <a:t>12</a:t>
            </a:r>
            <a:endParaRPr b="1" sz="1100">
              <a:solidFill>
                <a:schemeClr val="accent1"/>
              </a:solidFill>
            </a:endParaRPr>
          </a:p>
        </p:txBody>
      </p:sp>
      <p:sp>
        <p:nvSpPr>
          <p:cNvPr id="390" name="Google Shape;390;p50"/>
          <p:cNvSpPr txBox="1"/>
          <p:nvPr>
            <p:ph idx="2" type="body"/>
          </p:nvPr>
        </p:nvSpPr>
        <p:spPr>
          <a:xfrm>
            <a:off x="7072198" y="6082000"/>
            <a:ext cx="4208400" cy="166500"/>
          </a:xfrm>
          <a:prstGeom prst="rect">
            <a:avLst/>
          </a:prstGeom>
        </p:spPr>
        <p:txBody>
          <a:bodyPr anchorCtr="0" anchor="t" bIns="0" lIns="0" spcFirstLastPara="1" rIns="0" wrap="square" tIns="0">
            <a:noAutofit/>
          </a:bodyPr>
          <a:lstStyle/>
          <a:p>
            <a:pPr indent="0" lvl="0" marL="0" rtl="0" algn="l">
              <a:lnSpc>
                <a:spcPct val="115000"/>
              </a:lnSpc>
              <a:spcBef>
                <a:spcPts val="1100"/>
              </a:spcBef>
              <a:spcAft>
                <a:spcPts val="0"/>
              </a:spcAft>
              <a:buNone/>
            </a:pPr>
            <a:r>
              <a:rPr lang="en" sz="1200"/>
              <a:t>The modern Lakehouse platform</a:t>
            </a:r>
            <a:endParaRPr sz="1200"/>
          </a:p>
        </p:txBody>
      </p:sp>
      <p:sp>
        <p:nvSpPr>
          <p:cNvPr id="391" name="Google Shape;391;p50"/>
          <p:cNvSpPr txBox="1"/>
          <p:nvPr>
            <p:ph idx="2" type="body"/>
          </p:nvPr>
        </p:nvSpPr>
        <p:spPr>
          <a:xfrm>
            <a:off x="7072198" y="5217190"/>
            <a:ext cx="4208400" cy="322500"/>
          </a:xfrm>
          <a:prstGeom prst="rect">
            <a:avLst/>
          </a:prstGeom>
        </p:spPr>
        <p:txBody>
          <a:bodyPr anchorCtr="0" anchor="t" bIns="0" lIns="0" spcFirstLastPara="1" rIns="0" wrap="square" tIns="0">
            <a:noAutofit/>
          </a:bodyPr>
          <a:lstStyle/>
          <a:p>
            <a:pPr indent="0" lvl="0" marL="0" rtl="0" algn="l">
              <a:lnSpc>
                <a:spcPct val="115000"/>
              </a:lnSpc>
              <a:spcBef>
                <a:spcPts val="1100"/>
              </a:spcBef>
              <a:spcAft>
                <a:spcPts val="0"/>
              </a:spcAft>
              <a:buNone/>
            </a:pPr>
            <a:r>
              <a:rPr lang="en" sz="2000"/>
              <a:t>The modern Lakehouse platform</a:t>
            </a:r>
            <a:endParaRPr sz="2000"/>
          </a:p>
        </p:txBody>
      </p:sp>
      <p:sp>
        <p:nvSpPr>
          <p:cNvPr id="392" name="Google Shape;392;p50"/>
          <p:cNvSpPr txBox="1"/>
          <p:nvPr>
            <p:ph idx="2" type="body"/>
          </p:nvPr>
        </p:nvSpPr>
        <p:spPr>
          <a:xfrm>
            <a:off x="7072197" y="4699867"/>
            <a:ext cx="5412600" cy="392400"/>
          </a:xfrm>
          <a:prstGeom prst="rect">
            <a:avLst/>
          </a:prstGeom>
        </p:spPr>
        <p:txBody>
          <a:bodyPr anchorCtr="0" anchor="t" bIns="0" lIns="0" spcFirstLastPara="1" rIns="0" wrap="square" tIns="0">
            <a:noAutofit/>
          </a:bodyPr>
          <a:lstStyle/>
          <a:p>
            <a:pPr indent="0" lvl="0" marL="0" rtl="0" algn="l">
              <a:lnSpc>
                <a:spcPct val="115000"/>
              </a:lnSpc>
              <a:spcBef>
                <a:spcPts val="1100"/>
              </a:spcBef>
              <a:spcAft>
                <a:spcPts val="0"/>
              </a:spcAft>
              <a:buNone/>
            </a:pPr>
            <a:r>
              <a:rPr lang="en"/>
              <a:t>The modern Lakehouse platform</a:t>
            </a:r>
            <a:endParaRPr/>
          </a:p>
        </p:txBody>
      </p:sp>
      <p:sp>
        <p:nvSpPr>
          <p:cNvPr id="393" name="Google Shape;393;p50"/>
          <p:cNvSpPr txBox="1"/>
          <p:nvPr>
            <p:ph idx="2" type="body"/>
          </p:nvPr>
        </p:nvSpPr>
        <p:spPr>
          <a:xfrm>
            <a:off x="7072197" y="4139400"/>
            <a:ext cx="5357100" cy="471300"/>
          </a:xfrm>
          <a:prstGeom prst="rect">
            <a:avLst/>
          </a:prstGeom>
        </p:spPr>
        <p:txBody>
          <a:bodyPr anchorCtr="0" anchor="t" bIns="0" lIns="0" spcFirstLastPara="1" rIns="0" wrap="square" tIns="0">
            <a:noAutofit/>
          </a:bodyPr>
          <a:lstStyle/>
          <a:p>
            <a:pPr indent="0" lvl="0" marL="0" rtl="0" algn="l">
              <a:lnSpc>
                <a:spcPct val="115000"/>
              </a:lnSpc>
              <a:spcBef>
                <a:spcPts val="1100"/>
              </a:spcBef>
              <a:spcAft>
                <a:spcPts val="0"/>
              </a:spcAft>
              <a:buNone/>
            </a:pPr>
            <a:r>
              <a:rPr lang="en" sz="3200"/>
              <a:t>The modern Lakehouse Plat</a:t>
            </a:r>
            <a:endParaRPr sz="3200"/>
          </a:p>
        </p:txBody>
      </p:sp>
      <p:sp>
        <p:nvSpPr>
          <p:cNvPr id="394" name="Google Shape;394;p50"/>
          <p:cNvSpPr txBox="1"/>
          <p:nvPr>
            <p:ph idx="2" type="body"/>
          </p:nvPr>
        </p:nvSpPr>
        <p:spPr>
          <a:xfrm>
            <a:off x="7072197" y="3517229"/>
            <a:ext cx="5412600" cy="635100"/>
          </a:xfrm>
          <a:prstGeom prst="rect">
            <a:avLst/>
          </a:prstGeom>
        </p:spPr>
        <p:txBody>
          <a:bodyPr anchorCtr="0" anchor="t" bIns="0" lIns="0" spcFirstLastPara="1" rIns="0" wrap="square" tIns="0">
            <a:noAutofit/>
          </a:bodyPr>
          <a:lstStyle/>
          <a:p>
            <a:pPr indent="0" lvl="0" marL="0" rtl="0" algn="l">
              <a:lnSpc>
                <a:spcPct val="115000"/>
              </a:lnSpc>
              <a:spcBef>
                <a:spcPts val="1100"/>
              </a:spcBef>
              <a:spcAft>
                <a:spcPts val="0"/>
              </a:spcAft>
              <a:buNone/>
            </a:pPr>
            <a:r>
              <a:rPr lang="en" sz="4000"/>
              <a:t>The modern Lakehous</a:t>
            </a:r>
            <a:endParaRPr sz="4000"/>
          </a:p>
        </p:txBody>
      </p:sp>
      <p:sp>
        <p:nvSpPr>
          <p:cNvPr id="395" name="Google Shape;395;p50"/>
          <p:cNvSpPr txBox="1"/>
          <p:nvPr>
            <p:ph idx="2" type="body"/>
          </p:nvPr>
        </p:nvSpPr>
        <p:spPr>
          <a:xfrm>
            <a:off x="7072200" y="2691100"/>
            <a:ext cx="5669100" cy="821700"/>
          </a:xfrm>
          <a:prstGeom prst="rect">
            <a:avLst/>
          </a:prstGeom>
        </p:spPr>
        <p:txBody>
          <a:bodyPr anchorCtr="0" anchor="t" bIns="0" lIns="0" spcFirstLastPara="1" rIns="0" wrap="square" tIns="0">
            <a:noAutofit/>
          </a:bodyPr>
          <a:lstStyle/>
          <a:p>
            <a:pPr indent="0" lvl="0" marL="0" rtl="0" algn="l">
              <a:lnSpc>
                <a:spcPct val="115000"/>
              </a:lnSpc>
              <a:spcBef>
                <a:spcPts val="1100"/>
              </a:spcBef>
              <a:spcAft>
                <a:spcPts val="0"/>
              </a:spcAft>
              <a:buNone/>
            </a:pPr>
            <a:r>
              <a:rPr lang="en" sz="5600"/>
              <a:t>The modern Lak</a:t>
            </a:r>
            <a:endParaRPr sz="5600"/>
          </a:p>
        </p:txBody>
      </p:sp>
      <p:sp>
        <p:nvSpPr>
          <p:cNvPr id="396" name="Google Shape;396;p50"/>
          <p:cNvSpPr txBox="1"/>
          <p:nvPr>
            <p:ph idx="2" type="body"/>
          </p:nvPr>
        </p:nvSpPr>
        <p:spPr>
          <a:xfrm>
            <a:off x="7072197" y="1828300"/>
            <a:ext cx="5262300" cy="1015500"/>
          </a:xfrm>
          <a:prstGeom prst="rect">
            <a:avLst/>
          </a:prstGeom>
        </p:spPr>
        <p:txBody>
          <a:bodyPr anchorCtr="0" anchor="t" bIns="0" lIns="0" spcFirstLastPara="1" rIns="0" wrap="square" tIns="0">
            <a:noAutofit/>
          </a:bodyPr>
          <a:lstStyle/>
          <a:p>
            <a:pPr indent="0" lvl="0" marL="0" rtl="0" algn="l">
              <a:lnSpc>
                <a:spcPct val="115000"/>
              </a:lnSpc>
              <a:spcBef>
                <a:spcPts val="1100"/>
              </a:spcBef>
              <a:spcAft>
                <a:spcPts val="0"/>
              </a:spcAft>
              <a:buNone/>
            </a:pPr>
            <a:r>
              <a:rPr lang="en" sz="6400"/>
              <a:t>The modern L</a:t>
            </a:r>
            <a:endParaRPr sz="6400"/>
          </a:p>
        </p:txBody>
      </p:sp>
      <p:sp>
        <p:nvSpPr>
          <p:cNvPr id="397" name="Google Shape;397;p50"/>
          <p:cNvSpPr txBox="1"/>
          <p:nvPr>
            <p:ph idx="2" type="body"/>
          </p:nvPr>
        </p:nvSpPr>
        <p:spPr>
          <a:xfrm>
            <a:off x="6673452" y="5730191"/>
            <a:ext cx="252000" cy="249600"/>
          </a:xfrm>
          <a:prstGeom prst="rect">
            <a:avLst/>
          </a:prstGeom>
        </p:spPr>
        <p:txBody>
          <a:bodyPr anchorCtr="0" anchor="t" bIns="0" lIns="0" spcFirstLastPara="1" rIns="0" wrap="square" tIns="0">
            <a:noAutofit/>
          </a:bodyPr>
          <a:lstStyle/>
          <a:p>
            <a:pPr indent="0" lvl="0" marL="0" rtl="0" algn="r">
              <a:lnSpc>
                <a:spcPct val="115000"/>
              </a:lnSpc>
              <a:spcBef>
                <a:spcPts val="1100"/>
              </a:spcBef>
              <a:spcAft>
                <a:spcPts val="0"/>
              </a:spcAft>
              <a:buNone/>
            </a:pPr>
            <a:r>
              <a:rPr b="1" lang="en" sz="1100">
                <a:solidFill>
                  <a:schemeClr val="accent1"/>
                </a:solidFill>
              </a:rPr>
              <a:t>16</a:t>
            </a:r>
            <a:endParaRPr b="1" sz="1100">
              <a:solidFill>
                <a:schemeClr val="accent1"/>
              </a:solidFill>
            </a:endParaRPr>
          </a:p>
        </p:txBody>
      </p:sp>
      <p:sp>
        <p:nvSpPr>
          <p:cNvPr id="398" name="Google Shape;398;p50"/>
          <p:cNvSpPr txBox="1"/>
          <p:nvPr>
            <p:ph idx="2" type="body"/>
          </p:nvPr>
        </p:nvSpPr>
        <p:spPr>
          <a:xfrm>
            <a:off x="6673452" y="5350924"/>
            <a:ext cx="252000" cy="249600"/>
          </a:xfrm>
          <a:prstGeom prst="rect">
            <a:avLst/>
          </a:prstGeom>
        </p:spPr>
        <p:txBody>
          <a:bodyPr anchorCtr="0" anchor="t" bIns="0" lIns="0" spcFirstLastPara="1" rIns="0" wrap="square" tIns="0">
            <a:noAutofit/>
          </a:bodyPr>
          <a:lstStyle/>
          <a:p>
            <a:pPr indent="0" lvl="0" marL="0" rtl="0" algn="r">
              <a:lnSpc>
                <a:spcPct val="115000"/>
              </a:lnSpc>
              <a:spcBef>
                <a:spcPts val="1100"/>
              </a:spcBef>
              <a:spcAft>
                <a:spcPts val="0"/>
              </a:spcAft>
              <a:buNone/>
            </a:pPr>
            <a:r>
              <a:rPr b="1" lang="en" sz="1100">
                <a:solidFill>
                  <a:schemeClr val="accent1"/>
                </a:solidFill>
              </a:rPr>
              <a:t>20</a:t>
            </a:r>
            <a:endParaRPr b="1" sz="1100">
              <a:solidFill>
                <a:schemeClr val="accent1"/>
              </a:solidFill>
            </a:endParaRPr>
          </a:p>
        </p:txBody>
      </p:sp>
      <p:sp>
        <p:nvSpPr>
          <p:cNvPr id="399" name="Google Shape;399;p50"/>
          <p:cNvSpPr txBox="1"/>
          <p:nvPr>
            <p:ph idx="2" type="body"/>
          </p:nvPr>
        </p:nvSpPr>
        <p:spPr>
          <a:xfrm>
            <a:off x="6673452" y="4897658"/>
            <a:ext cx="252000" cy="249600"/>
          </a:xfrm>
          <a:prstGeom prst="rect">
            <a:avLst/>
          </a:prstGeom>
        </p:spPr>
        <p:txBody>
          <a:bodyPr anchorCtr="0" anchor="t" bIns="0" lIns="0" spcFirstLastPara="1" rIns="0" wrap="square" tIns="0">
            <a:noAutofit/>
          </a:bodyPr>
          <a:lstStyle/>
          <a:p>
            <a:pPr indent="0" lvl="0" marL="0" rtl="0" algn="r">
              <a:lnSpc>
                <a:spcPct val="115000"/>
              </a:lnSpc>
              <a:spcBef>
                <a:spcPts val="1100"/>
              </a:spcBef>
              <a:spcAft>
                <a:spcPts val="0"/>
              </a:spcAft>
              <a:buNone/>
            </a:pPr>
            <a:r>
              <a:rPr b="1" lang="en" sz="1100">
                <a:solidFill>
                  <a:schemeClr val="accent1"/>
                </a:solidFill>
              </a:rPr>
              <a:t>24</a:t>
            </a:r>
            <a:endParaRPr b="1" sz="1100">
              <a:solidFill>
                <a:schemeClr val="accent1"/>
              </a:solidFill>
            </a:endParaRPr>
          </a:p>
        </p:txBody>
      </p:sp>
      <p:sp>
        <p:nvSpPr>
          <p:cNvPr id="400" name="Google Shape;400;p50"/>
          <p:cNvSpPr txBox="1"/>
          <p:nvPr>
            <p:ph idx="2" type="body"/>
          </p:nvPr>
        </p:nvSpPr>
        <p:spPr>
          <a:xfrm>
            <a:off x="6673452" y="4402758"/>
            <a:ext cx="252000" cy="249600"/>
          </a:xfrm>
          <a:prstGeom prst="rect">
            <a:avLst/>
          </a:prstGeom>
        </p:spPr>
        <p:txBody>
          <a:bodyPr anchorCtr="0" anchor="t" bIns="0" lIns="0" spcFirstLastPara="1" rIns="0" wrap="square" tIns="0">
            <a:noAutofit/>
          </a:bodyPr>
          <a:lstStyle/>
          <a:p>
            <a:pPr indent="0" lvl="0" marL="0" rtl="0" algn="r">
              <a:lnSpc>
                <a:spcPct val="115000"/>
              </a:lnSpc>
              <a:spcBef>
                <a:spcPts val="1100"/>
              </a:spcBef>
              <a:spcAft>
                <a:spcPts val="0"/>
              </a:spcAft>
              <a:buNone/>
            </a:pPr>
            <a:r>
              <a:rPr b="1" lang="en" sz="1100">
                <a:solidFill>
                  <a:schemeClr val="accent1"/>
                </a:solidFill>
              </a:rPr>
              <a:t>32</a:t>
            </a:r>
            <a:endParaRPr b="1" sz="1100">
              <a:solidFill>
                <a:schemeClr val="accent1"/>
              </a:solidFill>
            </a:endParaRPr>
          </a:p>
        </p:txBody>
      </p:sp>
      <p:sp>
        <p:nvSpPr>
          <p:cNvPr id="401" name="Google Shape;401;p50"/>
          <p:cNvSpPr txBox="1"/>
          <p:nvPr>
            <p:ph idx="2" type="body"/>
          </p:nvPr>
        </p:nvSpPr>
        <p:spPr>
          <a:xfrm>
            <a:off x="6673452" y="3858908"/>
            <a:ext cx="252000" cy="249600"/>
          </a:xfrm>
          <a:prstGeom prst="rect">
            <a:avLst/>
          </a:prstGeom>
        </p:spPr>
        <p:txBody>
          <a:bodyPr anchorCtr="0" anchor="t" bIns="0" lIns="0" spcFirstLastPara="1" rIns="0" wrap="square" tIns="0">
            <a:noAutofit/>
          </a:bodyPr>
          <a:lstStyle/>
          <a:p>
            <a:pPr indent="0" lvl="0" marL="0" rtl="0" algn="r">
              <a:lnSpc>
                <a:spcPct val="115000"/>
              </a:lnSpc>
              <a:spcBef>
                <a:spcPts val="1100"/>
              </a:spcBef>
              <a:spcAft>
                <a:spcPts val="0"/>
              </a:spcAft>
              <a:buNone/>
            </a:pPr>
            <a:r>
              <a:rPr b="1" lang="en" sz="1100">
                <a:solidFill>
                  <a:schemeClr val="accent1"/>
                </a:solidFill>
              </a:rPr>
              <a:t>40</a:t>
            </a:r>
            <a:endParaRPr b="1" sz="1100">
              <a:solidFill>
                <a:schemeClr val="accent1"/>
              </a:solidFill>
            </a:endParaRPr>
          </a:p>
        </p:txBody>
      </p:sp>
      <p:sp>
        <p:nvSpPr>
          <p:cNvPr id="402" name="Google Shape;402;p50"/>
          <p:cNvSpPr txBox="1"/>
          <p:nvPr>
            <p:ph idx="2" type="body"/>
          </p:nvPr>
        </p:nvSpPr>
        <p:spPr>
          <a:xfrm>
            <a:off x="6673452" y="3214475"/>
            <a:ext cx="252000" cy="249600"/>
          </a:xfrm>
          <a:prstGeom prst="rect">
            <a:avLst/>
          </a:prstGeom>
        </p:spPr>
        <p:txBody>
          <a:bodyPr anchorCtr="0" anchor="t" bIns="0" lIns="0" spcFirstLastPara="1" rIns="0" wrap="square" tIns="0">
            <a:noAutofit/>
          </a:bodyPr>
          <a:lstStyle/>
          <a:p>
            <a:pPr indent="0" lvl="0" marL="0" rtl="0" algn="r">
              <a:lnSpc>
                <a:spcPct val="115000"/>
              </a:lnSpc>
              <a:spcBef>
                <a:spcPts val="1100"/>
              </a:spcBef>
              <a:spcAft>
                <a:spcPts val="0"/>
              </a:spcAft>
              <a:buNone/>
            </a:pPr>
            <a:r>
              <a:rPr b="1" lang="en" sz="1100">
                <a:solidFill>
                  <a:schemeClr val="accent1"/>
                </a:solidFill>
              </a:rPr>
              <a:t>56</a:t>
            </a:r>
            <a:endParaRPr b="1" sz="1100">
              <a:solidFill>
                <a:schemeClr val="accent1"/>
              </a:solidFill>
            </a:endParaRPr>
          </a:p>
        </p:txBody>
      </p:sp>
      <p:sp>
        <p:nvSpPr>
          <p:cNvPr id="403" name="Google Shape;403;p50"/>
          <p:cNvSpPr txBox="1"/>
          <p:nvPr>
            <p:ph idx="2" type="body"/>
          </p:nvPr>
        </p:nvSpPr>
        <p:spPr>
          <a:xfrm>
            <a:off x="6673452" y="2492941"/>
            <a:ext cx="252000" cy="249600"/>
          </a:xfrm>
          <a:prstGeom prst="rect">
            <a:avLst/>
          </a:prstGeom>
        </p:spPr>
        <p:txBody>
          <a:bodyPr anchorCtr="0" anchor="t" bIns="0" lIns="0" spcFirstLastPara="1" rIns="0" wrap="square" tIns="0">
            <a:noAutofit/>
          </a:bodyPr>
          <a:lstStyle/>
          <a:p>
            <a:pPr indent="0" lvl="0" marL="0" rtl="0" algn="r">
              <a:lnSpc>
                <a:spcPct val="115000"/>
              </a:lnSpc>
              <a:spcBef>
                <a:spcPts val="1100"/>
              </a:spcBef>
              <a:spcAft>
                <a:spcPts val="0"/>
              </a:spcAft>
              <a:buNone/>
            </a:pPr>
            <a:r>
              <a:rPr b="1" lang="en" sz="1100">
                <a:solidFill>
                  <a:schemeClr val="accent1"/>
                </a:solidFill>
              </a:rPr>
              <a:t>64</a:t>
            </a:r>
            <a:endParaRPr b="1" sz="1100">
              <a:solidFill>
                <a:schemeClr val="accent1"/>
              </a:solidFill>
            </a:endParaRPr>
          </a:p>
        </p:txBody>
      </p:sp>
      <p:sp>
        <p:nvSpPr>
          <p:cNvPr id="404" name="Google Shape;404;p50"/>
          <p:cNvSpPr/>
          <p:nvPr/>
        </p:nvSpPr>
        <p:spPr>
          <a:xfrm>
            <a:off x="12207455" y="0"/>
            <a:ext cx="923700" cy="6965100"/>
          </a:xfrm>
          <a:prstGeom prst="rect">
            <a:avLst/>
          </a:prstGeom>
          <a:solidFill>
            <a:srgbClr val="F8F9F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grpSp>
        <p:nvGrpSpPr>
          <p:cNvPr id="409" name="Google Shape;409;p51"/>
          <p:cNvGrpSpPr/>
          <p:nvPr/>
        </p:nvGrpSpPr>
        <p:grpSpPr>
          <a:xfrm>
            <a:off x="100" y="-9266"/>
            <a:ext cx="12207347" cy="6872628"/>
            <a:chOff x="75" y="-6950"/>
            <a:chExt cx="9157800" cy="5154600"/>
          </a:xfrm>
        </p:grpSpPr>
        <p:cxnSp>
          <p:nvCxnSpPr>
            <p:cNvPr id="410" name="Google Shape;410;p51"/>
            <p:cNvCxnSpPr/>
            <p:nvPr/>
          </p:nvCxnSpPr>
          <p:spPr>
            <a:xfrm>
              <a:off x="464825" y="-6950"/>
              <a:ext cx="0" cy="5154600"/>
            </a:xfrm>
            <a:prstGeom prst="straightConnector1">
              <a:avLst/>
            </a:prstGeom>
            <a:noFill/>
            <a:ln cap="flat" cmpd="sng" w="9525">
              <a:solidFill>
                <a:schemeClr val="lt2"/>
              </a:solidFill>
              <a:prstDash val="solid"/>
              <a:round/>
              <a:headEnd len="med" w="med" type="none"/>
              <a:tailEnd len="med" w="med" type="none"/>
            </a:ln>
          </p:spPr>
        </p:cxnSp>
        <p:cxnSp>
          <p:nvCxnSpPr>
            <p:cNvPr id="411" name="Google Shape;411;p51"/>
            <p:cNvCxnSpPr/>
            <p:nvPr/>
          </p:nvCxnSpPr>
          <p:spPr>
            <a:xfrm>
              <a:off x="571500" y="-6950"/>
              <a:ext cx="0" cy="5154600"/>
            </a:xfrm>
            <a:prstGeom prst="straightConnector1">
              <a:avLst/>
            </a:prstGeom>
            <a:noFill/>
            <a:ln cap="flat" cmpd="sng" w="9525">
              <a:solidFill>
                <a:schemeClr val="lt2"/>
              </a:solidFill>
              <a:prstDash val="solid"/>
              <a:round/>
              <a:headEnd len="med" w="med" type="none"/>
              <a:tailEnd len="med" w="med" type="none"/>
            </a:ln>
          </p:spPr>
        </p:cxnSp>
        <p:cxnSp>
          <p:nvCxnSpPr>
            <p:cNvPr id="412" name="Google Shape;412;p51"/>
            <p:cNvCxnSpPr/>
            <p:nvPr/>
          </p:nvCxnSpPr>
          <p:spPr>
            <a:xfrm>
              <a:off x="1143000" y="-6950"/>
              <a:ext cx="0" cy="5154600"/>
            </a:xfrm>
            <a:prstGeom prst="straightConnector1">
              <a:avLst/>
            </a:prstGeom>
            <a:noFill/>
            <a:ln cap="flat" cmpd="sng" w="9525">
              <a:solidFill>
                <a:schemeClr val="lt2"/>
              </a:solidFill>
              <a:prstDash val="solid"/>
              <a:round/>
              <a:headEnd len="med" w="med" type="none"/>
              <a:tailEnd len="med" w="med" type="none"/>
            </a:ln>
          </p:spPr>
        </p:cxnSp>
        <p:cxnSp>
          <p:nvCxnSpPr>
            <p:cNvPr id="413" name="Google Shape;413;p51"/>
            <p:cNvCxnSpPr/>
            <p:nvPr/>
          </p:nvCxnSpPr>
          <p:spPr>
            <a:xfrm>
              <a:off x="1249675" y="-6950"/>
              <a:ext cx="0" cy="5154600"/>
            </a:xfrm>
            <a:prstGeom prst="straightConnector1">
              <a:avLst/>
            </a:prstGeom>
            <a:noFill/>
            <a:ln cap="flat" cmpd="sng" w="9525">
              <a:solidFill>
                <a:schemeClr val="lt2"/>
              </a:solidFill>
              <a:prstDash val="solid"/>
              <a:round/>
              <a:headEnd len="med" w="med" type="none"/>
              <a:tailEnd len="med" w="med" type="none"/>
            </a:ln>
          </p:spPr>
        </p:cxnSp>
        <p:cxnSp>
          <p:nvCxnSpPr>
            <p:cNvPr id="414" name="Google Shape;414;p51"/>
            <p:cNvCxnSpPr/>
            <p:nvPr/>
          </p:nvCxnSpPr>
          <p:spPr>
            <a:xfrm>
              <a:off x="1807299" y="-6950"/>
              <a:ext cx="0" cy="5154600"/>
            </a:xfrm>
            <a:prstGeom prst="straightConnector1">
              <a:avLst/>
            </a:prstGeom>
            <a:noFill/>
            <a:ln cap="flat" cmpd="sng" w="9525">
              <a:solidFill>
                <a:schemeClr val="lt2"/>
              </a:solidFill>
              <a:prstDash val="solid"/>
              <a:round/>
              <a:headEnd len="med" w="med" type="none"/>
              <a:tailEnd len="med" w="med" type="none"/>
            </a:ln>
          </p:spPr>
        </p:cxnSp>
        <p:cxnSp>
          <p:nvCxnSpPr>
            <p:cNvPr id="415" name="Google Shape;415;p51"/>
            <p:cNvCxnSpPr/>
            <p:nvPr/>
          </p:nvCxnSpPr>
          <p:spPr>
            <a:xfrm>
              <a:off x="1913974" y="-6950"/>
              <a:ext cx="0" cy="5154600"/>
            </a:xfrm>
            <a:prstGeom prst="straightConnector1">
              <a:avLst/>
            </a:prstGeom>
            <a:noFill/>
            <a:ln cap="flat" cmpd="sng" w="9525">
              <a:solidFill>
                <a:schemeClr val="lt2"/>
              </a:solidFill>
              <a:prstDash val="solid"/>
              <a:round/>
              <a:headEnd len="med" w="med" type="none"/>
              <a:tailEnd len="med" w="med" type="none"/>
            </a:ln>
          </p:spPr>
        </p:cxnSp>
        <p:cxnSp>
          <p:nvCxnSpPr>
            <p:cNvPr id="416" name="Google Shape;416;p51"/>
            <p:cNvCxnSpPr/>
            <p:nvPr/>
          </p:nvCxnSpPr>
          <p:spPr>
            <a:xfrm>
              <a:off x="2492413" y="-6950"/>
              <a:ext cx="0" cy="5154600"/>
            </a:xfrm>
            <a:prstGeom prst="straightConnector1">
              <a:avLst/>
            </a:prstGeom>
            <a:noFill/>
            <a:ln cap="flat" cmpd="sng" w="9525">
              <a:solidFill>
                <a:schemeClr val="lt2"/>
              </a:solidFill>
              <a:prstDash val="solid"/>
              <a:round/>
              <a:headEnd len="med" w="med" type="none"/>
              <a:tailEnd len="med" w="med" type="none"/>
            </a:ln>
          </p:spPr>
        </p:cxnSp>
        <p:cxnSp>
          <p:nvCxnSpPr>
            <p:cNvPr id="417" name="Google Shape;417;p51"/>
            <p:cNvCxnSpPr/>
            <p:nvPr/>
          </p:nvCxnSpPr>
          <p:spPr>
            <a:xfrm>
              <a:off x="2599088" y="-6950"/>
              <a:ext cx="0" cy="5154600"/>
            </a:xfrm>
            <a:prstGeom prst="straightConnector1">
              <a:avLst/>
            </a:prstGeom>
            <a:noFill/>
            <a:ln cap="flat" cmpd="sng" w="9525">
              <a:solidFill>
                <a:schemeClr val="lt2"/>
              </a:solidFill>
              <a:prstDash val="solid"/>
              <a:round/>
              <a:headEnd len="med" w="med" type="none"/>
              <a:tailEnd len="med" w="med" type="none"/>
            </a:ln>
          </p:spPr>
        </p:cxnSp>
        <p:cxnSp>
          <p:nvCxnSpPr>
            <p:cNvPr id="418" name="Google Shape;418;p51"/>
            <p:cNvCxnSpPr/>
            <p:nvPr/>
          </p:nvCxnSpPr>
          <p:spPr>
            <a:xfrm>
              <a:off x="3177538" y="-6950"/>
              <a:ext cx="0" cy="5154600"/>
            </a:xfrm>
            <a:prstGeom prst="straightConnector1">
              <a:avLst/>
            </a:prstGeom>
            <a:noFill/>
            <a:ln cap="flat" cmpd="sng" w="9525">
              <a:solidFill>
                <a:schemeClr val="lt2"/>
              </a:solidFill>
              <a:prstDash val="solid"/>
              <a:round/>
              <a:headEnd len="med" w="med" type="none"/>
              <a:tailEnd len="med" w="med" type="none"/>
            </a:ln>
          </p:spPr>
        </p:cxnSp>
        <p:cxnSp>
          <p:nvCxnSpPr>
            <p:cNvPr id="419" name="Google Shape;419;p51"/>
            <p:cNvCxnSpPr/>
            <p:nvPr/>
          </p:nvCxnSpPr>
          <p:spPr>
            <a:xfrm>
              <a:off x="3284213" y="-6950"/>
              <a:ext cx="0" cy="5154600"/>
            </a:xfrm>
            <a:prstGeom prst="straightConnector1">
              <a:avLst/>
            </a:prstGeom>
            <a:noFill/>
            <a:ln cap="flat" cmpd="sng" w="9525">
              <a:solidFill>
                <a:schemeClr val="lt2"/>
              </a:solidFill>
              <a:prstDash val="solid"/>
              <a:round/>
              <a:headEnd len="med" w="med" type="none"/>
              <a:tailEnd len="med" w="med" type="none"/>
            </a:ln>
          </p:spPr>
        </p:cxnSp>
        <p:cxnSp>
          <p:nvCxnSpPr>
            <p:cNvPr id="420" name="Google Shape;420;p51"/>
            <p:cNvCxnSpPr/>
            <p:nvPr/>
          </p:nvCxnSpPr>
          <p:spPr>
            <a:xfrm>
              <a:off x="4520025" y="-6950"/>
              <a:ext cx="0" cy="5154600"/>
            </a:xfrm>
            <a:prstGeom prst="straightConnector1">
              <a:avLst/>
            </a:prstGeom>
            <a:noFill/>
            <a:ln cap="flat" cmpd="sng" w="9525">
              <a:solidFill>
                <a:schemeClr val="lt2"/>
              </a:solidFill>
              <a:prstDash val="solid"/>
              <a:round/>
              <a:headEnd len="med" w="med" type="none"/>
              <a:tailEnd len="med" w="med" type="none"/>
            </a:ln>
          </p:spPr>
        </p:cxnSp>
        <p:cxnSp>
          <p:nvCxnSpPr>
            <p:cNvPr id="421" name="Google Shape;421;p51"/>
            <p:cNvCxnSpPr/>
            <p:nvPr/>
          </p:nvCxnSpPr>
          <p:spPr>
            <a:xfrm>
              <a:off x="4626700" y="-6950"/>
              <a:ext cx="0" cy="5154600"/>
            </a:xfrm>
            <a:prstGeom prst="straightConnector1">
              <a:avLst/>
            </a:prstGeom>
            <a:noFill/>
            <a:ln cap="flat" cmpd="sng" w="9525">
              <a:solidFill>
                <a:schemeClr val="lt2"/>
              </a:solidFill>
              <a:prstDash val="solid"/>
              <a:round/>
              <a:headEnd len="med" w="med" type="none"/>
              <a:tailEnd len="med" w="med" type="none"/>
            </a:ln>
          </p:spPr>
        </p:cxnSp>
        <p:cxnSp>
          <p:nvCxnSpPr>
            <p:cNvPr id="422" name="Google Shape;422;p51"/>
            <p:cNvCxnSpPr/>
            <p:nvPr/>
          </p:nvCxnSpPr>
          <p:spPr>
            <a:xfrm>
              <a:off x="5205162" y="-6950"/>
              <a:ext cx="0" cy="5154600"/>
            </a:xfrm>
            <a:prstGeom prst="straightConnector1">
              <a:avLst/>
            </a:prstGeom>
            <a:noFill/>
            <a:ln cap="flat" cmpd="sng" w="9525">
              <a:solidFill>
                <a:schemeClr val="lt2"/>
              </a:solidFill>
              <a:prstDash val="solid"/>
              <a:round/>
              <a:headEnd len="med" w="med" type="none"/>
              <a:tailEnd len="med" w="med" type="none"/>
            </a:ln>
          </p:spPr>
        </p:cxnSp>
        <p:cxnSp>
          <p:nvCxnSpPr>
            <p:cNvPr id="423" name="Google Shape;423;p51"/>
            <p:cNvCxnSpPr/>
            <p:nvPr/>
          </p:nvCxnSpPr>
          <p:spPr>
            <a:xfrm>
              <a:off x="5311837" y="-6950"/>
              <a:ext cx="0" cy="5154600"/>
            </a:xfrm>
            <a:prstGeom prst="straightConnector1">
              <a:avLst/>
            </a:prstGeom>
            <a:noFill/>
            <a:ln cap="flat" cmpd="sng" w="9525">
              <a:solidFill>
                <a:schemeClr val="lt2"/>
              </a:solidFill>
              <a:prstDash val="solid"/>
              <a:round/>
              <a:headEnd len="med" w="med" type="none"/>
              <a:tailEnd len="med" w="med" type="none"/>
            </a:ln>
          </p:spPr>
        </p:cxnSp>
        <p:cxnSp>
          <p:nvCxnSpPr>
            <p:cNvPr id="424" name="Google Shape;424;p51"/>
            <p:cNvCxnSpPr/>
            <p:nvPr/>
          </p:nvCxnSpPr>
          <p:spPr>
            <a:xfrm>
              <a:off x="5862512" y="-6950"/>
              <a:ext cx="0" cy="5154600"/>
            </a:xfrm>
            <a:prstGeom prst="straightConnector1">
              <a:avLst/>
            </a:prstGeom>
            <a:noFill/>
            <a:ln cap="flat" cmpd="sng" w="9525">
              <a:solidFill>
                <a:schemeClr val="lt2"/>
              </a:solidFill>
              <a:prstDash val="solid"/>
              <a:round/>
              <a:headEnd len="med" w="med" type="none"/>
              <a:tailEnd len="med" w="med" type="none"/>
            </a:ln>
          </p:spPr>
        </p:cxnSp>
        <p:cxnSp>
          <p:nvCxnSpPr>
            <p:cNvPr id="425" name="Google Shape;425;p51"/>
            <p:cNvCxnSpPr/>
            <p:nvPr/>
          </p:nvCxnSpPr>
          <p:spPr>
            <a:xfrm>
              <a:off x="5969187" y="-6950"/>
              <a:ext cx="0" cy="5154600"/>
            </a:xfrm>
            <a:prstGeom prst="straightConnector1">
              <a:avLst/>
            </a:prstGeom>
            <a:noFill/>
            <a:ln cap="flat" cmpd="sng" w="9525">
              <a:solidFill>
                <a:schemeClr val="lt2"/>
              </a:solidFill>
              <a:prstDash val="solid"/>
              <a:round/>
              <a:headEnd len="med" w="med" type="none"/>
              <a:tailEnd len="med" w="med" type="none"/>
            </a:ln>
          </p:spPr>
        </p:cxnSp>
        <p:cxnSp>
          <p:nvCxnSpPr>
            <p:cNvPr id="426" name="Google Shape;426;p51"/>
            <p:cNvCxnSpPr/>
            <p:nvPr/>
          </p:nvCxnSpPr>
          <p:spPr>
            <a:xfrm>
              <a:off x="6533738" y="-6950"/>
              <a:ext cx="0" cy="5154600"/>
            </a:xfrm>
            <a:prstGeom prst="straightConnector1">
              <a:avLst/>
            </a:prstGeom>
            <a:noFill/>
            <a:ln cap="flat" cmpd="sng" w="9525">
              <a:solidFill>
                <a:schemeClr val="lt2"/>
              </a:solidFill>
              <a:prstDash val="solid"/>
              <a:round/>
              <a:headEnd len="med" w="med" type="none"/>
              <a:tailEnd len="med" w="med" type="none"/>
            </a:ln>
          </p:spPr>
        </p:cxnSp>
        <p:cxnSp>
          <p:nvCxnSpPr>
            <p:cNvPr id="427" name="Google Shape;427;p51"/>
            <p:cNvCxnSpPr/>
            <p:nvPr/>
          </p:nvCxnSpPr>
          <p:spPr>
            <a:xfrm>
              <a:off x="6640413" y="-6950"/>
              <a:ext cx="0" cy="5154600"/>
            </a:xfrm>
            <a:prstGeom prst="straightConnector1">
              <a:avLst/>
            </a:prstGeom>
            <a:noFill/>
            <a:ln cap="flat" cmpd="sng" w="9525">
              <a:solidFill>
                <a:schemeClr val="lt2"/>
              </a:solidFill>
              <a:prstDash val="solid"/>
              <a:round/>
              <a:headEnd len="med" w="med" type="none"/>
              <a:tailEnd len="med" w="med" type="none"/>
            </a:ln>
          </p:spPr>
        </p:cxnSp>
        <p:cxnSp>
          <p:nvCxnSpPr>
            <p:cNvPr id="428" name="Google Shape;428;p51"/>
            <p:cNvCxnSpPr/>
            <p:nvPr/>
          </p:nvCxnSpPr>
          <p:spPr>
            <a:xfrm>
              <a:off x="7211926" y="-6950"/>
              <a:ext cx="0" cy="5154600"/>
            </a:xfrm>
            <a:prstGeom prst="straightConnector1">
              <a:avLst/>
            </a:prstGeom>
            <a:noFill/>
            <a:ln cap="flat" cmpd="sng" w="9525">
              <a:solidFill>
                <a:schemeClr val="lt2"/>
              </a:solidFill>
              <a:prstDash val="solid"/>
              <a:round/>
              <a:headEnd len="med" w="med" type="none"/>
              <a:tailEnd len="med" w="med" type="none"/>
            </a:ln>
          </p:spPr>
        </p:cxnSp>
        <p:cxnSp>
          <p:nvCxnSpPr>
            <p:cNvPr id="429" name="Google Shape;429;p51"/>
            <p:cNvCxnSpPr/>
            <p:nvPr/>
          </p:nvCxnSpPr>
          <p:spPr>
            <a:xfrm>
              <a:off x="7318601" y="-6950"/>
              <a:ext cx="0" cy="5154600"/>
            </a:xfrm>
            <a:prstGeom prst="straightConnector1">
              <a:avLst/>
            </a:prstGeom>
            <a:noFill/>
            <a:ln cap="flat" cmpd="sng" w="9525">
              <a:solidFill>
                <a:schemeClr val="lt2"/>
              </a:solidFill>
              <a:prstDash val="solid"/>
              <a:round/>
              <a:headEnd len="med" w="med" type="none"/>
              <a:tailEnd len="med" w="med" type="none"/>
            </a:ln>
          </p:spPr>
        </p:cxnSp>
        <p:cxnSp>
          <p:nvCxnSpPr>
            <p:cNvPr id="430" name="Google Shape;430;p51"/>
            <p:cNvCxnSpPr/>
            <p:nvPr/>
          </p:nvCxnSpPr>
          <p:spPr>
            <a:xfrm>
              <a:off x="7890101" y="-6950"/>
              <a:ext cx="0" cy="5154600"/>
            </a:xfrm>
            <a:prstGeom prst="straightConnector1">
              <a:avLst/>
            </a:prstGeom>
            <a:noFill/>
            <a:ln cap="flat" cmpd="sng" w="9525">
              <a:solidFill>
                <a:schemeClr val="lt2"/>
              </a:solidFill>
              <a:prstDash val="solid"/>
              <a:round/>
              <a:headEnd len="med" w="med" type="none"/>
              <a:tailEnd len="med" w="med" type="none"/>
            </a:ln>
          </p:spPr>
        </p:cxnSp>
        <p:cxnSp>
          <p:nvCxnSpPr>
            <p:cNvPr id="431" name="Google Shape;431;p51"/>
            <p:cNvCxnSpPr/>
            <p:nvPr/>
          </p:nvCxnSpPr>
          <p:spPr>
            <a:xfrm>
              <a:off x="7996776" y="-6950"/>
              <a:ext cx="0" cy="5154600"/>
            </a:xfrm>
            <a:prstGeom prst="straightConnector1">
              <a:avLst/>
            </a:prstGeom>
            <a:noFill/>
            <a:ln cap="flat" cmpd="sng" w="9525">
              <a:solidFill>
                <a:schemeClr val="lt2"/>
              </a:solidFill>
              <a:prstDash val="solid"/>
              <a:round/>
              <a:headEnd len="med" w="med" type="none"/>
              <a:tailEnd len="med" w="med" type="none"/>
            </a:ln>
          </p:spPr>
        </p:cxnSp>
        <p:cxnSp>
          <p:nvCxnSpPr>
            <p:cNvPr id="432" name="Google Shape;432;p51"/>
            <p:cNvCxnSpPr/>
            <p:nvPr/>
          </p:nvCxnSpPr>
          <p:spPr>
            <a:xfrm>
              <a:off x="8579438" y="-6950"/>
              <a:ext cx="0" cy="5154600"/>
            </a:xfrm>
            <a:prstGeom prst="straightConnector1">
              <a:avLst/>
            </a:prstGeom>
            <a:noFill/>
            <a:ln cap="flat" cmpd="sng" w="9525">
              <a:solidFill>
                <a:schemeClr val="lt2"/>
              </a:solidFill>
              <a:prstDash val="solid"/>
              <a:round/>
              <a:headEnd len="med" w="med" type="none"/>
              <a:tailEnd len="med" w="med" type="none"/>
            </a:ln>
          </p:spPr>
        </p:cxnSp>
        <p:cxnSp>
          <p:nvCxnSpPr>
            <p:cNvPr id="433" name="Google Shape;433;p51"/>
            <p:cNvCxnSpPr/>
            <p:nvPr/>
          </p:nvCxnSpPr>
          <p:spPr>
            <a:xfrm>
              <a:off x="8686113" y="-6950"/>
              <a:ext cx="0" cy="5154600"/>
            </a:xfrm>
            <a:prstGeom prst="straightConnector1">
              <a:avLst/>
            </a:prstGeom>
            <a:noFill/>
            <a:ln cap="flat" cmpd="sng" w="9525">
              <a:solidFill>
                <a:schemeClr val="lt2"/>
              </a:solidFill>
              <a:prstDash val="solid"/>
              <a:round/>
              <a:headEnd len="med" w="med" type="none"/>
              <a:tailEnd len="med" w="med" type="none"/>
            </a:ln>
          </p:spPr>
        </p:cxnSp>
        <p:cxnSp>
          <p:nvCxnSpPr>
            <p:cNvPr id="434" name="Google Shape;434;p51"/>
            <p:cNvCxnSpPr/>
            <p:nvPr/>
          </p:nvCxnSpPr>
          <p:spPr>
            <a:xfrm rot="10800000">
              <a:off x="75" y="457900"/>
              <a:ext cx="9157800" cy="0"/>
            </a:xfrm>
            <a:prstGeom prst="straightConnector1">
              <a:avLst/>
            </a:prstGeom>
            <a:noFill/>
            <a:ln cap="flat" cmpd="sng" w="9525">
              <a:solidFill>
                <a:schemeClr val="lt2"/>
              </a:solidFill>
              <a:prstDash val="solid"/>
              <a:round/>
              <a:headEnd len="med" w="med" type="none"/>
              <a:tailEnd len="med" w="med" type="none"/>
            </a:ln>
          </p:spPr>
        </p:cxnSp>
        <p:cxnSp>
          <p:nvCxnSpPr>
            <p:cNvPr id="435" name="Google Shape;435;p51"/>
            <p:cNvCxnSpPr/>
            <p:nvPr/>
          </p:nvCxnSpPr>
          <p:spPr>
            <a:xfrm rot="10800000">
              <a:off x="75" y="4686300"/>
              <a:ext cx="9157800" cy="0"/>
            </a:xfrm>
            <a:prstGeom prst="straightConnector1">
              <a:avLst/>
            </a:prstGeom>
            <a:noFill/>
            <a:ln cap="flat" cmpd="sng" w="9525">
              <a:solidFill>
                <a:schemeClr val="lt2"/>
              </a:solidFill>
              <a:prstDash val="solid"/>
              <a:round/>
              <a:headEnd len="med" w="med" type="none"/>
              <a:tailEnd len="med" w="med" type="none"/>
            </a:ln>
          </p:spPr>
        </p:cxnSp>
        <p:cxnSp>
          <p:nvCxnSpPr>
            <p:cNvPr id="436" name="Google Shape;436;p51"/>
            <p:cNvCxnSpPr/>
            <p:nvPr/>
          </p:nvCxnSpPr>
          <p:spPr>
            <a:xfrm>
              <a:off x="3848788" y="-6950"/>
              <a:ext cx="0" cy="5154600"/>
            </a:xfrm>
            <a:prstGeom prst="straightConnector1">
              <a:avLst/>
            </a:prstGeom>
            <a:noFill/>
            <a:ln cap="flat" cmpd="sng" w="9525">
              <a:solidFill>
                <a:schemeClr val="lt2"/>
              </a:solidFill>
              <a:prstDash val="solid"/>
              <a:round/>
              <a:headEnd len="med" w="med" type="none"/>
              <a:tailEnd len="med" w="med" type="none"/>
            </a:ln>
          </p:spPr>
        </p:cxnSp>
        <p:cxnSp>
          <p:nvCxnSpPr>
            <p:cNvPr id="437" name="Google Shape;437;p51"/>
            <p:cNvCxnSpPr/>
            <p:nvPr/>
          </p:nvCxnSpPr>
          <p:spPr>
            <a:xfrm>
              <a:off x="3955463" y="-6950"/>
              <a:ext cx="0" cy="5154600"/>
            </a:xfrm>
            <a:prstGeom prst="straightConnector1">
              <a:avLst/>
            </a:prstGeom>
            <a:noFill/>
            <a:ln cap="flat" cmpd="sng" w="9525">
              <a:solidFill>
                <a:schemeClr val="lt2"/>
              </a:solidFill>
              <a:prstDash val="solid"/>
              <a:round/>
              <a:headEnd len="med" w="med" type="none"/>
              <a:tailEnd len="med" w="med" type="none"/>
            </a:ln>
          </p:spPr>
        </p:cxnSp>
      </p:grpSp>
      <p:sp>
        <p:nvSpPr>
          <p:cNvPr id="438" name="Google Shape;438;p51"/>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39" name="Google Shape;439;p51"/>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Grid</a:t>
            </a:r>
            <a:r>
              <a:rPr lang="en"/>
              <a:t> Guidance</a:t>
            </a:r>
            <a:endParaRPr/>
          </a:p>
        </p:txBody>
      </p:sp>
      <p:sp>
        <p:nvSpPr>
          <p:cNvPr id="440" name="Google Shape;440;p51"/>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Keep it orderly</a:t>
            </a:r>
            <a:endParaRPr/>
          </a:p>
        </p:txBody>
      </p:sp>
      <p:sp>
        <p:nvSpPr>
          <p:cNvPr id="441" name="Google Shape;441;p51"/>
          <p:cNvSpPr txBox="1"/>
          <p:nvPr>
            <p:ph idx="2" type="body"/>
          </p:nvPr>
        </p:nvSpPr>
        <p:spPr>
          <a:xfrm>
            <a:off x="761809" y="1988833"/>
            <a:ext cx="7052700" cy="4149900"/>
          </a:xfrm>
          <a:prstGeom prst="rect">
            <a:avLst/>
          </a:prstGeom>
        </p:spPr>
        <p:txBody>
          <a:bodyPr anchorCtr="0" anchor="t" bIns="0" lIns="0" spcFirstLastPara="1" rIns="0" wrap="square" tIns="0">
            <a:noAutofit/>
          </a:bodyPr>
          <a:lstStyle/>
          <a:p>
            <a:pPr indent="0" lvl="0" marL="0" rtl="0" algn="l">
              <a:lnSpc>
                <a:spcPct val="115000"/>
              </a:lnSpc>
              <a:spcBef>
                <a:spcPts val="1100"/>
              </a:spcBef>
              <a:spcAft>
                <a:spcPts val="0"/>
              </a:spcAft>
              <a:buNone/>
            </a:pPr>
            <a:r>
              <a:rPr lang="en"/>
              <a:t>Our presentation template has a 12 column grid to help you organize the elements on your slides. When laying out objects, consider using the grid to help! </a:t>
            </a:r>
            <a:endParaRPr/>
          </a:p>
          <a:p>
            <a:pPr indent="0" lvl="0" marL="0" rtl="0" algn="l">
              <a:lnSpc>
                <a:spcPct val="115000"/>
              </a:lnSpc>
              <a:spcBef>
                <a:spcPts val="1100"/>
              </a:spcBef>
              <a:spcAft>
                <a:spcPts val="0"/>
              </a:spcAft>
              <a:buNone/>
            </a:pPr>
            <a:r>
              <a:rPr lang="en"/>
              <a:t>Toggle the grid visibility by navigating to </a:t>
            </a:r>
            <a:r>
              <a:rPr i="1" lang="en">
                <a:solidFill>
                  <a:schemeClr val="accent2"/>
                </a:solidFill>
              </a:rPr>
              <a:t>View &gt; Guides &gt; Show Guides</a:t>
            </a:r>
            <a:r>
              <a:rPr lang="en"/>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52"/>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47" name="Google Shape;447;p52"/>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Color</a:t>
            </a:r>
            <a:r>
              <a:rPr lang="en"/>
              <a:t> Guidance</a:t>
            </a:r>
            <a:endParaRPr/>
          </a:p>
        </p:txBody>
      </p:sp>
      <p:sp>
        <p:nvSpPr>
          <p:cNvPr id="448" name="Google Shape;448;p52"/>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Keep it on brand</a:t>
            </a:r>
            <a:endParaRPr/>
          </a:p>
        </p:txBody>
      </p:sp>
      <p:sp>
        <p:nvSpPr>
          <p:cNvPr id="449" name="Google Shape;449;p52"/>
          <p:cNvSpPr txBox="1"/>
          <p:nvPr>
            <p:ph idx="2" type="body"/>
          </p:nvPr>
        </p:nvSpPr>
        <p:spPr>
          <a:xfrm>
            <a:off x="761809" y="1988833"/>
            <a:ext cx="3447000" cy="4149900"/>
          </a:xfrm>
          <a:prstGeom prst="rect">
            <a:avLst/>
          </a:prstGeom>
        </p:spPr>
        <p:txBody>
          <a:bodyPr anchorCtr="0" anchor="t" bIns="0" lIns="0" spcFirstLastPara="1" rIns="0" wrap="square" tIns="0">
            <a:noAutofit/>
          </a:bodyPr>
          <a:lstStyle/>
          <a:p>
            <a:pPr indent="0" lvl="0" marL="0" rtl="0" algn="l">
              <a:lnSpc>
                <a:spcPct val="115000"/>
              </a:lnSpc>
              <a:spcBef>
                <a:spcPts val="1100"/>
              </a:spcBef>
              <a:spcAft>
                <a:spcPts val="0"/>
              </a:spcAft>
              <a:buNone/>
            </a:pPr>
            <a:r>
              <a:rPr lang="en" sz="1600"/>
              <a:t>When customizing charts or adding other visual elements, do your best to stay within our defined brand color palette. This will ensure that all your content looks great together and doesn’t clash with the  slide template design. </a:t>
            </a:r>
            <a:endParaRPr sz="1600"/>
          </a:p>
        </p:txBody>
      </p:sp>
      <p:sp>
        <p:nvSpPr>
          <p:cNvPr id="450" name="Google Shape;450;p52"/>
          <p:cNvSpPr/>
          <p:nvPr/>
        </p:nvSpPr>
        <p:spPr>
          <a:xfrm>
            <a:off x="5280645" y="4118642"/>
            <a:ext cx="1228800" cy="710100"/>
          </a:xfrm>
          <a:prstGeom prst="rect">
            <a:avLst/>
          </a:prstGeom>
          <a:solidFill>
            <a:schemeClr val="accent5"/>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618794</a:t>
            </a:r>
            <a:endParaRPr sz="1100">
              <a:latin typeface="DM Mono"/>
              <a:ea typeface="DM Mono"/>
              <a:cs typeface="DM Mono"/>
              <a:sym typeface="DM Mono"/>
            </a:endParaRPr>
          </a:p>
        </p:txBody>
      </p:sp>
      <p:sp>
        <p:nvSpPr>
          <p:cNvPr id="451" name="Google Shape;451;p52"/>
          <p:cNvSpPr/>
          <p:nvPr/>
        </p:nvSpPr>
        <p:spPr>
          <a:xfrm>
            <a:off x="6509210" y="4118642"/>
            <a:ext cx="1228800" cy="710100"/>
          </a:xfrm>
          <a:prstGeom prst="rect">
            <a:avLst/>
          </a:prstGeom>
          <a:solidFill>
            <a:schemeClr val="accent1"/>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FF5F46</a:t>
            </a:r>
            <a:endParaRPr sz="1100">
              <a:latin typeface="DM Mono"/>
              <a:ea typeface="DM Mono"/>
              <a:cs typeface="DM Mono"/>
              <a:sym typeface="DM Mono"/>
            </a:endParaRPr>
          </a:p>
        </p:txBody>
      </p:sp>
      <p:sp>
        <p:nvSpPr>
          <p:cNvPr id="452" name="Google Shape;452;p52"/>
          <p:cNvSpPr/>
          <p:nvPr/>
        </p:nvSpPr>
        <p:spPr>
          <a:xfrm>
            <a:off x="7737997" y="4118642"/>
            <a:ext cx="1228800" cy="710100"/>
          </a:xfrm>
          <a:prstGeom prst="rect">
            <a:avLst/>
          </a:prstGeom>
          <a:solidFill>
            <a:srgbClr val="FCBA33"/>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FCBA33</a:t>
            </a:r>
            <a:endParaRPr sz="1100">
              <a:latin typeface="DM Mono"/>
              <a:ea typeface="DM Mono"/>
              <a:cs typeface="DM Mono"/>
              <a:sym typeface="DM Mono"/>
            </a:endParaRPr>
          </a:p>
        </p:txBody>
      </p:sp>
      <p:sp>
        <p:nvSpPr>
          <p:cNvPr id="453" name="Google Shape;453;p52"/>
          <p:cNvSpPr/>
          <p:nvPr/>
        </p:nvSpPr>
        <p:spPr>
          <a:xfrm>
            <a:off x="8966785" y="4118642"/>
            <a:ext cx="1228800" cy="710100"/>
          </a:xfrm>
          <a:prstGeom prst="rect">
            <a:avLst/>
          </a:prstGeom>
          <a:solidFill>
            <a:srgbClr val="42BA91"/>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42BA91</a:t>
            </a:r>
            <a:endParaRPr sz="1100">
              <a:latin typeface="DM Mono"/>
              <a:ea typeface="DM Mono"/>
              <a:cs typeface="DM Mono"/>
              <a:sym typeface="DM Mono"/>
            </a:endParaRPr>
          </a:p>
        </p:txBody>
      </p:sp>
      <p:sp>
        <p:nvSpPr>
          <p:cNvPr id="454" name="Google Shape;454;p52"/>
          <p:cNvSpPr/>
          <p:nvPr/>
        </p:nvSpPr>
        <p:spPr>
          <a:xfrm>
            <a:off x="10195349" y="4118642"/>
            <a:ext cx="1228800" cy="710100"/>
          </a:xfrm>
          <a:prstGeom prst="rect">
            <a:avLst/>
          </a:prstGeom>
          <a:solidFill>
            <a:srgbClr val="AB4057"/>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solidFill>
                  <a:schemeClr val="lt1"/>
                </a:solidFill>
                <a:latin typeface="DM Mono"/>
                <a:ea typeface="DM Mono"/>
                <a:cs typeface="DM Mono"/>
                <a:sym typeface="DM Mono"/>
              </a:rPr>
              <a:t>AB4057</a:t>
            </a:r>
            <a:endParaRPr sz="1100">
              <a:solidFill>
                <a:schemeClr val="lt1"/>
              </a:solidFill>
              <a:latin typeface="DM Mono"/>
              <a:ea typeface="DM Mono"/>
              <a:cs typeface="DM Mono"/>
              <a:sym typeface="DM Mono"/>
            </a:endParaRPr>
          </a:p>
        </p:txBody>
      </p:sp>
      <p:sp>
        <p:nvSpPr>
          <p:cNvPr id="455" name="Google Shape;455;p52"/>
          <p:cNvSpPr/>
          <p:nvPr/>
        </p:nvSpPr>
        <p:spPr>
          <a:xfrm>
            <a:off x="5280645" y="4828547"/>
            <a:ext cx="1228800" cy="710100"/>
          </a:xfrm>
          <a:prstGeom prst="rect">
            <a:avLst/>
          </a:prstGeom>
          <a:solidFill>
            <a:srgbClr val="A0ACBE"/>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A0ACBE</a:t>
            </a:r>
            <a:endParaRPr sz="1100">
              <a:latin typeface="DM Mono"/>
              <a:ea typeface="DM Mono"/>
              <a:cs typeface="DM Mono"/>
              <a:sym typeface="DM Mono"/>
            </a:endParaRPr>
          </a:p>
        </p:txBody>
      </p:sp>
      <p:sp>
        <p:nvSpPr>
          <p:cNvPr id="456" name="Google Shape;456;p52"/>
          <p:cNvSpPr/>
          <p:nvPr/>
        </p:nvSpPr>
        <p:spPr>
          <a:xfrm>
            <a:off x="5280645" y="5538453"/>
            <a:ext cx="1228800" cy="710100"/>
          </a:xfrm>
          <a:prstGeom prst="rect">
            <a:avLst/>
          </a:prstGeom>
          <a:solidFill>
            <a:srgbClr val="C4CCD6"/>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C4CCD6</a:t>
            </a:r>
            <a:endParaRPr sz="1100">
              <a:latin typeface="DM Mono"/>
              <a:ea typeface="DM Mono"/>
              <a:cs typeface="DM Mono"/>
              <a:sym typeface="DM Mono"/>
            </a:endParaRPr>
          </a:p>
        </p:txBody>
      </p:sp>
      <p:sp>
        <p:nvSpPr>
          <p:cNvPr id="457" name="Google Shape;457;p52"/>
          <p:cNvSpPr/>
          <p:nvPr/>
        </p:nvSpPr>
        <p:spPr>
          <a:xfrm>
            <a:off x="6509210" y="4828547"/>
            <a:ext cx="1228800" cy="710100"/>
          </a:xfrm>
          <a:prstGeom prst="rect">
            <a:avLst/>
          </a:prstGeom>
          <a:solidFill>
            <a:srgbClr val="FF9E94"/>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FF9E94</a:t>
            </a:r>
            <a:endParaRPr sz="1100">
              <a:latin typeface="DM Mono"/>
              <a:ea typeface="DM Mono"/>
              <a:cs typeface="DM Mono"/>
              <a:sym typeface="DM Mono"/>
            </a:endParaRPr>
          </a:p>
        </p:txBody>
      </p:sp>
      <p:sp>
        <p:nvSpPr>
          <p:cNvPr id="458" name="Google Shape;458;p52"/>
          <p:cNvSpPr/>
          <p:nvPr/>
        </p:nvSpPr>
        <p:spPr>
          <a:xfrm>
            <a:off x="6509210" y="5538453"/>
            <a:ext cx="1228800" cy="710100"/>
          </a:xfrm>
          <a:prstGeom prst="rect">
            <a:avLst/>
          </a:prstGeom>
          <a:solidFill>
            <a:srgbClr val="FABFBA"/>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FABFBA</a:t>
            </a:r>
            <a:endParaRPr sz="1100">
              <a:latin typeface="DM Mono"/>
              <a:ea typeface="DM Mono"/>
              <a:cs typeface="DM Mono"/>
              <a:sym typeface="DM Mono"/>
            </a:endParaRPr>
          </a:p>
        </p:txBody>
      </p:sp>
      <p:sp>
        <p:nvSpPr>
          <p:cNvPr id="459" name="Google Shape;459;p52"/>
          <p:cNvSpPr/>
          <p:nvPr/>
        </p:nvSpPr>
        <p:spPr>
          <a:xfrm>
            <a:off x="7737997" y="4828547"/>
            <a:ext cx="1228800" cy="710100"/>
          </a:xfrm>
          <a:prstGeom prst="rect">
            <a:avLst/>
          </a:prstGeom>
          <a:solidFill>
            <a:srgbClr val="FFCC66"/>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FFCC66</a:t>
            </a:r>
            <a:endParaRPr sz="1100">
              <a:latin typeface="DM Mono"/>
              <a:ea typeface="DM Mono"/>
              <a:cs typeface="DM Mono"/>
              <a:sym typeface="DM Mono"/>
            </a:endParaRPr>
          </a:p>
        </p:txBody>
      </p:sp>
      <p:sp>
        <p:nvSpPr>
          <p:cNvPr id="460" name="Google Shape;460;p52"/>
          <p:cNvSpPr/>
          <p:nvPr/>
        </p:nvSpPr>
        <p:spPr>
          <a:xfrm>
            <a:off x="7737997" y="5538453"/>
            <a:ext cx="1228800" cy="710100"/>
          </a:xfrm>
          <a:prstGeom prst="rect">
            <a:avLst/>
          </a:prstGeom>
          <a:solidFill>
            <a:srgbClr val="FFDB96"/>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FFDB96</a:t>
            </a:r>
            <a:endParaRPr sz="1100">
              <a:latin typeface="DM Mono"/>
              <a:ea typeface="DM Mono"/>
              <a:cs typeface="DM Mono"/>
              <a:sym typeface="DM Mono"/>
            </a:endParaRPr>
          </a:p>
        </p:txBody>
      </p:sp>
      <p:sp>
        <p:nvSpPr>
          <p:cNvPr id="461" name="Google Shape;461;p52"/>
          <p:cNvSpPr/>
          <p:nvPr/>
        </p:nvSpPr>
        <p:spPr>
          <a:xfrm>
            <a:off x="8966785" y="4828547"/>
            <a:ext cx="1228800" cy="710100"/>
          </a:xfrm>
          <a:prstGeom prst="rect">
            <a:avLst/>
          </a:prstGeom>
          <a:solidFill>
            <a:srgbClr val="70C4AB"/>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70C4AB</a:t>
            </a:r>
            <a:endParaRPr sz="1100">
              <a:latin typeface="DM Mono"/>
              <a:ea typeface="DM Mono"/>
              <a:cs typeface="DM Mono"/>
              <a:sym typeface="DM Mono"/>
            </a:endParaRPr>
          </a:p>
        </p:txBody>
      </p:sp>
      <p:sp>
        <p:nvSpPr>
          <p:cNvPr id="462" name="Google Shape;462;p52"/>
          <p:cNvSpPr/>
          <p:nvPr/>
        </p:nvSpPr>
        <p:spPr>
          <a:xfrm>
            <a:off x="8966785" y="5538453"/>
            <a:ext cx="1228800" cy="710100"/>
          </a:xfrm>
          <a:prstGeom prst="rect">
            <a:avLst/>
          </a:prstGeom>
          <a:solidFill>
            <a:srgbClr val="9ED6C4"/>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9ED6C4</a:t>
            </a:r>
            <a:endParaRPr sz="1100">
              <a:latin typeface="DM Mono"/>
              <a:ea typeface="DM Mono"/>
              <a:cs typeface="DM Mono"/>
              <a:sym typeface="DM Mono"/>
            </a:endParaRPr>
          </a:p>
        </p:txBody>
      </p:sp>
      <p:sp>
        <p:nvSpPr>
          <p:cNvPr id="463" name="Google Shape;463;p52"/>
          <p:cNvSpPr/>
          <p:nvPr/>
        </p:nvSpPr>
        <p:spPr>
          <a:xfrm>
            <a:off x="10195349" y="4828547"/>
            <a:ext cx="1228800" cy="710100"/>
          </a:xfrm>
          <a:prstGeom prst="rect">
            <a:avLst/>
          </a:prstGeom>
          <a:solidFill>
            <a:srgbClr val="BF7080"/>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BF7080</a:t>
            </a:r>
            <a:endParaRPr sz="1100">
              <a:latin typeface="DM Mono"/>
              <a:ea typeface="DM Mono"/>
              <a:cs typeface="DM Mono"/>
              <a:sym typeface="DM Mono"/>
            </a:endParaRPr>
          </a:p>
        </p:txBody>
      </p:sp>
      <p:sp>
        <p:nvSpPr>
          <p:cNvPr id="464" name="Google Shape;464;p52"/>
          <p:cNvSpPr/>
          <p:nvPr/>
        </p:nvSpPr>
        <p:spPr>
          <a:xfrm>
            <a:off x="10195349" y="5538453"/>
            <a:ext cx="1228800" cy="710100"/>
          </a:xfrm>
          <a:prstGeom prst="rect">
            <a:avLst/>
          </a:prstGeom>
          <a:solidFill>
            <a:srgbClr val="D69EA8"/>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D69EA8</a:t>
            </a:r>
            <a:endParaRPr sz="1100">
              <a:latin typeface="DM Mono"/>
              <a:ea typeface="DM Mono"/>
              <a:cs typeface="DM Mono"/>
              <a:sym typeface="DM Mono"/>
            </a:endParaRPr>
          </a:p>
        </p:txBody>
      </p:sp>
      <p:sp>
        <p:nvSpPr>
          <p:cNvPr id="465" name="Google Shape;465;p52"/>
          <p:cNvSpPr/>
          <p:nvPr/>
        </p:nvSpPr>
        <p:spPr>
          <a:xfrm>
            <a:off x="5280645" y="1988833"/>
            <a:ext cx="1228800" cy="710100"/>
          </a:xfrm>
          <a:prstGeom prst="rect">
            <a:avLst/>
          </a:prstGeom>
          <a:solidFill>
            <a:schemeClr val="dk1"/>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solidFill>
                  <a:schemeClr val="lt1"/>
                </a:solidFill>
                <a:latin typeface="DM Mono"/>
                <a:ea typeface="DM Mono"/>
                <a:cs typeface="DM Mono"/>
                <a:sym typeface="DM Mono"/>
              </a:rPr>
              <a:t>1B3139</a:t>
            </a:r>
            <a:endParaRPr sz="1100">
              <a:solidFill>
                <a:schemeClr val="lt1"/>
              </a:solidFill>
              <a:latin typeface="DM Mono"/>
              <a:ea typeface="DM Mono"/>
              <a:cs typeface="DM Mono"/>
              <a:sym typeface="DM Mono"/>
            </a:endParaRPr>
          </a:p>
          <a:p>
            <a:pPr indent="0" lvl="0" marL="0" rtl="0" algn="l">
              <a:spcBef>
                <a:spcPts val="0"/>
              </a:spcBef>
              <a:spcAft>
                <a:spcPts val="0"/>
              </a:spcAft>
              <a:buNone/>
            </a:pPr>
            <a:r>
              <a:t/>
            </a:r>
            <a:endParaRPr sz="1100">
              <a:solidFill>
                <a:schemeClr val="lt1"/>
              </a:solidFill>
              <a:latin typeface="DM Mono"/>
              <a:ea typeface="DM Mono"/>
              <a:cs typeface="DM Mono"/>
              <a:sym typeface="DM Mono"/>
            </a:endParaRPr>
          </a:p>
        </p:txBody>
      </p:sp>
      <p:sp>
        <p:nvSpPr>
          <p:cNvPr id="466" name="Google Shape;466;p52"/>
          <p:cNvSpPr/>
          <p:nvPr/>
        </p:nvSpPr>
        <p:spPr>
          <a:xfrm>
            <a:off x="6509210" y="1988833"/>
            <a:ext cx="1228800" cy="710100"/>
          </a:xfrm>
          <a:prstGeom prst="rect">
            <a:avLst/>
          </a:prstGeom>
          <a:solidFill>
            <a:srgbClr val="801C17"/>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solidFill>
                  <a:schemeClr val="lt1"/>
                </a:solidFill>
                <a:latin typeface="DM Mono"/>
                <a:ea typeface="DM Mono"/>
                <a:cs typeface="DM Mono"/>
                <a:sym typeface="DM Mono"/>
              </a:rPr>
              <a:t>801C17</a:t>
            </a:r>
            <a:endParaRPr sz="1100">
              <a:solidFill>
                <a:schemeClr val="lt1"/>
              </a:solidFill>
              <a:latin typeface="DM Mono"/>
              <a:ea typeface="DM Mono"/>
              <a:cs typeface="DM Mono"/>
              <a:sym typeface="DM Mono"/>
            </a:endParaRPr>
          </a:p>
        </p:txBody>
      </p:sp>
      <p:sp>
        <p:nvSpPr>
          <p:cNvPr id="467" name="Google Shape;467;p52"/>
          <p:cNvSpPr/>
          <p:nvPr/>
        </p:nvSpPr>
        <p:spPr>
          <a:xfrm>
            <a:off x="7737997" y="1988833"/>
            <a:ext cx="1228800" cy="710100"/>
          </a:xfrm>
          <a:prstGeom prst="rect">
            <a:avLst/>
          </a:prstGeom>
          <a:solidFill>
            <a:srgbClr val="7D5319"/>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solidFill>
                  <a:schemeClr val="lt1"/>
                </a:solidFill>
                <a:latin typeface="DM Mono"/>
                <a:ea typeface="DM Mono"/>
                <a:cs typeface="DM Mono"/>
                <a:sym typeface="DM Mono"/>
              </a:rPr>
              <a:t>7D5319</a:t>
            </a:r>
            <a:endParaRPr sz="1100">
              <a:solidFill>
                <a:schemeClr val="lt1"/>
              </a:solidFill>
              <a:latin typeface="DM Mono"/>
              <a:ea typeface="DM Mono"/>
              <a:cs typeface="DM Mono"/>
              <a:sym typeface="DM Mono"/>
            </a:endParaRPr>
          </a:p>
        </p:txBody>
      </p:sp>
      <p:sp>
        <p:nvSpPr>
          <p:cNvPr id="468" name="Google Shape;468;p52"/>
          <p:cNvSpPr/>
          <p:nvPr/>
        </p:nvSpPr>
        <p:spPr>
          <a:xfrm>
            <a:off x="8966785" y="1988833"/>
            <a:ext cx="1228800" cy="710100"/>
          </a:xfrm>
          <a:prstGeom prst="rect">
            <a:avLst/>
          </a:prstGeom>
          <a:solidFill>
            <a:srgbClr val="095A35"/>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solidFill>
                  <a:schemeClr val="lt1"/>
                </a:solidFill>
                <a:latin typeface="DM Mono"/>
                <a:ea typeface="DM Mono"/>
                <a:cs typeface="DM Mono"/>
                <a:sym typeface="DM Mono"/>
              </a:rPr>
              <a:t>095A35</a:t>
            </a:r>
            <a:endParaRPr sz="1100">
              <a:solidFill>
                <a:schemeClr val="lt1"/>
              </a:solidFill>
              <a:latin typeface="DM Mono"/>
              <a:ea typeface="DM Mono"/>
              <a:cs typeface="DM Mono"/>
              <a:sym typeface="DM Mono"/>
            </a:endParaRPr>
          </a:p>
        </p:txBody>
      </p:sp>
      <p:sp>
        <p:nvSpPr>
          <p:cNvPr id="469" name="Google Shape;469;p52"/>
          <p:cNvSpPr/>
          <p:nvPr/>
        </p:nvSpPr>
        <p:spPr>
          <a:xfrm>
            <a:off x="10195349" y="1988833"/>
            <a:ext cx="1228800" cy="710100"/>
          </a:xfrm>
          <a:prstGeom prst="rect">
            <a:avLst/>
          </a:prstGeom>
          <a:solidFill>
            <a:srgbClr val="4A121A"/>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solidFill>
                  <a:schemeClr val="lt1"/>
                </a:solidFill>
                <a:latin typeface="DM Mono"/>
                <a:ea typeface="DM Mono"/>
                <a:cs typeface="DM Mono"/>
                <a:sym typeface="DM Mono"/>
              </a:rPr>
              <a:t>4A121A</a:t>
            </a:r>
            <a:endParaRPr sz="1100">
              <a:solidFill>
                <a:schemeClr val="lt1"/>
              </a:solidFill>
              <a:latin typeface="DM Mono"/>
              <a:ea typeface="DM Mono"/>
              <a:cs typeface="DM Mono"/>
              <a:sym typeface="DM Mono"/>
            </a:endParaRPr>
          </a:p>
        </p:txBody>
      </p:sp>
      <p:sp>
        <p:nvSpPr>
          <p:cNvPr id="470" name="Google Shape;470;p52"/>
          <p:cNvSpPr/>
          <p:nvPr/>
        </p:nvSpPr>
        <p:spPr>
          <a:xfrm>
            <a:off x="5280645" y="2698739"/>
            <a:ext cx="1228800" cy="710100"/>
          </a:xfrm>
          <a:prstGeom prst="rect">
            <a:avLst/>
          </a:prstGeom>
          <a:solidFill>
            <a:srgbClr val="143D4A"/>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solidFill>
                  <a:schemeClr val="lt1"/>
                </a:solidFill>
                <a:latin typeface="DM Mono"/>
                <a:ea typeface="DM Mono"/>
                <a:cs typeface="DM Mono"/>
                <a:sym typeface="DM Mono"/>
              </a:rPr>
              <a:t>143D4A</a:t>
            </a:r>
            <a:endParaRPr sz="1100">
              <a:solidFill>
                <a:schemeClr val="lt1"/>
              </a:solidFill>
              <a:latin typeface="DM Mono"/>
              <a:ea typeface="DM Mono"/>
              <a:cs typeface="DM Mono"/>
              <a:sym typeface="DM Mono"/>
            </a:endParaRPr>
          </a:p>
        </p:txBody>
      </p:sp>
      <p:sp>
        <p:nvSpPr>
          <p:cNvPr id="471" name="Google Shape;471;p52"/>
          <p:cNvSpPr/>
          <p:nvPr/>
        </p:nvSpPr>
        <p:spPr>
          <a:xfrm>
            <a:off x="5280645" y="3408644"/>
            <a:ext cx="1228800" cy="710100"/>
          </a:xfrm>
          <a:prstGeom prst="rect">
            <a:avLst/>
          </a:prstGeom>
          <a:solidFill>
            <a:srgbClr val="1B5162"/>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solidFill>
                  <a:schemeClr val="lt1"/>
                </a:solidFill>
                <a:latin typeface="DM Mono"/>
                <a:ea typeface="DM Mono"/>
                <a:cs typeface="DM Mono"/>
                <a:sym typeface="DM Mono"/>
              </a:rPr>
              <a:t>1B5162</a:t>
            </a:r>
            <a:endParaRPr sz="1100">
              <a:solidFill>
                <a:schemeClr val="lt1"/>
              </a:solidFill>
              <a:latin typeface="DM Mono"/>
              <a:ea typeface="DM Mono"/>
              <a:cs typeface="DM Mono"/>
              <a:sym typeface="DM Mono"/>
            </a:endParaRPr>
          </a:p>
        </p:txBody>
      </p:sp>
      <p:sp>
        <p:nvSpPr>
          <p:cNvPr id="472" name="Google Shape;472;p52"/>
          <p:cNvSpPr/>
          <p:nvPr/>
        </p:nvSpPr>
        <p:spPr>
          <a:xfrm>
            <a:off x="6509210" y="2698739"/>
            <a:ext cx="1228800" cy="710100"/>
          </a:xfrm>
          <a:prstGeom prst="rect">
            <a:avLst/>
          </a:prstGeom>
          <a:solidFill>
            <a:srgbClr val="BD2B26"/>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solidFill>
                  <a:schemeClr val="lt1"/>
                </a:solidFill>
                <a:latin typeface="DM Mono"/>
                <a:ea typeface="DM Mono"/>
                <a:cs typeface="DM Mono"/>
                <a:sym typeface="DM Mono"/>
              </a:rPr>
              <a:t>BD2B26</a:t>
            </a:r>
            <a:endParaRPr sz="1100">
              <a:solidFill>
                <a:schemeClr val="lt1"/>
              </a:solidFill>
              <a:latin typeface="DM Mono"/>
              <a:ea typeface="DM Mono"/>
              <a:cs typeface="DM Mono"/>
              <a:sym typeface="DM Mono"/>
            </a:endParaRPr>
          </a:p>
        </p:txBody>
      </p:sp>
      <p:sp>
        <p:nvSpPr>
          <p:cNvPr id="473" name="Google Shape;473;p52"/>
          <p:cNvSpPr/>
          <p:nvPr/>
        </p:nvSpPr>
        <p:spPr>
          <a:xfrm>
            <a:off x="6509210" y="3408644"/>
            <a:ext cx="1228800" cy="710100"/>
          </a:xfrm>
          <a:prstGeom prst="rect">
            <a:avLst/>
          </a:prstGeom>
          <a:solidFill>
            <a:srgbClr val="FF3621"/>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FF3621</a:t>
            </a:r>
            <a:endParaRPr sz="1100">
              <a:latin typeface="DM Mono"/>
              <a:ea typeface="DM Mono"/>
              <a:cs typeface="DM Mono"/>
              <a:sym typeface="DM Mono"/>
            </a:endParaRPr>
          </a:p>
        </p:txBody>
      </p:sp>
      <p:sp>
        <p:nvSpPr>
          <p:cNvPr id="474" name="Google Shape;474;p52"/>
          <p:cNvSpPr/>
          <p:nvPr/>
        </p:nvSpPr>
        <p:spPr>
          <a:xfrm>
            <a:off x="7737997" y="2698739"/>
            <a:ext cx="1228800" cy="710100"/>
          </a:xfrm>
          <a:prstGeom prst="rect">
            <a:avLst/>
          </a:prstGeom>
          <a:solidFill>
            <a:srgbClr val="BD802B"/>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solidFill>
                  <a:schemeClr val="lt1"/>
                </a:solidFill>
                <a:latin typeface="DM Mono"/>
                <a:ea typeface="DM Mono"/>
                <a:cs typeface="DM Mono"/>
                <a:sym typeface="DM Mono"/>
              </a:rPr>
              <a:t>BD802B</a:t>
            </a:r>
            <a:endParaRPr sz="1100">
              <a:solidFill>
                <a:schemeClr val="lt1"/>
              </a:solidFill>
              <a:latin typeface="DM Mono"/>
              <a:ea typeface="DM Mono"/>
              <a:cs typeface="DM Mono"/>
              <a:sym typeface="DM Mono"/>
            </a:endParaRPr>
          </a:p>
        </p:txBody>
      </p:sp>
      <p:sp>
        <p:nvSpPr>
          <p:cNvPr id="475" name="Google Shape;475;p52"/>
          <p:cNvSpPr/>
          <p:nvPr/>
        </p:nvSpPr>
        <p:spPr>
          <a:xfrm>
            <a:off x="7737997" y="3408644"/>
            <a:ext cx="1228800" cy="710100"/>
          </a:xfrm>
          <a:prstGeom prst="rect">
            <a:avLst/>
          </a:prstGeom>
          <a:solidFill>
            <a:srgbClr val="FFAB00"/>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FFAB00</a:t>
            </a:r>
            <a:endParaRPr sz="1100">
              <a:latin typeface="DM Mono"/>
              <a:ea typeface="DM Mono"/>
              <a:cs typeface="DM Mono"/>
              <a:sym typeface="DM Mono"/>
            </a:endParaRPr>
          </a:p>
        </p:txBody>
      </p:sp>
      <p:sp>
        <p:nvSpPr>
          <p:cNvPr id="476" name="Google Shape;476;p52"/>
          <p:cNvSpPr/>
          <p:nvPr/>
        </p:nvSpPr>
        <p:spPr>
          <a:xfrm>
            <a:off x="8966785" y="2698739"/>
            <a:ext cx="1228800" cy="710100"/>
          </a:xfrm>
          <a:prstGeom prst="rect">
            <a:avLst/>
          </a:prstGeom>
          <a:solidFill>
            <a:srgbClr val="00875C"/>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solidFill>
                  <a:schemeClr val="lt1"/>
                </a:solidFill>
                <a:latin typeface="DM Mono"/>
                <a:ea typeface="DM Mono"/>
                <a:cs typeface="DM Mono"/>
                <a:sym typeface="DM Mono"/>
              </a:rPr>
              <a:t>00875C</a:t>
            </a:r>
            <a:endParaRPr sz="1100">
              <a:solidFill>
                <a:schemeClr val="lt1"/>
              </a:solidFill>
              <a:latin typeface="DM Mono"/>
              <a:ea typeface="DM Mono"/>
              <a:cs typeface="DM Mono"/>
              <a:sym typeface="DM Mono"/>
            </a:endParaRPr>
          </a:p>
        </p:txBody>
      </p:sp>
      <p:sp>
        <p:nvSpPr>
          <p:cNvPr id="477" name="Google Shape;477;p52"/>
          <p:cNvSpPr/>
          <p:nvPr/>
        </p:nvSpPr>
        <p:spPr>
          <a:xfrm>
            <a:off x="8966785" y="3408644"/>
            <a:ext cx="1228800" cy="710100"/>
          </a:xfrm>
          <a:prstGeom prst="rect">
            <a:avLst/>
          </a:prstGeom>
          <a:solidFill>
            <a:srgbClr val="00A972"/>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latin typeface="DM Mono"/>
                <a:ea typeface="DM Mono"/>
                <a:cs typeface="DM Mono"/>
                <a:sym typeface="DM Mono"/>
              </a:rPr>
              <a:t>00A972</a:t>
            </a:r>
            <a:endParaRPr sz="1100">
              <a:latin typeface="DM Mono"/>
              <a:ea typeface="DM Mono"/>
              <a:cs typeface="DM Mono"/>
              <a:sym typeface="DM Mono"/>
            </a:endParaRPr>
          </a:p>
        </p:txBody>
      </p:sp>
      <p:sp>
        <p:nvSpPr>
          <p:cNvPr id="478" name="Google Shape;478;p52"/>
          <p:cNvSpPr/>
          <p:nvPr/>
        </p:nvSpPr>
        <p:spPr>
          <a:xfrm>
            <a:off x="10195349" y="2698739"/>
            <a:ext cx="1228800" cy="710100"/>
          </a:xfrm>
          <a:prstGeom prst="rect">
            <a:avLst/>
          </a:prstGeom>
          <a:solidFill>
            <a:srgbClr val="730D21"/>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solidFill>
                  <a:schemeClr val="lt1"/>
                </a:solidFill>
                <a:latin typeface="DM Mono"/>
                <a:ea typeface="DM Mono"/>
                <a:cs typeface="DM Mono"/>
                <a:sym typeface="DM Mono"/>
              </a:rPr>
              <a:t>730D21</a:t>
            </a:r>
            <a:endParaRPr sz="1100">
              <a:solidFill>
                <a:schemeClr val="lt1"/>
              </a:solidFill>
              <a:latin typeface="DM Mono"/>
              <a:ea typeface="DM Mono"/>
              <a:cs typeface="DM Mono"/>
              <a:sym typeface="DM Mono"/>
            </a:endParaRPr>
          </a:p>
        </p:txBody>
      </p:sp>
      <p:sp>
        <p:nvSpPr>
          <p:cNvPr id="479" name="Google Shape;479;p52"/>
          <p:cNvSpPr/>
          <p:nvPr/>
        </p:nvSpPr>
        <p:spPr>
          <a:xfrm>
            <a:off x="10195349" y="3408644"/>
            <a:ext cx="1228800" cy="710100"/>
          </a:xfrm>
          <a:prstGeom prst="rect">
            <a:avLst/>
          </a:prstGeom>
          <a:solidFill>
            <a:schemeClr val="accent3"/>
          </a:solidFill>
          <a:ln>
            <a:noFill/>
          </a:ln>
        </p:spPr>
        <p:txBody>
          <a:bodyPr anchorCtr="0" anchor="t" bIns="121875" lIns="121875" spcFirstLastPara="1" rIns="121875" wrap="square" tIns="121875">
            <a:noAutofit/>
          </a:bodyPr>
          <a:lstStyle/>
          <a:p>
            <a:pPr indent="0" lvl="0" marL="0" rtl="0" algn="l">
              <a:spcBef>
                <a:spcPts val="0"/>
              </a:spcBef>
              <a:spcAft>
                <a:spcPts val="0"/>
              </a:spcAft>
              <a:buNone/>
            </a:pPr>
            <a:r>
              <a:rPr lang="en" sz="1100">
                <a:solidFill>
                  <a:schemeClr val="lt1"/>
                </a:solidFill>
                <a:latin typeface="DM Mono"/>
                <a:ea typeface="DM Mono"/>
                <a:cs typeface="DM Mono"/>
                <a:sym typeface="DM Mono"/>
              </a:rPr>
              <a:t>98102A</a:t>
            </a:r>
            <a:endParaRPr sz="1100">
              <a:solidFill>
                <a:schemeClr val="lt1"/>
              </a:solidFill>
              <a:latin typeface="DM Mono"/>
              <a:ea typeface="DM Mono"/>
              <a:cs typeface="DM Mono"/>
              <a:sym typeface="DM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53"/>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Chart</a:t>
            </a:r>
            <a:r>
              <a:rPr lang="en"/>
              <a:t> design</a:t>
            </a:r>
            <a:endParaRPr/>
          </a:p>
        </p:txBody>
      </p:sp>
      <p:sp>
        <p:nvSpPr>
          <p:cNvPr id="485" name="Google Shape;485;p53"/>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86" name="Google Shape;486;p53"/>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Adding and customizing charts</a:t>
            </a:r>
            <a:endParaRPr/>
          </a:p>
        </p:txBody>
      </p:sp>
      <p:pic>
        <p:nvPicPr>
          <p:cNvPr id="487" name="Google Shape;487;p53" title="Points scored"/>
          <p:cNvPicPr preferRelativeResize="0"/>
          <p:nvPr/>
        </p:nvPicPr>
        <p:blipFill>
          <a:blip r:embed="rId3">
            <a:alphaModFix/>
          </a:blip>
          <a:stretch>
            <a:fillRect/>
          </a:stretch>
        </p:blipFill>
        <p:spPr>
          <a:xfrm>
            <a:off x="5280647" y="2458342"/>
            <a:ext cx="6127935" cy="3789112"/>
          </a:xfrm>
          <a:prstGeom prst="rect">
            <a:avLst/>
          </a:prstGeom>
          <a:noFill/>
          <a:ln>
            <a:noFill/>
          </a:ln>
        </p:spPr>
      </p:pic>
      <p:sp>
        <p:nvSpPr>
          <p:cNvPr id="488" name="Google Shape;488;p53"/>
          <p:cNvSpPr txBox="1"/>
          <p:nvPr>
            <p:ph idx="2" type="body"/>
          </p:nvPr>
        </p:nvSpPr>
        <p:spPr>
          <a:xfrm>
            <a:off x="761809" y="1988833"/>
            <a:ext cx="4354800" cy="41499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sz="1600"/>
              <a:t>To insert a chart, navigate to </a:t>
            </a:r>
            <a:r>
              <a:rPr i="1" lang="en" sz="1600"/>
              <a:t>Insert &gt; Chart</a:t>
            </a:r>
            <a:r>
              <a:rPr lang="en" sz="1600"/>
              <a:t> and select your chart type. </a:t>
            </a:r>
            <a:endParaRPr sz="1600"/>
          </a:p>
          <a:p>
            <a:pPr indent="0" lvl="0" marL="0" rtl="0" algn="l">
              <a:spcBef>
                <a:spcPts val="1100"/>
              </a:spcBef>
              <a:spcAft>
                <a:spcPts val="0"/>
              </a:spcAft>
              <a:buNone/>
            </a:pPr>
            <a:r>
              <a:rPr b="1" lang="en" sz="1600"/>
              <a:t>Customizing your chart style</a:t>
            </a:r>
            <a:br>
              <a:rPr lang="en" sz="1600"/>
            </a:br>
            <a:r>
              <a:rPr lang="en" sz="1600"/>
              <a:t>To edit your chart, click on it and select </a:t>
            </a:r>
            <a:r>
              <a:rPr i="1" lang="en" sz="1600"/>
              <a:t>Open Source</a:t>
            </a:r>
            <a:r>
              <a:rPr lang="en" sz="1600"/>
              <a:t> from within the top right link menu.</a:t>
            </a:r>
            <a:endParaRPr sz="1600"/>
          </a:p>
          <a:p>
            <a:pPr indent="0" lvl="0" marL="0" rtl="0" algn="l">
              <a:spcBef>
                <a:spcPts val="1100"/>
              </a:spcBef>
              <a:spcAft>
                <a:spcPts val="0"/>
              </a:spcAft>
              <a:buNone/>
            </a:pPr>
            <a:r>
              <a:rPr lang="en" sz="1600"/>
              <a:t>Once inside your Google Sheet, select your chart image and use the three-dot menu in the top right to select </a:t>
            </a:r>
            <a:r>
              <a:rPr i="1" lang="en" sz="1600"/>
              <a:t>Edit Chart</a:t>
            </a:r>
            <a:r>
              <a:rPr lang="en" sz="1600"/>
              <a:t>.</a:t>
            </a:r>
            <a:endParaRPr sz="1600"/>
          </a:p>
          <a:p>
            <a:pPr indent="0" lvl="0" marL="0" rtl="0" algn="l">
              <a:spcBef>
                <a:spcPts val="1100"/>
              </a:spcBef>
              <a:spcAft>
                <a:spcPts val="0"/>
              </a:spcAft>
              <a:buNone/>
            </a:pPr>
            <a:r>
              <a:rPr lang="en" sz="1600"/>
              <a:t>In the right-hand pane that opens, you can use the </a:t>
            </a:r>
            <a:r>
              <a:rPr i="1" lang="en" sz="1600"/>
              <a:t>Customize</a:t>
            </a:r>
            <a:r>
              <a:rPr lang="en" sz="1600"/>
              <a:t> tab to remove your chart background/border, or change the colors of your chart. Refer to our </a:t>
            </a:r>
            <a:r>
              <a:rPr lang="en" sz="1600" u="sng">
                <a:solidFill>
                  <a:schemeClr val="hlink"/>
                </a:solidFill>
                <a:hlinkClick action="ppaction://hlinksldjump" r:id="rId4"/>
              </a:rPr>
              <a:t>color slide</a:t>
            </a:r>
            <a:r>
              <a:rPr lang="en" sz="1600"/>
              <a:t> for accurate color codes to use in your chart.</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54"/>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94" name="Google Shape;494;p54"/>
          <p:cNvSpPr txBox="1"/>
          <p:nvPr>
            <p:ph type="title"/>
          </p:nvPr>
        </p:nvSpPr>
        <p:spPr>
          <a:xfrm>
            <a:off x="749246" y="535633"/>
            <a:ext cx="88782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Example Slides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55"/>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500" name="Google Shape;500;p55"/>
          <p:cNvSpPr txBox="1"/>
          <p:nvPr>
            <p:ph type="title"/>
          </p:nvPr>
        </p:nvSpPr>
        <p:spPr>
          <a:xfrm>
            <a:off x="749246" y="535633"/>
            <a:ext cx="88782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Title</a:t>
            </a:r>
            <a:r>
              <a:rPr lang="en"/>
              <a:t> Slides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56"/>
          <p:cNvSpPr txBox="1"/>
          <p:nvPr>
            <p:ph type="ctrTitle"/>
          </p:nvPr>
        </p:nvSpPr>
        <p:spPr>
          <a:xfrm>
            <a:off x="761800" y="1186975"/>
            <a:ext cx="5332800" cy="2387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Corporate Slide Deck Template</a:t>
            </a:r>
            <a:endParaRPr/>
          </a:p>
        </p:txBody>
      </p:sp>
      <p:sp>
        <p:nvSpPr>
          <p:cNvPr id="506" name="Google Shape;506;p56"/>
          <p:cNvSpPr txBox="1"/>
          <p:nvPr>
            <p:ph idx="1" type="subTitle"/>
          </p:nvPr>
        </p:nvSpPr>
        <p:spPr>
          <a:xfrm>
            <a:off x="761809" y="3835400"/>
            <a:ext cx="6170100" cy="12243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starting point for great presentation designs</a:t>
            </a:r>
            <a:endParaRPr/>
          </a:p>
        </p:txBody>
      </p:sp>
      <p:sp>
        <p:nvSpPr>
          <p:cNvPr id="507" name="Google Shape;507;p56"/>
          <p:cNvSpPr txBox="1"/>
          <p:nvPr>
            <p:ph idx="2" type="subTitle"/>
          </p:nvPr>
        </p:nvSpPr>
        <p:spPr>
          <a:xfrm>
            <a:off x="761809" y="5756000"/>
            <a:ext cx="5262300" cy="4923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b="1" lang="en"/>
              <a:t>Brand Design Team</a:t>
            </a:r>
            <a:br>
              <a:rPr lang="en"/>
            </a:br>
            <a:r>
              <a:rPr lang="en"/>
              <a:t>Last updated Sep 2021</a:t>
            </a:r>
            <a:endParaRPr/>
          </a:p>
        </p:txBody>
      </p:sp>
      <p:sp>
        <p:nvSpPr>
          <p:cNvPr id="508" name="Google Shape;508;p56"/>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57"/>
          <p:cNvSpPr txBox="1"/>
          <p:nvPr>
            <p:ph type="ctrTitle"/>
          </p:nvPr>
        </p:nvSpPr>
        <p:spPr>
          <a:xfrm>
            <a:off x="761800" y="1186975"/>
            <a:ext cx="5332800" cy="2387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Corporate Slide Deck Template</a:t>
            </a:r>
            <a:endParaRPr/>
          </a:p>
        </p:txBody>
      </p:sp>
      <p:sp>
        <p:nvSpPr>
          <p:cNvPr id="514" name="Google Shape;514;p57"/>
          <p:cNvSpPr txBox="1"/>
          <p:nvPr>
            <p:ph idx="1" type="subTitle"/>
          </p:nvPr>
        </p:nvSpPr>
        <p:spPr>
          <a:xfrm>
            <a:off x="761809" y="3835400"/>
            <a:ext cx="6170100" cy="12243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starting point for great presentation designs</a:t>
            </a:r>
            <a:endParaRPr/>
          </a:p>
        </p:txBody>
      </p:sp>
      <p:sp>
        <p:nvSpPr>
          <p:cNvPr id="515" name="Google Shape;515;p57"/>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516" name="Google Shape;516;p57"/>
          <p:cNvSpPr txBox="1"/>
          <p:nvPr>
            <p:ph idx="2" type="subTitle"/>
          </p:nvPr>
        </p:nvSpPr>
        <p:spPr>
          <a:xfrm>
            <a:off x="761809" y="5756000"/>
            <a:ext cx="5262300" cy="4923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b="1" lang="en"/>
              <a:t>Brand Design Team</a:t>
            </a:r>
            <a:br>
              <a:rPr lang="en"/>
            </a:br>
            <a:r>
              <a:rPr lang="en"/>
              <a:t>Last updated Sep 2021</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58"/>
          <p:cNvSpPr txBox="1"/>
          <p:nvPr>
            <p:ph type="ctrTitle"/>
          </p:nvPr>
        </p:nvSpPr>
        <p:spPr>
          <a:xfrm>
            <a:off x="761800" y="1186975"/>
            <a:ext cx="5332800" cy="2387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Corporate Slide Deck Template</a:t>
            </a:r>
            <a:endParaRPr/>
          </a:p>
        </p:txBody>
      </p:sp>
      <p:sp>
        <p:nvSpPr>
          <p:cNvPr id="522" name="Google Shape;522;p58"/>
          <p:cNvSpPr txBox="1"/>
          <p:nvPr>
            <p:ph idx="1" type="subTitle"/>
          </p:nvPr>
        </p:nvSpPr>
        <p:spPr>
          <a:xfrm>
            <a:off x="761809" y="3835400"/>
            <a:ext cx="6170100" cy="12243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starting point for great presentation designs</a:t>
            </a:r>
            <a:endParaRPr/>
          </a:p>
        </p:txBody>
      </p:sp>
      <p:sp>
        <p:nvSpPr>
          <p:cNvPr id="523" name="Google Shape;523;p58"/>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524" name="Google Shape;524;p58"/>
          <p:cNvSpPr txBox="1"/>
          <p:nvPr>
            <p:ph idx="2" type="subTitle"/>
          </p:nvPr>
        </p:nvSpPr>
        <p:spPr>
          <a:xfrm>
            <a:off x="761809" y="5756000"/>
            <a:ext cx="5262300" cy="4923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b="1" lang="en"/>
              <a:t>Brand Design Team</a:t>
            </a:r>
            <a:br>
              <a:rPr lang="en"/>
            </a:br>
            <a:r>
              <a:rPr lang="en"/>
              <a:t>Last updated Sep 2021</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59"/>
          <p:cNvSpPr txBox="1"/>
          <p:nvPr>
            <p:ph type="ctrTitle"/>
          </p:nvPr>
        </p:nvSpPr>
        <p:spPr>
          <a:xfrm>
            <a:off x="761800" y="1186975"/>
            <a:ext cx="5332800" cy="2387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Corporate Slide Deck Template</a:t>
            </a:r>
            <a:endParaRPr/>
          </a:p>
        </p:txBody>
      </p:sp>
      <p:sp>
        <p:nvSpPr>
          <p:cNvPr id="530" name="Google Shape;530;p59"/>
          <p:cNvSpPr txBox="1"/>
          <p:nvPr>
            <p:ph idx="1" type="subTitle"/>
          </p:nvPr>
        </p:nvSpPr>
        <p:spPr>
          <a:xfrm>
            <a:off x="761809" y="3835400"/>
            <a:ext cx="6170100" cy="12243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starting point for great presentation designs</a:t>
            </a:r>
            <a:endParaRPr/>
          </a:p>
        </p:txBody>
      </p:sp>
      <p:sp>
        <p:nvSpPr>
          <p:cNvPr id="531" name="Google Shape;531;p59"/>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532" name="Google Shape;532;p59"/>
          <p:cNvSpPr txBox="1"/>
          <p:nvPr>
            <p:ph idx="2" type="subTitle"/>
          </p:nvPr>
        </p:nvSpPr>
        <p:spPr>
          <a:xfrm>
            <a:off x="761809" y="5756000"/>
            <a:ext cx="5262300" cy="4923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b="1" lang="en"/>
              <a:t>Brand Design Team</a:t>
            </a:r>
            <a:br>
              <a:rPr lang="en"/>
            </a:br>
            <a:r>
              <a:rPr lang="en"/>
              <a:t>Last updated Sep 2021</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pic>
        <p:nvPicPr>
          <p:cNvPr id="537" name="Google Shape;537;p60"/>
          <p:cNvPicPr preferRelativeResize="0"/>
          <p:nvPr/>
        </p:nvPicPr>
        <p:blipFill rotWithShape="1">
          <a:blip r:embed="rId3">
            <a:alphaModFix/>
          </a:blip>
          <a:srcRect b="0" l="43971" r="6428" t="0"/>
          <a:stretch/>
        </p:blipFill>
        <p:spPr>
          <a:xfrm>
            <a:off x="7105289" y="100"/>
            <a:ext cx="5091957" cy="6858002"/>
          </a:xfrm>
          <a:prstGeom prst="rect">
            <a:avLst/>
          </a:prstGeom>
          <a:noFill/>
          <a:ln>
            <a:noFill/>
          </a:ln>
        </p:spPr>
      </p:pic>
      <p:sp>
        <p:nvSpPr>
          <p:cNvPr id="538" name="Google Shape;538;p60"/>
          <p:cNvSpPr txBox="1"/>
          <p:nvPr>
            <p:ph type="ctrTitle"/>
          </p:nvPr>
        </p:nvSpPr>
        <p:spPr>
          <a:xfrm>
            <a:off x="761800" y="1186975"/>
            <a:ext cx="5332800" cy="2387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Corporate Slide Deck Template</a:t>
            </a:r>
            <a:endParaRPr/>
          </a:p>
        </p:txBody>
      </p:sp>
      <p:sp>
        <p:nvSpPr>
          <p:cNvPr id="539" name="Google Shape;539;p60"/>
          <p:cNvSpPr txBox="1"/>
          <p:nvPr>
            <p:ph idx="1" type="subTitle"/>
          </p:nvPr>
        </p:nvSpPr>
        <p:spPr>
          <a:xfrm>
            <a:off x="761809" y="3835400"/>
            <a:ext cx="6170100" cy="12243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starting point for great presentation designs</a:t>
            </a:r>
            <a:endParaRPr/>
          </a:p>
        </p:txBody>
      </p:sp>
      <p:sp>
        <p:nvSpPr>
          <p:cNvPr id="540" name="Google Shape;540;p60"/>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541" name="Google Shape;541;p60"/>
          <p:cNvSpPr txBox="1"/>
          <p:nvPr>
            <p:ph idx="2" type="subTitle"/>
          </p:nvPr>
        </p:nvSpPr>
        <p:spPr>
          <a:xfrm>
            <a:off x="761809" y="5756000"/>
            <a:ext cx="5262300" cy="4923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b="1" lang="en"/>
              <a:t>Brand Design Team</a:t>
            </a:r>
            <a:br>
              <a:rPr lang="en"/>
            </a:br>
            <a:r>
              <a:rPr lang="en"/>
              <a:t>Last updated Sep 2021</a:t>
            </a:r>
            <a:endParaRPr/>
          </a:p>
        </p:txBody>
      </p:sp>
      <p:sp>
        <p:nvSpPr>
          <p:cNvPr id="542" name="Google Shape;542;p60"/>
          <p:cNvSpPr/>
          <p:nvPr/>
        </p:nvSpPr>
        <p:spPr>
          <a:xfrm rot="10800000">
            <a:off x="10264653" y="0"/>
            <a:ext cx="1932600" cy="1933200"/>
          </a:xfrm>
          <a:prstGeom prst="rtTriangle">
            <a:avLst/>
          </a:prstGeom>
          <a:solidFill>
            <a:srgbClr val="FF5F46">
              <a:alpha val="72550"/>
            </a:srgbClr>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pic>
        <p:nvPicPr>
          <p:cNvPr id="543" name="Google Shape;543;p60"/>
          <p:cNvPicPr preferRelativeResize="0"/>
          <p:nvPr/>
        </p:nvPicPr>
        <p:blipFill>
          <a:blip r:embed="rId4">
            <a:alphaModFix/>
          </a:blip>
          <a:stretch>
            <a:fillRect/>
          </a:stretch>
        </p:blipFill>
        <p:spPr>
          <a:xfrm>
            <a:off x="7062639" y="0"/>
            <a:ext cx="2048420" cy="6856283"/>
          </a:xfrm>
          <a:prstGeom prst="rect">
            <a:avLst/>
          </a:prstGeom>
          <a:noFill/>
          <a:ln>
            <a:noFill/>
          </a:ln>
        </p:spPr>
      </p:pic>
      <p:sp>
        <p:nvSpPr>
          <p:cNvPr id="544" name="Google Shape;544;p60"/>
          <p:cNvSpPr/>
          <p:nvPr/>
        </p:nvSpPr>
        <p:spPr>
          <a:xfrm>
            <a:off x="7980136" y="5756000"/>
            <a:ext cx="1627500" cy="1628100"/>
          </a:xfrm>
          <a:prstGeom prst="ellipse">
            <a:avLst/>
          </a:prstGeom>
          <a:solidFill>
            <a:srgbClr val="FFAB00">
              <a:alpha val="76470"/>
            </a:srgbClr>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545" name="Google Shape;545;p60"/>
          <p:cNvSpPr/>
          <p:nvPr/>
        </p:nvSpPr>
        <p:spPr>
          <a:xfrm>
            <a:off x="7827575" y="6876325"/>
            <a:ext cx="1932600" cy="524700"/>
          </a:xfrm>
          <a:prstGeom prst="rect">
            <a:avLst/>
          </a:prstGeom>
          <a:solidFill>
            <a:srgbClr val="F8F9F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pic>
        <p:nvPicPr>
          <p:cNvPr id="550" name="Google Shape;550;p61"/>
          <p:cNvPicPr preferRelativeResize="0"/>
          <p:nvPr/>
        </p:nvPicPr>
        <p:blipFill rotWithShape="1">
          <a:blip r:embed="rId3">
            <a:alphaModFix/>
          </a:blip>
          <a:srcRect b="0" l="18172" r="35647" t="0"/>
          <a:stretch/>
        </p:blipFill>
        <p:spPr>
          <a:xfrm>
            <a:off x="7131282" y="0"/>
            <a:ext cx="5065963" cy="6858000"/>
          </a:xfrm>
          <a:prstGeom prst="rect">
            <a:avLst/>
          </a:prstGeom>
          <a:noFill/>
          <a:ln>
            <a:noFill/>
          </a:ln>
        </p:spPr>
      </p:pic>
      <p:sp>
        <p:nvSpPr>
          <p:cNvPr id="551" name="Google Shape;551;p61"/>
          <p:cNvSpPr txBox="1"/>
          <p:nvPr>
            <p:ph type="ctrTitle"/>
          </p:nvPr>
        </p:nvSpPr>
        <p:spPr>
          <a:xfrm>
            <a:off x="761800" y="1186975"/>
            <a:ext cx="5332800" cy="2387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Corporate Slide Deck Template</a:t>
            </a:r>
            <a:endParaRPr/>
          </a:p>
        </p:txBody>
      </p:sp>
      <p:sp>
        <p:nvSpPr>
          <p:cNvPr id="552" name="Google Shape;552;p61"/>
          <p:cNvSpPr txBox="1"/>
          <p:nvPr>
            <p:ph idx="1" type="subTitle"/>
          </p:nvPr>
        </p:nvSpPr>
        <p:spPr>
          <a:xfrm>
            <a:off x="761809" y="3835400"/>
            <a:ext cx="6170100" cy="12243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starting point for great presentation designs</a:t>
            </a:r>
            <a:endParaRPr/>
          </a:p>
        </p:txBody>
      </p:sp>
      <p:sp>
        <p:nvSpPr>
          <p:cNvPr id="553" name="Google Shape;553;p61"/>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554" name="Google Shape;554;p61"/>
          <p:cNvSpPr txBox="1"/>
          <p:nvPr>
            <p:ph idx="2" type="subTitle"/>
          </p:nvPr>
        </p:nvSpPr>
        <p:spPr>
          <a:xfrm>
            <a:off x="761809" y="5756000"/>
            <a:ext cx="5262300" cy="4923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b="1" lang="en"/>
              <a:t>Brand Design Team</a:t>
            </a:r>
            <a:br>
              <a:rPr lang="en"/>
            </a:br>
            <a:r>
              <a:rPr lang="en"/>
              <a:t>Last updated Sep 2021</a:t>
            </a:r>
            <a:endParaRPr/>
          </a:p>
        </p:txBody>
      </p:sp>
      <p:sp>
        <p:nvSpPr>
          <p:cNvPr id="555" name="Google Shape;555;p61"/>
          <p:cNvSpPr/>
          <p:nvPr/>
        </p:nvSpPr>
        <p:spPr>
          <a:xfrm rot="10800000">
            <a:off x="10264653" y="0"/>
            <a:ext cx="1932600" cy="1933200"/>
          </a:xfrm>
          <a:prstGeom prst="rtTriangle">
            <a:avLst/>
          </a:prstGeom>
          <a:solidFill>
            <a:srgbClr val="FF5F46">
              <a:alpha val="72550"/>
            </a:srgbClr>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pic>
        <p:nvPicPr>
          <p:cNvPr id="556" name="Google Shape;556;p61"/>
          <p:cNvPicPr preferRelativeResize="0"/>
          <p:nvPr/>
        </p:nvPicPr>
        <p:blipFill>
          <a:blip r:embed="rId4">
            <a:alphaModFix/>
          </a:blip>
          <a:stretch>
            <a:fillRect/>
          </a:stretch>
        </p:blipFill>
        <p:spPr>
          <a:xfrm>
            <a:off x="7062639" y="0"/>
            <a:ext cx="2048420" cy="6856283"/>
          </a:xfrm>
          <a:prstGeom prst="rect">
            <a:avLst/>
          </a:prstGeom>
          <a:noFill/>
          <a:ln>
            <a:noFill/>
          </a:ln>
        </p:spPr>
      </p:pic>
      <p:sp>
        <p:nvSpPr>
          <p:cNvPr id="557" name="Google Shape;557;p61"/>
          <p:cNvSpPr/>
          <p:nvPr/>
        </p:nvSpPr>
        <p:spPr>
          <a:xfrm>
            <a:off x="7980136" y="5756000"/>
            <a:ext cx="1627500" cy="1628100"/>
          </a:xfrm>
          <a:prstGeom prst="ellipse">
            <a:avLst/>
          </a:prstGeom>
          <a:solidFill>
            <a:srgbClr val="FFAB00">
              <a:alpha val="76470"/>
            </a:srgbClr>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558" name="Google Shape;558;p61"/>
          <p:cNvSpPr/>
          <p:nvPr/>
        </p:nvSpPr>
        <p:spPr>
          <a:xfrm>
            <a:off x="7827575" y="6876325"/>
            <a:ext cx="1932600" cy="524700"/>
          </a:xfrm>
          <a:prstGeom prst="rect">
            <a:avLst/>
          </a:prstGeom>
          <a:solidFill>
            <a:srgbClr val="F8F9F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pic>
        <p:nvPicPr>
          <p:cNvPr id="563" name="Google Shape;563;p62"/>
          <p:cNvPicPr preferRelativeResize="0"/>
          <p:nvPr/>
        </p:nvPicPr>
        <p:blipFill rotWithShape="1">
          <a:blip r:embed="rId3">
            <a:alphaModFix/>
          </a:blip>
          <a:srcRect b="0" l="5785" r="44518" t="0"/>
          <a:stretch/>
        </p:blipFill>
        <p:spPr>
          <a:xfrm>
            <a:off x="7086094" y="100"/>
            <a:ext cx="5111155" cy="6858000"/>
          </a:xfrm>
          <a:prstGeom prst="rect">
            <a:avLst/>
          </a:prstGeom>
          <a:noFill/>
          <a:ln>
            <a:noFill/>
          </a:ln>
        </p:spPr>
      </p:pic>
      <p:sp>
        <p:nvSpPr>
          <p:cNvPr id="564" name="Google Shape;564;p62"/>
          <p:cNvSpPr txBox="1"/>
          <p:nvPr>
            <p:ph type="ctrTitle"/>
          </p:nvPr>
        </p:nvSpPr>
        <p:spPr>
          <a:xfrm>
            <a:off x="761800" y="1186975"/>
            <a:ext cx="5332800" cy="2387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Corporate Slide Deck Template</a:t>
            </a:r>
            <a:endParaRPr/>
          </a:p>
        </p:txBody>
      </p:sp>
      <p:sp>
        <p:nvSpPr>
          <p:cNvPr id="565" name="Google Shape;565;p62"/>
          <p:cNvSpPr txBox="1"/>
          <p:nvPr>
            <p:ph idx="1" type="subTitle"/>
          </p:nvPr>
        </p:nvSpPr>
        <p:spPr>
          <a:xfrm>
            <a:off x="761809" y="3835400"/>
            <a:ext cx="6170100" cy="12243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starting point for great presentation designs</a:t>
            </a:r>
            <a:endParaRPr/>
          </a:p>
        </p:txBody>
      </p:sp>
      <p:sp>
        <p:nvSpPr>
          <p:cNvPr id="566" name="Google Shape;566;p62"/>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567" name="Google Shape;567;p62"/>
          <p:cNvSpPr txBox="1"/>
          <p:nvPr>
            <p:ph idx="2" type="subTitle"/>
          </p:nvPr>
        </p:nvSpPr>
        <p:spPr>
          <a:xfrm>
            <a:off x="761809" y="5756000"/>
            <a:ext cx="5262300" cy="4923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b="1" lang="en"/>
              <a:t>Brand Design Team</a:t>
            </a:r>
            <a:br>
              <a:rPr lang="en"/>
            </a:br>
            <a:r>
              <a:rPr lang="en"/>
              <a:t>Last updated Sep 2021</a:t>
            </a:r>
            <a:endParaRPr/>
          </a:p>
        </p:txBody>
      </p:sp>
      <p:sp>
        <p:nvSpPr>
          <p:cNvPr id="568" name="Google Shape;568;p62"/>
          <p:cNvSpPr/>
          <p:nvPr/>
        </p:nvSpPr>
        <p:spPr>
          <a:xfrm rot="10800000">
            <a:off x="10264653" y="0"/>
            <a:ext cx="1932600" cy="1933200"/>
          </a:xfrm>
          <a:prstGeom prst="rtTriangle">
            <a:avLst/>
          </a:prstGeom>
          <a:solidFill>
            <a:srgbClr val="FF5F46">
              <a:alpha val="72550"/>
            </a:srgbClr>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pic>
        <p:nvPicPr>
          <p:cNvPr id="569" name="Google Shape;569;p62"/>
          <p:cNvPicPr preferRelativeResize="0"/>
          <p:nvPr/>
        </p:nvPicPr>
        <p:blipFill>
          <a:blip r:embed="rId4">
            <a:alphaModFix/>
          </a:blip>
          <a:stretch>
            <a:fillRect/>
          </a:stretch>
        </p:blipFill>
        <p:spPr>
          <a:xfrm>
            <a:off x="7062639" y="0"/>
            <a:ext cx="2048420" cy="6856283"/>
          </a:xfrm>
          <a:prstGeom prst="rect">
            <a:avLst/>
          </a:prstGeom>
          <a:noFill/>
          <a:ln>
            <a:noFill/>
          </a:ln>
        </p:spPr>
      </p:pic>
      <p:sp>
        <p:nvSpPr>
          <p:cNvPr id="570" name="Google Shape;570;p62"/>
          <p:cNvSpPr/>
          <p:nvPr/>
        </p:nvSpPr>
        <p:spPr>
          <a:xfrm>
            <a:off x="7980136" y="5756000"/>
            <a:ext cx="1627500" cy="1628100"/>
          </a:xfrm>
          <a:prstGeom prst="ellipse">
            <a:avLst/>
          </a:prstGeom>
          <a:solidFill>
            <a:srgbClr val="FFAB00">
              <a:alpha val="76470"/>
            </a:srgbClr>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571" name="Google Shape;571;p62"/>
          <p:cNvSpPr/>
          <p:nvPr/>
        </p:nvSpPr>
        <p:spPr>
          <a:xfrm>
            <a:off x="7827575" y="6876325"/>
            <a:ext cx="1932600" cy="524700"/>
          </a:xfrm>
          <a:prstGeom prst="rect">
            <a:avLst/>
          </a:prstGeom>
          <a:solidFill>
            <a:srgbClr val="F8F9F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pic>
        <p:nvPicPr>
          <p:cNvPr id="576" name="Google Shape;576;p63"/>
          <p:cNvPicPr preferRelativeResize="0"/>
          <p:nvPr/>
        </p:nvPicPr>
        <p:blipFill rotWithShape="1">
          <a:blip r:embed="rId3">
            <a:alphaModFix/>
          </a:blip>
          <a:srcRect b="0" l="12094" r="46201" t="0"/>
          <a:stretch/>
        </p:blipFill>
        <p:spPr>
          <a:xfrm>
            <a:off x="7114186" y="0"/>
            <a:ext cx="5083061" cy="6858000"/>
          </a:xfrm>
          <a:prstGeom prst="rect">
            <a:avLst/>
          </a:prstGeom>
          <a:noFill/>
          <a:ln>
            <a:noFill/>
          </a:ln>
        </p:spPr>
      </p:pic>
      <p:sp>
        <p:nvSpPr>
          <p:cNvPr id="577" name="Google Shape;577;p63"/>
          <p:cNvSpPr txBox="1"/>
          <p:nvPr>
            <p:ph type="ctrTitle"/>
          </p:nvPr>
        </p:nvSpPr>
        <p:spPr>
          <a:xfrm>
            <a:off x="761800" y="1186975"/>
            <a:ext cx="5332800" cy="2387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Corporate Slide Deck Template</a:t>
            </a:r>
            <a:endParaRPr/>
          </a:p>
        </p:txBody>
      </p:sp>
      <p:sp>
        <p:nvSpPr>
          <p:cNvPr id="578" name="Google Shape;578;p63"/>
          <p:cNvSpPr txBox="1"/>
          <p:nvPr>
            <p:ph idx="1" type="subTitle"/>
          </p:nvPr>
        </p:nvSpPr>
        <p:spPr>
          <a:xfrm>
            <a:off x="761809" y="3835400"/>
            <a:ext cx="6170100" cy="12243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starting point for great presentation designs</a:t>
            </a:r>
            <a:endParaRPr/>
          </a:p>
        </p:txBody>
      </p:sp>
      <p:sp>
        <p:nvSpPr>
          <p:cNvPr id="579" name="Google Shape;579;p63"/>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580" name="Google Shape;580;p63"/>
          <p:cNvSpPr txBox="1"/>
          <p:nvPr>
            <p:ph idx="2" type="subTitle"/>
          </p:nvPr>
        </p:nvSpPr>
        <p:spPr>
          <a:xfrm>
            <a:off x="761809" y="5756000"/>
            <a:ext cx="5262300" cy="4923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b="1" lang="en"/>
              <a:t>Brand Design Team</a:t>
            </a:r>
            <a:br>
              <a:rPr lang="en"/>
            </a:br>
            <a:r>
              <a:rPr lang="en"/>
              <a:t>Last updated Sep </a:t>
            </a:r>
            <a:r>
              <a:rPr b="1" lang="en"/>
              <a:t>2021</a:t>
            </a:r>
            <a:endParaRPr/>
          </a:p>
        </p:txBody>
      </p:sp>
      <p:sp>
        <p:nvSpPr>
          <p:cNvPr id="581" name="Google Shape;581;p63"/>
          <p:cNvSpPr/>
          <p:nvPr/>
        </p:nvSpPr>
        <p:spPr>
          <a:xfrm rot="10800000">
            <a:off x="10264653" y="0"/>
            <a:ext cx="1932600" cy="1933200"/>
          </a:xfrm>
          <a:prstGeom prst="rtTriangle">
            <a:avLst/>
          </a:prstGeom>
          <a:solidFill>
            <a:srgbClr val="FF5F46">
              <a:alpha val="72550"/>
            </a:srgbClr>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pic>
        <p:nvPicPr>
          <p:cNvPr id="582" name="Google Shape;582;p63"/>
          <p:cNvPicPr preferRelativeResize="0"/>
          <p:nvPr/>
        </p:nvPicPr>
        <p:blipFill>
          <a:blip r:embed="rId4">
            <a:alphaModFix/>
          </a:blip>
          <a:stretch>
            <a:fillRect/>
          </a:stretch>
        </p:blipFill>
        <p:spPr>
          <a:xfrm>
            <a:off x="7062639" y="0"/>
            <a:ext cx="2048420" cy="6856283"/>
          </a:xfrm>
          <a:prstGeom prst="rect">
            <a:avLst/>
          </a:prstGeom>
          <a:noFill/>
          <a:ln>
            <a:noFill/>
          </a:ln>
        </p:spPr>
      </p:pic>
      <p:sp>
        <p:nvSpPr>
          <p:cNvPr id="583" name="Google Shape;583;p63"/>
          <p:cNvSpPr/>
          <p:nvPr/>
        </p:nvSpPr>
        <p:spPr>
          <a:xfrm>
            <a:off x="7980136" y="5756000"/>
            <a:ext cx="1627500" cy="1628100"/>
          </a:xfrm>
          <a:prstGeom prst="ellipse">
            <a:avLst/>
          </a:prstGeom>
          <a:solidFill>
            <a:srgbClr val="FFAB00">
              <a:alpha val="76470"/>
            </a:srgbClr>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584" name="Google Shape;584;p63"/>
          <p:cNvSpPr/>
          <p:nvPr/>
        </p:nvSpPr>
        <p:spPr>
          <a:xfrm>
            <a:off x="7827575" y="6876325"/>
            <a:ext cx="1932600" cy="524700"/>
          </a:xfrm>
          <a:prstGeom prst="rect">
            <a:avLst/>
          </a:prstGeom>
          <a:solidFill>
            <a:srgbClr val="F8F9F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64"/>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590" name="Google Shape;590;p64"/>
          <p:cNvSpPr txBox="1"/>
          <p:nvPr>
            <p:ph type="title"/>
          </p:nvPr>
        </p:nvSpPr>
        <p:spPr>
          <a:xfrm>
            <a:off x="749246" y="535633"/>
            <a:ext cx="88782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Content</a:t>
            </a:r>
            <a:r>
              <a:rPr lang="en"/>
              <a:t> Slides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65"/>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596" name="Google Shape;596;p65"/>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Basic Content</a:t>
            </a:r>
            <a:endParaRPr/>
          </a:p>
        </p:txBody>
      </p:sp>
      <p:sp>
        <p:nvSpPr>
          <p:cNvPr id="597" name="Google Shape;597;p65"/>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subtitle here</a:t>
            </a:r>
            <a:endParaRPr/>
          </a:p>
        </p:txBody>
      </p:sp>
      <p:sp>
        <p:nvSpPr>
          <p:cNvPr id="598" name="Google Shape;598;p65"/>
          <p:cNvSpPr txBox="1"/>
          <p:nvPr>
            <p:ph idx="2" type="body"/>
          </p:nvPr>
        </p:nvSpPr>
        <p:spPr>
          <a:xfrm>
            <a:off x="761809" y="1988833"/>
            <a:ext cx="10659300" cy="41499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This slide is an all-purpose slide with our default warm-gray background.</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66"/>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604" name="Google Shape;604;p66"/>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Basic Content (White)</a:t>
            </a:r>
            <a:endParaRPr/>
          </a:p>
        </p:txBody>
      </p:sp>
      <p:sp>
        <p:nvSpPr>
          <p:cNvPr id="605" name="Google Shape;605;p66"/>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subtitle here</a:t>
            </a:r>
            <a:endParaRPr/>
          </a:p>
        </p:txBody>
      </p:sp>
      <p:sp>
        <p:nvSpPr>
          <p:cNvPr id="606" name="Google Shape;606;p66"/>
          <p:cNvSpPr txBox="1"/>
          <p:nvPr>
            <p:ph idx="2" type="body"/>
          </p:nvPr>
        </p:nvSpPr>
        <p:spPr>
          <a:xfrm>
            <a:off x="761809" y="1988833"/>
            <a:ext cx="10659300" cy="41499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This slide is an all-purpose slide with a </a:t>
            </a:r>
            <a:r>
              <a:rPr lang="en"/>
              <a:t>white background</a:t>
            </a:r>
            <a:r>
              <a:rPr lang="en"/>
              <a: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67"/>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612" name="Google Shape;612;p67"/>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Two-column content</a:t>
            </a:r>
            <a:endParaRPr/>
          </a:p>
        </p:txBody>
      </p:sp>
      <p:sp>
        <p:nvSpPr>
          <p:cNvPr id="613" name="Google Shape;613;p67"/>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subtitle here</a:t>
            </a:r>
            <a:endParaRPr/>
          </a:p>
        </p:txBody>
      </p:sp>
      <p:sp>
        <p:nvSpPr>
          <p:cNvPr id="614" name="Google Shape;614;p67"/>
          <p:cNvSpPr txBox="1"/>
          <p:nvPr>
            <p:ph idx="2" type="body"/>
          </p:nvPr>
        </p:nvSpPr>
        <p:spPr>
          <a:xfrm>
            <a:off x="761809" y="2691865"/>
            <a:ext cx="4518900" cy="33672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content goes here.</a:t>
            </a:r>
            <a:endParaRPr/>
          </a:p>
          <a:p>
            <a:pPr indent="-431800" lvl="0" marL="609600" rtl="0" algn="l">
              <a:spcBef>
                <a:spcPts val="1100"/>
              </a:spcBef>
              <a:spcAft>
                <a:spcPts val="0"/>
              </a:spcAft>
              <a:buSzPts val="2000"/>
              <a:buChar char="•"/>
            </a:pPr>
            <a:r>
              <a:rPr lang="en"/>
              <a:t>default bulleted list style</a:t>
            </a:r>
            <a:endParaRPr/>
          </a:p>
          <a:p>
            <a:pPr indent="-431800" lvl="0" marL="609600" rtl="0" algn="l">
              <a:spcBef>
                <a:spcPts val="0"/>
              </a:spcBef>
              <a:spcAft>
                <a:spcPts val="0"/>
              </a:spcAft>
              <a:buSzPts val="2000"/>
              <a:buChar char="•"/>
            </a:pPr>
            <a:r>
              <a:rPr lang="en"/>
              <a:t>default bulleted list style</a:t>
            </a:r>
            <a:endParaRPr/>
          </a:p>
          <a:p>
            <a:pPr indent="-431800" lvl="0" marL="609600" rtl="0" algn="l">
              <a:spcBef>
                <a:spcPts val="0"/>
              </a:spcBef>
              <a:spcAft>
                <a:spcPts val="0"/>
              </a:spcAft>
              <a:buSzPts val="2000"/>
              <a:buChar char="•"/>
            </a:pPr>
            <a:r>
              <a:rPr lang="en"/>
              <a:t>default bulleted list style</a:t>
            </a:r>
            <a:endParaRPr/>
          </a:p>
        </p:txBody>
      </p:sp>
      <p:sp>
        <p:nvSpPr>
          <p:cNvPr id="615" name="Google Shape;615;p67"/>
          <p:cNvSpPr txBox="1"/>
          <p:nvPr>
            <p:ph idx="3" type="body"/>
          </p:nvPr>
        </p:nvSpPr>
        <p:spPr>
          <a:xfrm>
            <a:off x="6916469" y="2691865"/>
            <a:ext cx="4518900" cy="33672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content goes here.</a:t>
            </a:r>
            <a:endParaRPr/>
          </a:p>
          <a:p>
            <a:pPr indent="-431800" lvl="0" marL="609600" rtl="0" algn="l">
              <a:spcBef>
                <a:spcPts val="1100"/>
              </a:spcBef>
              <a:spcAft>
                <a:spcPts val="0"/>
              </a:spcAft>
              <a:buSzPts val="2000"/>
              <a:buChar char="•"/>
            </a:pPr>
            <a:r>
              <a:rPr lang="en"/>
              <a:t>default bulleted list style</a:t>
            </a:r>
            <a:endParaRPr/>
          </a:p>
          <a:p>
            <a:pPr indent="-431800" lvl="0" marL="609600" rtl="0" algn="l">
              <a:spcBef>
                <a:spcPts val="0"/>
              </a:spcBef>
              <a:spcAft>
                <a:spcPts val="0"/>
              </a:spcAft>
              <a:buSzPts val="2000"/>
              <a:buChar char="•"/>
            </a:pPr>
            <a:r>
              <a:rPr lang="en"/>
              <a:t>default</a:t>
            </a:r>
            <a:r>
              <a:rPr lang="en"/>
              <a:t> bulleted list style</a:t>
            </a:r>
            <a:endParaRPr/>
          </a:p>
          <a:p>
            <a:pPr indent="-406400" lvl="1" marL="1219200" rtl="0" algn="l">
              <a:spcBef>
                <a:spcPts val="0"/>
              </a:spcBef>
              <a:spcAft>
                <a:spcPts val="0"/>
              </a:spcAft>
              <a:buSzPts val="1600"/>
              <a:buChar char="•"/>
            </a:pPr>
            <a:r>
              <a:rPr lang="en"/>
              <a:t>Second level Bullets</a:t>
            </a:r>
            <a:endParaRPr/>
          </a:p>
        </p:txBody>
      </p:sp>
      <p:sp>
        <p:nvSpPr>
          <p:cNvPr id="616" name="Google Shape;616;p67"/>
          <p:cNvSpPr txBox="1"/>
          <p:nvPr>
            <p:ph idx="4" type="subTitle"/>
          </p:nvPr>
        </p:nvSpPr>
        <p:spPr>
          <a:xfrm>
            <a:off x="795814" y="1970333"/>
            <a:ext cx="4484400" cy="643200"/>
          </a:xfrm>
          <a:prstGeom prst="rect">
            <a:avLst/>
          </a:prstGeom>
        </p:spPr>
        <p:txBody>
          <a:bodyPr anchorCtr="0" anchor="t" bIns="0" lIns="0" spcFirstLastPara="1" rIns="0" wrap="square" tIns="0">
            <a:noAutofit/>
          </a:bodyPr>
          <a:lstStyle/>
          <a:p>
            <a:pPr indent="0" lvl="0" marL="0" marR="0" rtl="0" algn="l">
              <a:lnSpc>
                <a:spcPct val="90000"/>
              </a:lnSpc>
              <a:spcBef>
                <a:spcPts val="1100"/>
              </a:spcBef>
              <a:spcAft>
                <a:spcPts val="0"/>
              </a:spcAft>
              <a:buNone/>
            </a:pPr>
            <a:r>
              <a:rPr b="0" lang="en" sz="2400">
                <a:solidFill>
                  <a:schemeClr val="accent1"/>
                </a:solidFill>
                <a:latin typeface="DM Sans Medium"/>
                <a:ea typeface="DM Sans Medium"/>
                <a:cs typeface="DM Sans Medium"/>
                <a:sym typeface="DM Sans Medium"/>
              </a:rPr>
              <a:t>Here’s a column subheader</a:t>
            </a:r>
            <a:endParaRPr b="0" sz="2400">
              <a:solidFill>
                <a:schemeClr val="accent1"/>
              </a:solidFill>
              <a:latin typeface="DM Sans Medium"/>
              <a:ea typeface="DM Sans Medium"/>
              <a:cs typeface="DM Sans Medium"/>
              <a:sym typeface="DM Sans Medium"/>
            </a:endParaRPr>
          </a:p>
        </p:txBody>
      </p:sp>
      <p:sp>
        <p:nvSpPr>
          <p:cNvPr id="617" name="Google Shape;617;p67"/>
          <p:cNvSpPr txBox="1"/>
          <p:nvPr>
            <p:ph idx="5" type="subTitle"/>
          </p:nvPr>
        </p:nvSpPr>
        <p:spPr>
          <a:xfrm>
            <a:off x="6933565" y="1970333"/>
            <a:ext cx="4485000" cy="6432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Here’s a column subheader</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68"/>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623" name="Google Shape;623;p68"/>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Two column with icon space</a:t>
            </a:r>
            <a:endParaRPr/>
          </a:p>
        </p:txBody>
      </p:sp>
      <p:sp>
        <p:nvSpPr>
          <p:cNvPr id="624" name="Google Shape;624;p68"/>
          <p:cNvSpPr txBox="1"/>
          <p:nvPr>
            <p:ph idx="1" type="body"/>
          </p:nvPr>
        </p:nvSpPr>
        <p:spPr>
          <a:xfrm>
            <a:off x="761809" y="3986900"/>
            <a:ext cx="4518900" cy="22617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content goes here.</a:t>
            </a:r>
            <a:endParaRPr/>
          </a:p>
          <a:p>
            <a:pPr indent="-406400" lvl="0" marL="609600" rtl="0" algn="l">
              <a:spcBef>
                <a:spcPts val="1100"/>
              </a:spcBef>
              <a:spcAft>
                <a:spcPts val="0"/>
              </a:spcAft>
              <a:buSzPts val="1600"/>
              <a:buChar char="•"/>
            </a:pPr>
            <a:r>
              <a:rPr lang="en"/>
              <a:t>default bulleted list style</a:t>
            </a:r>
            <a:endParaRPr/>
          </a:p>
          <a:p>
            <a:pPr indent="-406400" lvl="0" marL="609600" rtl="0" algn="l">
              <a:spcBef>
                <a:spcPts val="0"/>
              </a:spcBef>
              <a:spcAft>
                <a:spcPts val="0"/>
              </a:spcAft>
              <a:buSzPts val="1600"/>
              <a:buChar char="•"/>
            </a:pPr>
            <a:r>
              <a:rPr lang="en"/>
              <a:t>default bulleted list style</a:t>
            </a:r>
            <a:endParaRPr/>
          </a:p>
          <a:p>
            <a:pPr indent="-406400" lvl="0" marL="609600" rtl="0" algn="l">
              <a:spcBef>
                <a:spcPts val="0"/>
              </a:spcBef>
              <a:spcAft>
                <a:spcPts val="0"/>
              </a:spcAft>
              <a:buSzPts val="1600"/>
              <a:buChar char="•"/>
            </a:pPr>
            <a:r>
              <a:rPr lang="en"/>
              <a:t>default bulleted list style</a:t>
            </a:r>
            <a:endParaRPr/>
          </a:p>
        </p:txBody>
      </p:sp>
      <p:sp>
        <p:nvSpPr>
          <p:cNvPr id="625" name="Google Shape;625;p68"/>
          <p:cNvSpPr txBox="1"/>
          <p:nvPr>
            <p:ph idx="2"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subtitle here</a:t>
            </a:r>
            <a:endParaRPr/>
          </a:p>
        </p:txBody>
      </p:sp>
      <p:sp>
        <p:nvSpPr>
          <p:cNvPr id="626" name="Google Shape;626;p68"/>
          <p:cNvSpPr txBox="1"/>
          <p:nvPr>
            <p:ph idx="3" type="body"/>
          </p:nvPr>
        </p:nvSpPr>
        <p:spPr>
          <a:xfrm>
            <a:off x="6931932" y="3986900"/>
            <a:ext cx="4495200" cy="22617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content goes here.</a:t>
            </a:r>
            <a:endParaRPr/>
          </a:p>
          <a:p>
            <a:pPr indent="-406400" lvl="0" marL="609600" rtl="0" algn="l">
              <a:spcBef>
                <a:spcPts val="1100"/>
              </a:spcBef>
              <a:spcAft>
                <a:spcPts val="0"/>
              </a:spcAft>
              <a:buSzPts val="1600"/>
              <a:buChar char="•"/>
            </a:pPr>
            <a:r>
              <a:rPr lang="en"/>
              <a:t>default bulleted list style</a:t>
            </a:r>
            <a:endParaRPr/>
          </a:p>
          <a:p>
            <a:pPr indent="-406400" lvl="0" marL="609600" rtl="0" algn="l">
              <a:spcBef>
                <a:spcPts val="0"/>
              </a:spcBef>
              <a:spcAft>
                <a:spcPts val="0"/>
              </a:spcAft>
              <a:buSzPts val="1600"/>
              <a:buChar char="•"/>
            </a:pPr>
            <a:r>
              <a:rPr lang="en"/>
              <a:t>default bulleted list style</a:t>
            </a:r>
            <a:endParaRPr/>
          </a:p>
          <a:p>
            <a:pPr indent="-406400" lvl="0" marL="609600" rtl="0" algn="l">
              <a:spcBef>
                <a:spcPts val="0"/>
              </a:spcBef>
              <a:spcAft>
                <a:spcPts val="0"/>
              </a:spcAft>
              <a:buSzPts val="1600"/>
              <a:buChar char="•"/>
            </a:pPr>
            <a:r>
              <a:rPr lang="en"/>
              <a:t>default bulleted list style</a:t>
            </a:r>
            <a:endParaRPr/>
          </a:p>
          <a:p>
            <a:pPr indent="0" lvl="0" marL="0" rtl="0" algn="l">
              <a:spcBef>
                <a:spcPts val="1100"/>
              </a:spcBef>
              <a:spcAft>
                <a:spcPts val="0"/>
              </a:spcAft>
              <a:buNone/>
            </a:pPr>
            <a:r>
              <a:t/>
            </a:r>
            <a:endParaRPr/>
          </a:p>
        </p:txBody>
      </p:sp>
      <p:sp>
        <p:nvSpPr>
          <p:cNvPr id="627" name="Google Shape;627;p68"/>
          <p:cNvSpPr txBox="1"/>
          <p:nvPr>
            <p:ph idx="4" type="subTitle"/>
          </p:nvPr>
        </p:nvSpPr>
        <p:spPr>
          <a:xfrm>
            <a:off x="795814" y="3126633"/>
            <a:ext cx="4484400" cy="6432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sz="2000"/>
              <a:t>These columns have space above for an icon</a:t>
            </a:r>
            <a:endParaRPr sz="2000"/>
          </a:p>
        </p:txBody>
      </p:sp>
      <p:sp>
        <p:nvSpPr>
          <p:cNvPr id="628" name="Google Shape;628;p68"/>
          <p:cNvSpPr txBox="1"/>
          <p:nvPr>
            <p:ph idx="5" type="subTitle"/>
          </p:nvPr>
        </p:nvSpPr>
        <p:spPr>
          <a:xfrm>
            <a:off x="6948938" y="3126633"/>
            <a:ext cx="4461300" cy="6432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These columns have space above for an icon</a:t>
            </a:r>
            <a:endParaRPr/>
          </a:p>
        </p:txBody>
      </p:sp>
      <p:pic>
        <p:nvPicPr>
          <p:cNvPr id="629" name="Google Shape;629;p68"/>
          <p:cNvPicPr preferRelativeResize="0"/>
          <p:nvPr/>
        </p:nvPicPr>
        <p:blipFill>
          <a:blip r:embed="rId3">
            <a:alphaModFix/>
          </a:blip>
          <a:stretch>
            <a:fillRect/>
          </a:stretch>
        </p:blipFill>
        <p:spPr>
          <a:xfrm>
            <a:off x="764820" y="1925313"/>
            <a:ext cx="1034036" cy="1034038"/>
          </a:xfrm>
          <a:prstGeom prst="rect">
            <a:avLst/>
          </a:prstGeom>
          <a:noFill/>
          <a:ln>
            <a:noFill/>
          </a:ln>
        </p:spPr>
      </p:pic>
      <p:pic>
        <p:nvPicPr>
          <p:cNvPr id="630" name="Google Shape;630;p68"/>
          <p:cNvPicPr preferRelativeResize="0"/>
          <p:nvPr/>
        </p:nvPicPr>
        <p:blipFill>
          <a:blip r:embed="rId4">
            <a:alphaModFix/>
          </a:blip>
          <a:stretch>
            <a:fillRect/>
          </a:stretch>
        </p:blipFill>
        <p:spPr>
          <a:xfrm>
            <a:off x="6948939" y="1925313"/>
            <a:ext cx="1034036" cy="1034038"/>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69"/>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636" name="Google Shape;636;p69"/>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Three-column text</a:t>
            </a:r>
            <a:endParaRPr/>
          </a:p>
        </p:txBody>
      </p:sp>
      <p:sp>
        <p:nvSpPr>
          <p:cNvPr id="637" name="Google Shape;637;p69"/>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subtitle here</a:t>
            </a:r>
            <a:endParaRPr/>
          </a:p>
        </p:txBody>
      </p:sp>
      <p:sp>
        <p:nvSpPr>
          <p:cNvPr id="638" name="Google Shape;638;p69"/>
          <p:cNvSpPr txBox="1"/>
          <p:nvPr>
            <p:ph idx="2" type="body"/>
          </p:nvPr>
        </p:nvSpPr>
        <p:spPr>
          <a:xfrm>
            <a:off x="761809" y="2825567"/>
            <a:ext cx="3224100" cy="32337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content goes here.</a:t>
            </a:r>
            <a:endParaRPr/>
          </a:p>
          <a:p>
            <a:pPr indent="-406400" lvl="0" marL="609600" rtl="0" algn="l">
              <a:spcBef>
                <a:spcPts val="1100"/>
              </a:spcBef>
              <a:spcAft>
                <a:spcPts val="0"/>
              </a:spcAft>
              <a:buSzPts val="1600"/>
              <a:buChar char="•"/>
            </a:pPr>
            <a:r>
              <a:rPr lang="en"/>
              <a:t>default bulleted list style</a:t>
            </a:r>
            <a:endParaRPr/>
          </a:p>
          <a:p>
            <a:pPr indent="-406400" lvl="0" marL="609600" rtl="0" algn="l">
              <a:spcBef>
                <a:spcPts val="0"/>
              </a:spcBef>
              <a:spcAft>
                <a:spcPts val="0"/>
              </a:spcAft>
              <a:buSzPts val="1600"/>
              <a:buChar char="•"/>
            </a:pPr>
            <a:r>
              <a:rPr lang="en"/>
              <a:t>default bulleted list style</a:t>
            </a:r>
            <a:endParaRPr/>
          </a:p>
          <a:p>
            <a:pPr indent="-406400" lvl="0" marL="609600" rtl="0" algn="l">
              <a:spcBef>
                <a:spcPts val="0"/>
              </a:spcBef>
              <a:spcAft>
                <a:spcPts val="0"/>
              </a:spcAft>
              <a:buSzPts val="1600"/>
              <a:buChar char="•"/>
            </a:pPr>
            <a:r>
              <a:rPr lang="en"/>
              <a:t>default bulleted list style</a:t>
            </a:r>
            <a:endParaRPr/>
          </a:p>
        </p:txBody>
      </p:sp>
      <p:sp>
        <p:nvSpPr>
          <p:cNvPr id="639" name="Google Shape;639;p69"/>
          <p:cNvSpPr txBox="1"/>
          <p:nvPr>
            <p:ph idx="3" type="body"/>
          </p:nvPr>
        </p:nvSpPr>
        <p:spPr>
          <a:xfrm>
            <a:off x="4482478" y="2825567"/>
            <a:ext cx="3224100" cy="32337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content goes here.</a:t>
            </a:r>
            <a:endParaRPr/>
          </a:p>
          <a:p>
            <a:pPr indent="-406400" lvl="0" marL="609600" rtl="0" algn="l">
              <a:spcBef>
                <a:spcPts val="1100"/>
              </a:spcBef>
              <a:spcAft>
                <a:spcPts val="0"/>
              </a:spcAft>
              <a:buSzPts val="1600"/>
              <a:buChar char="•"/>
            </a:pPr>
            <a:r>
              <a:rPr lang="en"/>
              <a:t>default bulleted list style</a:t>
            </a:r>
            <a:endParaRPr/>
          </a:p>
          <a:p>
            <a:pPr indent="-406400" lvl="0" marL="609600" rtl="0" algn="l">
              <a:spcBef>
                <a:spcPts val="0"/>
              </a:spcBef>
              <a:spcAft>
                <a:spcPts val="0"/>
              </a:spcAft>
              <a:buSzPts val="1600"/>
              <a:buChar char="•"/>
            </a:pPr>
            <a:r>
              <a:rPr lang="en"/>
              <a:t>default bulleted list style</a:t>
            </a:r>
            <a:endParaRPr/>
          </a:p>
          <a:p>
            <a:pPr indent="-406400" lvl="0" marL="609600" rtl="0" algn="l">
              <a:spcBef>
                <a:spcPts val="0"/>
              </a:spcBef>
              <a:spcAft>
                <a:spcPts val="0"/>
              </a:spcAft>
              <a:buSzPts val="1600"/>
              <a:buChar char="•"/>
            </a:pPr>
            <a:r>
              <a:rPr lang="en"/>
              <a:t>default bulleted list style</a:t>
            </a:r>
            <a:endParaRPr/>
          </a:p>
        </p:txBody>
      </p:sp>
      <p:sp>
        <p:nvSpPr>
          <p:cNvPr id="640" name="Google Shape;640;p69"/>
          <p:cNvSpPr txBox="1"/>
          <p:nvPr>
            <p:ph idx="4" type="body"/>
          </p:nvPr>
        </p:nvSpPr>
        <p:spPr>
          <a:xfrm>
            <a:off x="8167756" y="2825567"/>
            <a:ext cx="3224100" cy="32337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content goes here.</a:t>
            </a:r>
            <a:endParaRPr/>
          </a:p>
          <a:p>
            <a:pPr indent="-406400" lvl="0" marL="609600" rtl="0" algn="l">
              <a:spcBef>
                <a:spcPts val="1100"/>
              </a:spcBef>
              <a:spcAft>
                <a:spcPts val="0"/>
              </a:spcAft>
              <a:buSzPts val="1600"/>
              <a:buChar char="•"/>
            </a:pPr>
            <a:r>
              <a:rPr lang="en"/>
              <a:t>default bulleted list style</a:t>
            </a:r>
            <a:endParaRPr/>
          </a:p>
          <a:p>
            <a:pPr indent="-406400" lvl="0" marL="609600" rtl="0" algn="l">
              <a:spcBef>
                <a:spcPts val="0"/>
              </a:spcBef>
              <a:spcAft>
                <a:spcPts val="0"/>
              </a:spcAft>
              <a:buSzPts val="1600"/>
              <a:buChar char="•"/>
            </a:pPr>
            <a:r>
              <a:rPr lang="en"/>
              <a:t>default bulleted list style</a:t>
            </a:r>
            <a:endParaRPr/>
          </a:p>
          <a:p>
            <a:pPr indent="-406400" lvl="0" marL="609600" rtl="0" algn="l">
              <a:spcBef>
                <a:spcPts val="0"/>
              </a:spcBef>
              <a:spcAft>
                <a:spcPts val="0"/>
              </a:spcAft>
              <a:buSzPts val="1600"/>
              <a:buChar char="•"/>
            </a:pPr>
            <a:r>
              <a:rPr lang="en"/>
              <a:t>default bulleted list style</a:t>
            </a:r>
            <a:endParaRPr/>
          </a:p>
        </p:txBody>
      </p:sp>
      <p:sp>
        <p:nvSpPr>
          <p:cNvPr id="641" name="Google Shape;641;p69"/>
          <p:cNvSpPr txBox="1"/>
          <p:nvPr>
            <p:ph idx="5" type="subTitle"/>
          </p:nvPr>
        </p:nvSpPr>
        <p:spPr>
          <a:xfrm>
            <a:off x="786070" y="1970336"/>
            <a:ext cx="3199500" cy="643200"/>
          </a:xfrm>
          <a:prstGeom prst="rect">
            <a:avLst/>
          </a:prstGeom>
        </p:spPr>
        <p:txBody>
          <a:bodyPr anchorCtr="0" anchor="t" bIns="0" lIns="0" spcFirstLastPara="1" rIns="0" wrap="square" tIns="0">
            <a:noAutofit/>
          </a:bodyPr>
          <a:lstStyle/>
          <a:p>
            <a:pPr indent="0" lvl="0" marL="0" rtl="0" algn="l">
              <a:lnSpc>
                <a:spcPct val="90000"/>
              </a:lnSpc>
              <a:spcBef>
                <a:spcPts val="1100"/>
              </a:spcBef>
              <a:spcAft>
                <a:spcPts val="0"/>
              </a:spcAft>
              <a:buNone/>
            </a:pPr>
            <a:r>
              <a:rPr lang="en"/>
              <a:t>Here’s a column subheader</a:t>
            </a:r>
            <a:endParaRPr/>
          </a:p>
        </p:txBody>
      </p:sp>
      <p:sp>
        <p:nvSpPr>
          <p:cNvPr id="642" name="Google Shape;642;p69"/>
          <p:cNvSpPr txBox="1"/>
          <p:nvPr>
            <p:ph idx="6" type="subTitle"/>
          </p:nvPr>
        </p:nvSpPr>
        <p:spPr>
          <a:xfrm>
            <a:off x="4494675" y="1970336"/>
            <a:ext cx="3199500" cy="643200"/>
          </a:xfrm>
          <a:prstGeom prst="rect">
            <a:avLst/>
          </a:prstGeom>
        </p:spPr>
        <p:txBody>
          <a:bodyPr anchorCtr="0" anchor="t" bIns="0" lIns="0" spcFirstLastPara="1" rIns="0" wrap="square" tIns="0">
            <a:noAutofit/>
          </a:bodyPr>
          <a:lstStyle/>
          <a:p>
            <a:pPr indent="0" lvl="0" marL="0" rtl="0" algn="l">
              <a:lnSpc>
                <a:spcPct val="90000"/>
              </a:lnSpc>
              <a:spcBef>
                <a:spcPts val="1100"/>
              </a:spcBef>
              <a:spcAft>
                <a:spcPts val="0"/>
              </a:spcAft>
              <a:buNone/>
            </a:pPr>
            <a:r>
              <a:rPr lang="en"/>
              <a:t>Here’s a column subheader</a:t>
            </a:r>
            <a:endParaRPr/>
          </a:p>
        </p:txBody>
      </p:sp>
      <p:sp>
        <p:nvSpPr>
          <p:cNvPr id="643" name="Google Shape;643;p69"/>
          <p:cNvSpPr txBox="1"/>
          <p:nvPr>
            <p:ph idx="7" type="subTitle"/>
          </p:nvPr>
        </p:nvSpPr>
        <p:spPr>
          <a:xfrm>
            <a:off x="8179953" y="1970336"/>
            <a:ext cx="3199500" cy="643200"/>
          </a:xfrm>
          <a:prstGeom prst="rect">
            <a:avLst/>
          </a:prstGeom>
        </p:spPr>
        <p:txBody>
          <a:bodyPr anchorCtr="0" anchor="t" bIns="0" lIns="0" spcFirstLastPara="1" rIns="0" wrap="square" tIns="0">
            <a:noAutofit/>
          </a:bodyPr>
          <a:lstStyle/>
          <a:p>
            <a:pPr indent="0" lvl="0" marL="0" rtl="0" algn="l">
              <a:lnSpc>
                <a:spcPct val="90000"/>
              </a:lnSpc>
              <a:spcBef>
                <a:spcPts val="1100"/>
              </a:spcBef>
              <a:spcAft>
                <a:spcPts val="0"/>
              </a:spcAft>
              <a:buNone/>
            </a:pPr>
            <a:r>
              <a:rPr lang="en"/>
              <a:t>Here’s a column subheader</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70"/>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649" name="Google Shape;649;p70"/>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Three-column with icon space</a:t>
            </a:r>
            <a:endParaRPr/>
          </a:p>
        </p:txBody>
      </p:sp>
      <p:sp>
        <p:nvSpPr>
          <p:cNvPr id="650" name="Google Shape;650;p70"/>
          <p:cNvSpPr txBox="1"/>
          <p:nvPr>
            <p:ph idx="1" type="body"/>
          </p:nvPr>
        </p:nvSpPr>
        <p:spPr>
          <a:xfrm>
            <a:off x="761809" y="3986900"/>
            <a:ext cx="3224100" cy="22617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content goes here.</a:t>
            </a:r>
            <a:endParaRPr/>
          </a:p>
          <a:p>
            <a:pPr indent="-406400" lvl="0" marL="609600" rtl="0" algn="l">
              <a:spcBef>
                <a:spcPts val="1100"/>
              </a:spcBef>
              <a:spcAft>
                <a:spcPts val="0"/>
              </a:spcAft>
              <a:buSzPts val="1600"/>
              <a:buChar char="•"/>
            </a:pPr>
            <a:r>
              <a:rPr lang="en"/>
              <a:t>default bulleted list style</a:t>
            </a:r>
            <a:endParaRPr/>
          </a:p>
          <a:p>
            <a:pPr indent="-406400" lvl="0" marL="609600" rtl="0" algn="l">
              <a:spcBef>
                <a:spcPts val="0"/>
              </a:spcBef>
              <a:spcAft>
                <a:spcPts val="0"/>
              </a:spcAft>
              <a:buSzPts val="1600"/>
              <a:buChar char="•"/>
            </a:pPr>
            <a:r>
              <a:rPr lang="en"/>
              <a:t>default bulleted list style</a:t>
            </a:r>
            <a:endParaRPr/>
          </a:p>
          <a:p>
            <a:pPr indent="-406400" lvl="0" marL="609600" rtl="0" algn="l">
              <a:spcBef>
                <a:spcPts val="0"/>
              </a:spcBef>
              <a:spcAft>
                <a:spcPts val="0"/>
              </a:spcAft>
              <a:buSzPts val="1600"/>
              <a:buChar char="•"/>
            </a:pPr>
            <a:r>
              <a:rPr lang="en"/>
              <a:t>default bulleted list style</a:t>
            </a:r>
            <a:endParaRPr/>
          </a:p>
          <a:p>
            <a:pPr indent="0" lvl="0" marL="0" rtl="0" algn="l">
              <a:spcBef>
                <a:spcPts val="1100"/>
              </a:spcBef>
              <a:spcAft>
                <a:spcPts val="0"/>
              </a:spcAft>
              <a:buNone/>
            </a:pPr>
            <a:r>
              <a:t/>
            </a:r>
            <a:endParaRPr/>
          </a:p>
        </p:txBody>
      </p:sp>
      <p:sp>
        <p:nvSpPr>
          <p:cNvPr id="651" name="Google Shape;651;p70"/>
          <p:cNvSpPr txBox="1"/>
          <p:nvPr>
            <p:ph idx="2"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subtitle here</a:t>
            </a:r>
            <a:endParaRPr/>
          </a:p>
        </p:txBody>
      </p:sp>
      <p:sp>
        <p:nvSpPr>
          <p:cNvPr id="652" name="Google Shape;652;p70"/>
          <p:cNvSpPr txBox="1"/>
          <p:nvPr>
            <p:ph idx="3" type="body"/>
          </p:nvPr>
        </p:nvSpPr>
        <p:spPr>
          <a:xfrm>
            <a:off x="4482478" y="3986900"/>
            <a:ext cx="3224100" cy="22617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content goes here.</a:t>
            </a:r>
            <a:endParaRPr/>
          </a:p>
          <a:p>
            <a:pPr indent="-406400" lvl="0" marL="609600" rtl="0" algn="l">
              <a:spcBef>
                <a:spcPts val="1100"/>
              </a:spcBef>
              <a:spcAft>
                <a:spcPts val="0"/>
              </a:spcAft>
              <a:buSzPts val="1600"/>
              <a:buChar char="•"/>
            </a:pPr>
            <a:r>
              <a:rPr lang="en"/>
              <a:t>default bulleted list style</a:t>
            </a:r>
            <a:endParaRPr/>
          </a:p>
          <a:p>
            <a:pPr indent="-406400" lvl="0" marL="609600" rtl="0" algn="l">
              <a:spcBef>
                <a:spcPts val="0"/>
              </a:spcBef>
              <a:spcAft>
                <a:spcPts val="0"/>
              </a:spcAft>
              <a:buSzPts val="1600"/>
              <a:buChar char="•"/>
            </a:pPr>
            <a:r>
              <a:rPr lang="en"/>
              <a:t>default bulleted list style</a:t>
            </a:r>
            <a:endParaRPr/>
          </a:p>
          <a:p>
            <a:pPr indent="-406400" lvl="0" marL="609600" rtl="0" algn="l">
              <a:spcBef>
                <a:spcPts val="0"/>
              </a:spcBef>
              <a:spcAft>
                <a:spcPts val="0"/>
              </a:spcAft>
              <a:buSzPts val="1600"/>
              <a:buChar char="•"/>
            </a:pPr>
            <a:r>
              <a:rPr lang="en"/>
              <a:t>default bulleted list style</a:t>
            </a:r>
            <a:endParaRPr/>
          </a:p>
          <a:p>
            <a:pPr indent="0" lvl="0" marL="0" rtl="0" algn="l">
              <a:spcBef>
                <a:spcPts val="1100"/>
              </a:spcBef>
              <a:spcAft>
                <a:spcPts val="0"/>
              </a:spcAft>
              <a:buNone/>
            </a:pPr>
            <a:r>
              <a:t/>
            </a:r>
            <a:endParaRPr/>
          </a:p>
        </p:txBody>
      </p:sp>
      <p:sp>
        <p:nvSpPr>
          <p:cNvPr id="653" name="Google Shape;653;p70"/>
          <p:cNvSpPr txBox="1"/>
          <p:nvPr>
            <p:ph idx="4" type="subTitle"/>
          </p:nvPr>
        </p:nvSpPr>
        <p:spPr>
          <a:xfrm>
            <a:off x="786070" y="3126633"/>
            <a:ext cx="3199500" cy="6432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These columns have space for an icon</a:t>
            </a:r>
            <a:endParaRPr/>
          </a:p>
        </p:txBody>
      </p:sp>
      <p:sp>
        <p:nvSpPr>
          <p:cNvPr id="654" name="Google Shape;654;p70"/>
          <p:cNvSpPr txBox="1"/>
          <p:nvPr>
            <p:ph idx="5" type="subTitle"/>
          </p:nvPr>
        </p:nvSpPr>
        <p:spPr>
          <a:xfrm>
            <a:off x="4494675" y="3126633"/>
            <a:ext cx="3199500" cy="6432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These columns have space for an icon</a:t>
            </a:r>
            <a:endParaRPr/>
          </a:p>
        </p:txBody>
      </p:sp>
      <p:sp>
        <p:nvSpPr>
          <p:cNvPr id="655" name="Google Shape;655;p70"/>
          <p:cNvSpPr txBox="1"/>
          <p:nvPr>
            <p:ph idx="6" type="body"/>
          </p:nvPr>
        </p:nvSpPr>
        <p:spPr>
          <a:xfrm>
            <a:off x="8167756" y="3986900"/>
            <a:ext cx="3224100" cy="22617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content goes here.</a:t>
            </a:r>
            <a:endParaRPr/>
          </a:p>
          <a:p>
            <a:pPr indent="-406400" lvl="0" marL="609600" rtl="0" algn="l">
              <a:spcBef>
                <a:spcPts val="1100"/>
              </a:spcBef>
              <a:spcAft>
                <a:spcPts val="0"/>
              </a:spcAft>
              <a:buSzPts val="1600"/>
              <a:buChar char="•"/>
            </a:pPr>
            <a:r>
              <a:rPr lang="en"/>
              <a:t>default bulleted list style</a:t>
            </a:r>
            <a:endParaRPr/>
          </a:p>
          <a:p>
            <a:pPr indent="-406400" lvl="0" marL="609600" rtl="0" algn="l">
              <a:spcBef>
                <a:spcPts val="0"/>
              </a:spcBef>
              <a:spcAft>
                <a:spcPts val="0"/>
              </a:spcAft>
              <a:buSzPts val="1600"/>
              <a:buChar char="•"/>
            </a:pPr>
            <a:r>
              <a:rPr lang="en"/>
              <a:t>default bulleted list style</a:t>
            </a:r>
            <a:endParaRPr/>
          </a:p>
          <a:p>
            <a:pPr indent="-406400" lvl="0" marL="609600" rtl="0" algn="l">
              <a:spcBef>
                <a:spcPts val="0"/>
              </a:spcBef>
              <a:spcAft>
                <a:spcPts val="0"/>
              </a:spcAft>
              <a:buSzPts val="1600"/>
              <a:buChar char="•"/>
            </a:pPr>
            <a:r>
              <a:rPr lang="en"/>
              <a:t>default bulleted list style</a:t>
            </a:r>
            <a:endParaRPr/>
          </a:p>
          <a:p>
            <a:pPr indent="0" lvl="0" marL="0" rtl="0" algn="l">
              <a:spcBef>
                <a:spcPts val="1100"/>
              </a:spcBef>
              <a:spcAft>
                <a:spcPts val="0"/>
              </a:spcAft>
              <a:buNone/>
            </a:pPr>
            <a:r>
              <a:t/>
            </a:r>
            <a:endParaRPr/>
          </a:p>
        </p:txBody>
      </p:sp>
      <p:sp>
        <p:nvSpPr>
          <p:cNvPr id="656" name="Google Shape;656;p70"/>
          <p:cNvSpPr txBox="1"/>
          <p:nvPr>
            <p:ph idx="7" type="subTitle"/>
          </p:nvPr>
        </p:nvSpPr>
        <p:spPr>
          <a:xfrm>
            <a:off x="8179953" y="3126636"/>
            <a:ext cx="3199500" cy="6432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These columns have space for an icon</a:t>
            </a:r>
            <a:endParaRPr/>
          </a:p>
        </p:txBody>
      </p:sp>
      <p:pic>
        <p:nvPicPr>
          <p:cNvPr id="657" name="Google Shape;657;p70"/>
          <p:cNvPicPr preferRelativeResize="0"/>
          <p:nvPr/>
        </p:nvPicPr>
        <p:blipFill rotWithShape="1">
          <a:blip r:embed="rId3">
            <a:alphaModFix/>
          </a:blip>
          <a:srcRect b="0" l="0" r="0" t="0"/>
          <a:stretch/>
        </p:blipFill>
        <p:spPr>
          <a:xfrm>
            <a:off x="761806" y="2010555"/>
            <a:ext cx="782185" cy="782185"/>
          </a:xfrm>
          <a:prstGeom prst="rect">
            <a:avLst/>
          </a:prstGeom>
          <a:noFill/>
          <a:ln>
            <a:noFill/>
          </a:ln>
        </p:spPr>
      </p:pic>
      <p:pic>
        <p:nvPicPr>
          <p:cNvPr id="658" name="Google Shape;658;p70"/>
          <p:cNvPicPr preferRelativeResize="0"/>
          <p:nvPr/>
        </p:nvPicPr>
        <p:blipFill rotWithShape="1">
          <a:blip r:embed="rId3">
            <a:alphaModFix/>
          </a:blip>
          <a:srcRect b="0" l="0" r="0" t="0"/>
          <a:stretch/>
        </p:blipFill>
        <p:spPr>
          <a:xfrm>
            <a:off x="4482476" y="2051280"/>
            <a:ext cx="782185" cy="782185"/>
          </a:xfrm>
          <a:prstGeom prst="rect">
            <a:avLst/>
          </a:prstGeom>
          <a:noFill/>
          <a:ln>
            <a:noFill/>
          </a:ln>
        </p:spPr>
      </p:pic>
      <p:pic>
        <p:nvPicPr>
          <p:cNvPr id="659" name="Google Shape;659;p70"/>
          <p:cNvPicPr preferRelativeResize="0"/>
          <p:nvPr/>
        </p:nvPicPr>
        <p:blipFill rotWithShape="1">
          <a:blip r:embed="rId3">
            <a:alphaModFix/>
          </a:blip>
          <a:srcRect b="0" l="0" r="0" t="0"/>
          <a:stretch/>
        </p:blipFill>
        <p:spPr>
          <a:xfrm>
            <a:off x="8167753" y="2051280"/>
            <a:ext cx="782185" cy="78218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71"/>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665" name="Google Shape;665;p71"/>
          <p:cNvSpPr txBox="1"/>
          <p:nvPr>
            <p:ph type="title"/>
          </p:nvPr>
        </p:nvSpPr>
        <p:spPr>
          <a:xfrm>
            <a:off x="1341898" y="535633"/>
            <a:ext cx="9474000" cy="57129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This is your power statement slide. Use it to feature an important statement, a quote, or provide a break between sections.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72"/>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671" name="Google Shape;671;p72"/>
          <p:cNvSpPr txBox="1"/>
          <p:nvPr>
            <p:ph type="title"/>
          </p:nvPr>
        </p:nvSpPr>
        <p:spPr>
          <a:xfrm>
            <a:off x="1244988" y="535633"/>
            <a:ext cx="9668100" cy="57129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solidFill>
                  <a:schemeClr val="lt1"/>
                </a:solidFill>
              </a:rPr>
              <a:t>This is your power statement slide. Use it to feature an important statement, a quote, or provide a break between sections.</a:t>
            </a:r>
            <a:endParaRPr>
              <a:solidFill>
                <a:schemeClr val="lt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73"/>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677" name="Google Shape;677;p73"/>
          <p:cNvSpPr txBox="1"/>
          <p:nvPr>
            <p:ph type="title"/>
          </p:nvPr>
        </p:nvSpPr>
        <p:spPr>
          <a:xfrm>
            <a:off x="1200533" y="535633"/>
            <a:ext cx="9756900" cy="57129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This is your power statement slide. Use it to feature an important statement, a quote, or provide a break between sections.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74"/>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683" name="Google Shape;683;p74"/>
          <p:cNvSpPr txBox="1"/>
          <p:nvPr>
            <p:ph type="title"/>
          </p:nvPr>
        </p:nvSpPr>
        <p:spPr>
          <a:xfrm>
            <a:off x="1244988" y="535633"/>
            <a:ext cx="9668100" cy="57129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solidFill>
                  <a:schemeClr val="lt1"/>
                </a:solidFill>
              </a:rPr>
              <a:t>This is your power statement slide. Use it to feature an important statement, a quote, or provide a break between sections.</a:t>
            </a:r>
            <a:endParaRPr>
              <a:solidFill>
                <a:schemeClr val="lt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75"/>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689" name="Google Shape;689;p75"/>
          <p:cNvSpPr txBox="1"/>
          <p:nvPr>
            <p:ph type="title"/>
          </p:nvPr>
        </p:nvSpPr>
        <p:spPr>
          <a:xfrm>
            <a:off x="749246" y="535633"/>
            <a:ext cx="88782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Card-based content Slides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76"/>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695" name="Google Shape;695;p76"/>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Three card columns</a:t>
            </a:r>
            <a:endParaRPr/>
          </a:p>
        </p:txBody>
      </p:sp>
      <p:sp>
        <p:nvSpPr>
          <p:cNvPr id="696" name="Google Shape;696;p76"/>
          <p:cNvSpPr txBox="1"/>
          <p:nvPr>
            <p:ph idx="1" type="body"/>
          </p:nvPr>
        </p:nvSpPr>
        <p:spPr>
          <a:xfrm>
            <a:off x="761809" y="2825567"/>
            <a:ext cx="3224100" cy="32337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These cards are great for showing a 3-stage process, comparisons between 3 things, or whatever else you like!</a:t>
            </a:r>
            <a:endParaRPr/>
          </a:p>
        </p:txBody>
      </p:sp>
      <p:sp>
        <p:nvSpPr>
          <p:cNvPr id="697" name="Google Shape;697;p76"/>
          <p:cNvSpPr txBox="1"/>
          <p:nvPr>
            <p:ph idx="2"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subtitle here</a:t>
            </a:r>
            <a:endParaRPr/>
          </a:p>
        </p:txBody>
      </p:sp>
      <p:sp>
        <p:nvSpPr>
          <p:cNvPr id="698" name="Google Shape;698;p76"/>
          <p:cNvSpPr txBox="1"/>
          <p:nvPr>
            <p:ph idx="3" type="body"/>
          </p:nvPr>
        </p:nvSpPr>
        <p:spPr>
          <a:xfrm>
            <a:off x="4482478" y="2825567"/>
            <a:ext cx="3224100" cy="32337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These cards are great for showing a 3-stage process, comparisons between 3 things, or whatever else you like!</a:t>
            </a:r>
            <a:endParaRPr/>
          </a:p>
          <a:p>
            <a:pPr indent="0" lvl="0" marL="0" rtl="0" algn="l">
              <a:spcBef>
                <a:spcPts val="1100"/>
              </a:spcBef>
              <a:spcAft>
                <a:spcPts val="0"/>
              </a:spcAft>
              <a:buNone/>
            </a:pPr>
            <a:r>
              <a:t/>
            </a:r>
            <a:endParaRPr/>
          </a:p>
        </p:txBody>
      </p:sp>
      <p:sp>
        <p:nvSpPr>
          <p:cNvPr id="699" name="Google Shape;699;p76"/>
          <p:cNvSpPr txBox="1"/>
          <p:nvPr>
            <p:ph idx="4" type="body"/>
          </p:nvPr>
        </p:nvSpPr>
        <p:spPr>
          <a:xfrm>
            <a:off x="8167756" y="2825567"/>
            <a:ext cx="3224100" cy="32337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These cards are great for showing a 3-stage process, comparisons between 3 things, or whatever else you like!</a:t>
            </a:r>
            <a:endParaRPr/>
          </a:p>
          <a:p>
            <a:pPr indent="0" lvl="0" marL="0" rtl="0" algn="l">
              <a:spcBef>
                <a:spcPts val="1100"/>
              </a:spcBef>
              <a:spcAft>
                <a:spcPts val="0"/>
              </a:spcAft>
              <a:buNone/>
            </a:pPr>
            <a:r>
              <a:t/>
            </a:r>
            <a:endParaRPr/>
          </a:p>
        </p:txBody>
      </p:sp>
      <p:sp>
        <p:nvSpPr>
          <p:cNvPr id="700" name="Google Shape;700;p76"/>
          <p:cNvSpPr txBox="1"/>
          <p:nvPr>
            <p:ph idx="5" type="subTitle"/>
          </p:nvPr>
        </p:nvSpPr>
        <p:spPr>
          <a:xfrm>
            <a:off x="786070" y="1970336"/>
            <a:ext cx="3199500" cy="6432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Card number one</a:t>
            </a:r>
            <a:endParaRPr/>
          </a:p>
        </p:txBody>
      </p:sp>
      <p:sp>
        <p:nvSpPr>
          <p:cNvPr id="701" name="Google Shape;701;p76"/>
          <p:cNvSpPr txBox="1"/>
          <p:nvPr>
            <p:ph idx="6" type="subTitle"/>
          </p:nvPr>
        </p:nvSpPr>
        <p:spPr>
          <a:xfrm>
            <a:off x="4494675" y="1970336"/>
            <a:ext cx="3199500" cy="6432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Card number two </a:t>
            </a:r>
            <a:endParaRPr/>
          </a:p>
        </p:txBody>
      </p:sp>
      <p:sp>
        <p:nvSpPr>
          <p:cNvPr id="702" name="Google Shape;702;p76"/>
          <p:cNvSpPr txBox="1"/>
          <p:nvPr>
            <p:ph idx="7" type="subTitle"/>
          </p:nvPr>
        </p:nvSpPr>
        <p:spPr>
          <a:xfrm>
            <a:off x="8179953" y="1970336"/>
            <a:ext cx="3199500" cy="6432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Card number three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77"/>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8" name="Google Shape;708;p77"/>
          <p:cNvSpPr txBox="1"/>
          <p:nvPr>
            <p:ph idx="1" type="body"/>
          </p:nvPr>
        </p:nvSpPr>
        <p:spPr>
          <a:xfrm>
            <a:off x="761809" y="3986900"/>
            <a:ext cx="4518900" cy="22617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t/>
            </a:r>
            <a:endParaRPr/>
          </a:p>
        </p:txBody>
      </p:sp>
      <p:sp>
        <p:nvSpPr>
          <p:cNvPr id="709" name="Google Shape;709;p77"/>
          <p:cNvSpPr txBox="1"/>
          <p:nvPr>
            <p:ph idx="3" type="body"/>
          </p:nvPr>
        </p:nvSpPr>
        <p:spPr>
          <a:xfrm>
            <a:off x="6931932" y="3986900"/>
            <a:ext cx="4495200" cy="22617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t/>
            </a:r>
            <a:endParaRPr/>
          </a:p>
        </p:txBody>
      </p:sp>
      <p:sp>
        <p:nvSpPr>
          <p:cNvPr id="710" name="Google Shape;710;p77"/>
          <p:cNvSpPr txBox="1"/>
          <p:nvPr>
            <p:ph idx="2"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t/>
            </a:r>
            <a:endParaRPr/>
          </a:p>
        </p:txBody>
      </p:sp>
      <p:sp>
        <p:nvSpPr>
          <p:cNvPr id="711" name="Google Shape;711;p77"/>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712" name="Google Shape;712;p77"/>
          <p:cNvSpPr txBox="1"/>
          <p:nvPr>
            <p:ph idx="4" type="subTitle"/>
          </p:nvPr>
        </p:nvSpPr>
        <p:spPr>
          <a:xfrm>
            <a:off x="795814" y="3126633"/>
            <a:ext cx="4484400" cy="6432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t/>
            </a:r>
            <a:endParaRPr/>
          </a:p>
        </p:txBody>
      </p:sp>
      <p:sp>
        <p:nvSpPr>
          <p:cNvPr id="713" name="Google Shape;713;p77"/>
          <p:cNvSpPr txBox="1"/>
          <p:nvPr>
            <p:ph idx="5" type="subTitle"/>
          </p:nvPr>
        </p:nvSpPr>
        <p:spPr>
          <a:xfrm>
            <a:off x="6948938" y="3126633"/>
            <a:ext cx="4461300" cy="6432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78"/>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719" name="Google Shape;719;p78"/>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Righthand card</a:t>
            </a:r>
            <a:endParaRPr/>
          </a:p>
        </p:txBody>
      </p:sp>
      <p:sp>
        <p:nvSpPr>
          <p:cNvPr id="720" name="Google Shape;720;p78"/>
          <p:cNvSpPr txBox="1"/>
          <p:nvPr>
            <p:ph idx="1" type="body"/>
          </p:nvPr>
        </p:nvSpPr>
        <p:spPr>
          <a:xfrm>
            <a:off x="761809" y="1988833"/>
            <a:ext cx="4354800" cy="41499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Add your content here.</a:t>
            </a:r>
            <a:endParaRPr/>
          </a:p>
          <a:p>
            <a:pPr indent="-431800" lvl="0" marL="609600" rtl="0" algn="l">
              <a:spcBef>
                <a:spcPts val="1100"/>
              </a:spcBef>
              <a:spcAft>
                <a:spcPts val="0"/>
              </a:spcAft>
              <a:buSzPts val="2000"/>
              <a:buChar char="•"/>
            </a:pPr>
            <a:r>
              <a:rPr lang="en"/>
              <a:t>Bullet one</a:t>
            </a:r>
            <a:endParaRPr/>
          </a:p>
          <a:p>
            <a:pPr indent="-431800" lvl="0" marL="609600" rtl="0" algn="l">
              <a:spcBef>
                <a:spcPts val="0"/>
              </a:spcBef>
              <a:spcAft>
                <a:spcPts val="0"/>
              </a:spcAft>
              <a:buSzPts val="2000"/>
              <a:buChar char="•"/>
            </a:pPr>
            <a:r>
              <a:rPr lang="en"/>
              <a:t>Bullet two</a:t>
            </a:r>
            <a:endParaRPr/>
          </a:p>
          <a:p>
            <a:pPr indent="-431800" lvl="0" marL="609600" rtl="0" algn="l">
              <a:spcBef>
                <a:spcPts val="0"/>
              </a:spcBef>
              <a:spcAft>
                <a:spcPts val="0"/>
              </a:spcAft>
              <a:buSzPts val="2000"/>
              <a:buChar char="•"/>
            </a:pPr>
            <a:r>
              <a:rPr lang="en"/>
              <a:t>Bullet three</a:t>
            </a:r>
            <a:endParaRPr/>
          </a:p>
        </p:txBody>
      </p:sp>
      <p:sp>
        <p:nvSpPr>
          <p:cNvPr id="721" name="Google Shape;721;p78"/>
          <p:cNvSpPr txBox="1"/>
          <p:nvPr>
            <p:ph idx="2" type="body"/>
          </p:nvPr>
        </p:nvSpPr>
        <p:spPr>
          <a:xfrm>
            <a:off x="6164724" y="1988833"/>
            <a:ext cx="5244000" cy="41499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This spot is great for a diagram, image, small table, code snippet, or screenshot.</a:t>
            </a:r>
            <a:endParaRPr/>
          </a:p>
        </p:txBody>
      </p:sp>
      <p:sp>
        <p:nvSpPr>
          <p:cNvPr id="722" name="Google Shape;722;p78"/>
          <p:cNvSpPr txBox="1"/>
          <p:nvPr>
            <p:ph idx="3"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subtitle here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79"/>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728" name="Google Shape;728;p79"/>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Lefthand card</a:t>
            </a:r>
            <a:endParaRPr/>
          </a:p>
        </p:txBody>
      </p:sp>
      <p:sp>
        <p:nvSpPr>
          <p:cNvPr id="729" name="Google Shape;729;p79"/>
          <p:cNvSpPr txBox="1"/>
          <p:nvPr>
            <p:ph idx="1" type="body"/>
          </p:nvPr>
        </p:nvSpPr>
        <p:spPr>
          <a:xfrm>
            <a:off x="7072430" y="1988833"/>
            <a:ext cx="4354800" cy="41499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Add your content here.</a:t>
            </a:r>
            <a:endParaRPr/>
          </a:p>
          <a:p>
            <a:pPr indent="-431800" lvl="0" marL="609600" rtl="0" algn="l">
              <a:spcBef>
                <a:spcPts val="1100"/>
              </a:spcBef>
              <a:spcAft>
                <a:spcPts val="0"/>
              </a:spcAft>
              <a:buSzPts val="2000"/>
              <a:buChar char="•"/>
            </a:pPr>
            <a:r>
              <a:rPr lang="en"/>
              <a:t>Bullet one</a:t>
            </a:r>
            <a:endParaRPr/>
          </a:p>
          <a:p>
            <a:pPr indent="-431800" lvl="0" marL="609600" rtl="0" algn="l">
              <a:spcBef>
                <a:spcPts val="0"/>
              </a:spcBef>
              <a:spcAft>
                <a:spcPts val="0"/>
              </a:spcAft>
              <a:buSzPts val="2000"/>
              <a:buChar char="•"/>
            </a:pPr>
            <a:r>
              <a:rPr lang="en"/>
              <a:t>Bullet two</a:t>
            </a:r>
            <a:endParaRPr/>
          </a:p>
          <a:p>
            <a:pPr indent="-431800" lvl="0" marL="609600" rtl="0" algn="l">
              <a:spcBef>
                <a:spcPts val="0"/>
              </a:spcBef>
              <a:spcAft>
                <a:spcPts val="0"/>
              </a:spcAft>
              <a:buSzPts val="2000"/>
              <a:buChar char="•"/>
            </a:pPr>
            <a:r>
              <a:rPr lang="en"/>
              <a:t>Bullet three</a:t>
            </a:r>
            <a:endParaRPr/>
          </a:p>
          <a:p>
            <a:pPr indent="0" lvl="0" marL="0" rtl="0" algn="l">
              <a:spcBef>
                <a:spcPts val="1100"/>
              </a:spcBef>
              <a:spcAft>
                <a:spcPts val="0"/>
              </a:spcAft>
              <a:buNone/>
            </a:pPr>
            <a:r>
              <a:t/>
            </a:r>
            <a:endParaRPr/>
          </a:p>
        </p:txBody>
      </p:sp>
      <p:sp>
        <p:nvSpPr>
          <p:cNvPr id="730" name="Google Shape;730;p79"/>
          <p:cNvSpPr txBox="1"/>
          <p:nvPr>
            <p:ph idx="2" type="body"/>
          </p:nvPr>
        </p:nvSpPr>
        <p:spPr>
          <a:xfrm>
            <a:off x="759194" y="1988833"/>
            <a:ext cx="5244000" cy="41499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This spot is great for a diagram, image, small table, code snippet, or screenshot.</a:t>
            </a:r>
            <a:endParaRPr/>
          </a:p>
          <a:p>
            <a:pPr indent="0" lvl="0" marL="0" rtl="0" algn="l">
              <a:spcBef>
                <a:spcPts val="1100"/>
              </a:spcBef>
              <a:spcAft>
                <a:spcPts val="0"/>
              </a:spcAft>
              <a:buNone/>
            </a:pPr>
            <a:r>
              <a:t/>
            </a:r>
            <a:endParaRPr/>
          </a:p>
        </p:txBody>
      </p:sp>
      <p:sp>
        <p:nvSpPr>
          <p:cNvPr id="731" name="Google Shape;731;p79"/>
          <p:cNvSpPr txBox="1"/>
          <p:nvPr>
            <p:ph idx="3"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subtitle here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80"/>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737" name="Google Shape;737;p80"/>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Full width card</a:t>
            </a:r>
            <a:endParaRPr/>
          </a:p>
        </p:txBody>
      </p:sp>
      <p:sp>
        <p:nvSpPr>
          <p:cNvPr id="738" name="Google Shape;738;p80"/>
          <p:cNvSpPr txBox="1"/>
          <p:nvPr>
            <p:ph idx="1" type="body"/>
          </p:nvPr>
        </p:nvSpPr>
        <p:spPr>
          <a:xfrm>
            <a:off x="761809" y="1988833"/>
            <a:ext cx="10659300" cy="41499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This card is good for larger diagrams, tables, or other general use.</a:t>
            </a:r>
            <a:endParaRPr/>
          </a:p>
        </p:txBody>
      </p:sp>
      <p:sp>
        <p:nvSpPr>
          <p:cNvPr id="739" name="Google Shape;739;p80"/>
          <p:cNvSpPr txBox="1"/>
          <p:nvPr>
            <p:ph idx="2"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subtitle here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81"/>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745" name="Google Shape;745;p81"/>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Four card quadrant</a:t>
            </a:r>
            <a:endParaRPr/>
          </a:p>
        </p:txBody>
      </p:sp>
      <p:sp>
        <p:nvSpPr>
          <p:cNvPr id="746" name="Google Shape;746;p81"/>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subtitle here</a:t>
            </a:r>
            <a:endParaRPr/>
          </a:p>
        </p:txBody>
      </p:sp>
      <p:sp>
        <p:nvSpPr>
          <p:cNvPr id="747" name="Google Shape;747;p81"/>
          <p:cNvSpPr txBox="1"/>
          <p:nvPr>
            <p:ph idx="2" type="subTitle"/>
          </p:nvPr>
        </p:nvSpPr>
        <p:spPr>
          <a:xfrm>
            <a:off x="764709" y="1988833"/>
            <a:ext cx="5110800" cy="17853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These cards are for general use when four items need to be shown together.</a:t>
            </a:r>
            <a:endParaRPr/>
          </a:p>
        </p:txBody>
      </p:sp>
      <p:sp>
        <p:nvSpPr>
          <p:cNvPr id="748" name="Google Shape;748;p81"/>
          <p:cNvSpPr txBox="1"/>
          <p:nvPr>
            <p:ph idx="3" type="subTitle"/>
          </p:nvPr>
        </p:nvSpPr>
        <p:spPr>
          <a:xfrm>
            <a:off x="6313520" y="1988833"/>
            <a:ext cx="5110800" cy="17853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These cards are for general use when four items need to be shown together.</a:t>
            </a:r>
            <a:endParaRPr/>
          </a:p>
          <a:p>
            <a:pPr indent="0" lvl="0" marL="0" rtl="0" algn="l">
              <a:spcBef>
                <a:spcPts val="1100"/>
              </a:spcBef>
              <a:spcAft>
                <a:spcPts val="0"/>
              </a:spcAft>
              <a:buNone/>
            </a:pPr>
            <a:r>
              <a:t/>
            </a:r>
            <a:endParaRPr/>
          </a:p>
        </p:txBody>
      </p:sp>
      <p:sp>
        <p:nvSpPr>
          <p:cNvPr id="749" name="Google Shape;749;p81"/>
          <p:cNvSpPr txBox="1"/>
          <p:nvPr>
            <p:ph idx="4" type="subTitle"/>
          </p:nvPr>
        </p:nvSpPr>
        <p:spPr>
          <a:xfrm>
            <a:off x="764709" y="4302068"/>
            <a:ext cx="5110800" cy="17853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These cards are for general use when four items need to be shown together.</a:t>
            </a:r>
            <a:endParaRPr/>
          </a:p>
          <a:p>
            <a:pPr indent="0" lvl="0" marL="0" rtl="0" algn="l">
              <a:spcBef>
                <a:spcPts val="1100"/>
              </a:spcBef>
              <a:spcAft>
                <a:spcPts val="0"/>
              </a:spcAft>
              <a:buNone/>
            </a:pPr>
            <a:r>
              <a:t/>
            </a:r>
            <a:endParaRPr/>
          </a:p>
        </p:txBody>
      </p:sp>
      <p:sp>
        <p:nvSpPr>
          <p:cNvPr id="750" name="Google Shape;750;p81"/>
          <p:cNvSpPr txBox="1"/>
          <p:nvPr>
            <p:ph idx="5" type="subTitle"/>
          </p:nvPr>
        </p:nvSpPr>
        <p:spPr>
          <a:xfrm>
            <a:off x="6313520" y="4302068"/>
            <a:ext cx="5110800" cy="17853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These cards are for general use when four items need to be shown together.</a:t>
            </a:r>
            <a:endParaRPr/>
          </a:p>
          <a:p>
            <a:pPr indent="0" lvl="0" marL="0" rtl="0" algn="l">
              <a:spcBef>
                <a:spcPts val="110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82"/>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Table samples</a:t>
            </a:r>
            <a:endParaRPr/>
          </a:p>
        </p:txBody>
      </p:sp>
      <p:sp>
        <p:nvSpPr>
          <p:cNvPr id="756" name="Google Shape;756;p82"/>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757" name="Google Shape;757;p82"/>
          <p:cNvGraphicFramePr/>
          <p:nvPr/>
        </p:nvGraphicFramePr>
        <p:xfrm>
          <a:off x="749213" y="4364664"/>
          <a:ext cx="3000000" cy="3000000"/>
        </p:xfrm>
        <a:graphic>
          <a:graphicData uri="http://schemas.openxmlformats.org/drawingml/2006/table">
            <a:tbl>
              <a:tblPr bandRow="1" firstRow="1">
                <a:noFill/>
                <a:tableStyleId>{B363754A-54BE-41FD-8631-09E1B99DC330}</a:tableStyleId>
              </a:tblPr>
              <a:tblGrid>
                <a:gridCol w="1779650"/>
                <a:gridCol w="1779650"/>
                <a:gridCol w="1779650"/>
                <a:gridCol w="1779650"/>
                <a:gridCol w="1779650"/>
                <a:gridCol w="1779650"/>
              </a:tblGrid>
              <a:tr h="470925">
                <a:tc>
                  <a:txBody>
                    <a:bodyPr/>
                    <a:lstStyle/>
                    <a:p>
                      <a:pPr indent="0" lvl="0" marL="0" marR="0" rtl="0" algn="l">
                        <a:spcBef>
                          <a:spcPts val="0"/>
                        </a:spcBef>
                        <a:spcAft>
                          <a:spcPts val="0"/>
                        </a:spcAft>
                        <a:buNone/>
                      </a:pPr>
                      <a:r>
                        <a:rPr lang="en" sz="1200">
                          <a:latin typeface="DM Sans"/>
                          <a:ea typeface="DM Sans"/>
                          <a:cs typeface="DM Sans"/>
                          <a:sym typeface="DM Sans"/>
                        </a:rPr>
                        <a:t>Table Header 1</a:t>
                      </a:r>
                      <a:endParaRPr sz="1200">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6952"/>
                    </a:solidFill>
                  </a:tcPr>
                </a:tc>
                <a:tc>
                  <a:txBody>
                    <a:bodyPr/>
                    <a:lstStyle/>
                    <a:p>
                      <a:pPr indent="0" lvl="0" marL="0" marR="0" rtl="0" algn="l">
                        <a:lnSpc>
                          <a:spcPct val="100000"/>
                        </a:lnSpc>
                        <a:spcBef>
                          <a:spcPts val="0"/>
                        </a:spcBef>
                        <a:spcAft>
                          <a:spcPts val="0"/>
                        </a:spcAft>
                        <a:buClr>
                          <a:srgbClr val="000000"/>
                        </a:buClr>
                        <a:buSzPts val="1900"/>
                        <a:buFont typeface="Arial"/>
                        <a:buNone/>
                      </a:pPr>
                      <a:r>
                        <a:rPr lang="en" sz="1200">
                          <a:latin typeface="DM Sans"/>
                          <a:ea typeface="DM Sans"/>
                          <a:cs typeface="DM Sans"/>
                          <a:sym typeface="DM Sans"/>
                        </a:rPr>
                        <a:t>Table Header 2</a:t>
                      </a:r>
                      <a:endParaRPr sz="1200">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6952"/>
                    </a:solidFill>
                  </a:tcPr>
                </a:tc>
                <a:tc>
                  <a:txBody>
                    <a:bodyPr/>
                    <a:lstStyle/>
                    <a:p>
                      <a:pPr indent="0" lvl="0" marL="0" marR="0" rtl="0" algn="l">
                        <a:lnSpc>
                          <a:spcPct val="100000"/>
                        </a:lnSpc>
                        <a:spcBef>
                          <a:spcPts val="0"/>
                        </a:spcBef>
                        <a:spcAft>
                          <a:spcPts val="0"/>
                        </a:spcAft>
                        <a:buClr>
                          <a:srgbClr val="000000"/>
                        </a:buClr>
                        <a:buSzPts val="1900"/>
                        <a:buFont typeface="Arial"/>
                        <a:buNone/>
                      </a:pPr>
                      <a:r>
                        <a:rPr lang="en" sz="1200">
                          <a:latin typeface="DM Sans"/>
                          <a:ea typeface="DM Sans"/>
                          <a:cs typeface="DM Sans"/>
                          <a:sym typeface="DM Sans"/>
                        </a:rPr>
                        <a:t>Table Header 3</a:t>
                      </a:r>
                      <a:endParaRPr sz="1200">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6952"/>
                    </a:solidFill>
                  </a:tcPr>
                </a:tc>
                <a:tc>
                  <a:txBody>
                    <a:bodyPr/>
                    <a:lstStyle/>
                    <a:p>
                      <a:pPr indent="0" lvl="0" marL="0" rtl="0" algn="l">
                        <a:spcBef>
                          <a:spcPts val="0"/>
                        </a:spcBef>
                        <a:spcAft>
                          <a:spcPts val="0"/>
                        </a:spcAft>
                        <a:buNone/>
                      </a:pPr>
                      <a:r>
                        <a:rPr lang="en" sz="1200">
                          <a:latin typeface="DM Sans"/>
                          <a:ea typeface="DM Sans"/>
                          <a:cs typeface="DM Sans"/>
                          <a:sym typeface="DM Sans"/>
                        </a:rPr>
                        <a:t>Table Header 4</a:t>
                      </a:r>
                      <a:endParaRPr sz="1200">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6952"/>
                    </a:solidFill>
                  </a:tcPr>
                </a:tc>
                <a:tc>
                  <a:txBody>
                    <a:bodyPr/>
                    <a:lstStyle/>
                    <a:p>
                      <a:pPr indent="0" lvl="0" marL="0" rtl="0" algn="l">
                        <a:spcBef>
                          <a:spcPts val="0"/>
                        </a:spcBef>
                        <a:spcAft>
                          <a:spcPts val="0"/>
                        </a:spcAft>
                        <a:buNone/>
                      </a:pPr>
                      <a:r>
                        <a:rPr lang="en" sz="1200">
                          <a:latin typeface="DM Sans"/>
                          <a:ea typeface="DM Sans"/>
                          <a:cs typeface="DM Sans"/>
                          <a:sym typeface="DM Sans"/>
                        </a:rPr>
                        <a:t>Table Header 5</a:t>
                      </a:r>
                      <a:endParaRPr sz="1200">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6952"/>
                    </a:solidFill>
                  </a:tcPr>
                </a:tc>
                <a:tc>
                  <a:txBody>
                    <a:bodyPr/>
                    <a:lstStyle/>
                    <a:p>
                      <a:pPr indent="0" lvl="0" marL="0" rtl="0" algn="l">
                        <a:spcBef>
                          <a:spcPts val="0"/>
                        </a:spcBef>
                        <a:spcAft>
                          <a:spcPts val="0"/>
                        </a:spcAft>
                        <a:buNone/>
                      </a:pPr>
                      <a:r>
                        <a:rPr lang="en" sz="1200">
                          <a:latin typeface="DM Sans"/>
                          <a:ea typeface="DM Sans"/>
                          <a:cs typeface="DM Sans"/>
                          <a:sym typeface="DM Sans"/>
                        </a:rPr>
                        <a:t>Table Header 6</a:t>
                      </a:r>
                      <a:endParaRPr sz="1200">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6952"/>
                    </a:solidFill>
                  </a:tcPr>
                </a:tc>
              </a:tr>
              <a:tr h="470925">
                <a:tc>
                  <a:txBody>
                    <a:bodyPr/>
                    <a:lstStyle/>
                    <a:p>
                      <a:pPr indent="0" lvl="0" marL="0" marR="0" rtl="0" algn="l">
                        <a:spcBef>
                          <a:spcPts val="0"/>
                        </a:spcBef>
                        <a:spcAft>
                          <a:spcPts val="0"/>
                        </a:spcAft>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rgbClr val="000000"/>
                        </a:buClr>
                        <a:buFont typeface="Arial"/>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rgbClr val="000000"/>
                        </a:buClr>
                        <a:buFont typeface="Arial"/>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rgbClr val="000000"/>
                        </a:buClr>
                        <a:buFont typeface="Arial"/>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r>
              <a:tr h="470925">
                <a:tc>
                  <a:txBody>
                    <a:bodyPr/>
                    <a:lstStyle/>
                    <a:p>
                      <a:pPr indent="0" lvl="0" marL="0" marR="0" rtl="0" algn="l">
                        <a:lnSpc>
                          <a:spcPct val="100000"/>
                        </a:lnSpc>
                        <a:spcBef>
                          <a:spcPts val="0"/>
                        </a:spcBef>
                        <a:spcAft>
                          <a:spcPts val="0"/>
                        </a:spcAft>
                        <a:buClr>
                          <a:srgbClr val="000000"/>
                        </a:buClr>
                        <a:buSzPts val="1600"/>
                        <a:buFont typeface="Arial"/>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3F3"/>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3F3"/>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3F3"/>
                    </a:solidFill>
                  </a:tcPr>
                </a:tc>
                <a:tc>
                  <a:txBody>
                    <a:bodyPr/>
                    <a:lstStyle/>
                    <a:p>
                      <a:pPr indent="0" lvl="0" marL="0" rtl="0" algn="l">
                        <a:spcBef>
                          <a:spcPts val="0"/>
                        </a:spcBef>
                        <a:spcAft>
                          <a:spcPts val="0"/>
                        </a:spcAft>
                        <a:buClr>
                          <a:srgbClr val="000000"/>
                        </a:buClr>
                        <a:buFont typeface="Arial"/>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3F3"/>
                    </a:solidFill>
                  </a:tcPr>
                </a:tc>
                <a:tc>
                  <a:txBody>
                    <a:bodyPr/>
                    <a:lstStyle/>
                    <a:p>
                      <a:pPr indent="0" lvl="0" marL="0" rtl="0" algn="l">
                        <a:spcBef>
                          <a:spcPts val="0"/>
                        </a:spcBef>
                        <a:spcAft>
                          <a:spcPts val="0"/>
                        </a:spcAft>
                        <a:buClr>
                          <a:srgbClr val="000000"/>
                        </a:buClr>
                        <a:buFont typeface="Arial"/>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3F3"/>
                    </a:solidFill>
                  </a:tcPr>
                </a:tc>
                <a:tc>
                  <a:txBody>
                    <a:bodyPr/>
                    <a:lstStyle/>
                    <a:p>
                      <a:pPr indent="0" lvl="0" marL="0" rtl="0" algn="l">
                        <a:spcBef>
                          <a:spcPts val="0"/>
                        </a:spcBef>
                        <a:spcAft>
                          <a:spcPts val="0"/>
                        </a:spcAft>
                        <a:buClr>
                          <a:srgbClr val="000000"/>
                        </a:buClr>
                        <a:buFont typeface="Arial"/>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3F3"/>
                    </a:solidFill>
                  </a:tcPr>
                </a:tc>
              </a:tr>
              <a:tr h="470925">
                <a:tc>
                  <a:txBody>
                    <a:bodyPr/>
                    <a:lstStyle/>
                    <a:p>
                      <a:pPr indent="0" lvl="0" marL="0" marR="0" rtl="0" algn="l">
                        <a:lnSpc>
                          <a:spcPct val="100000"/>
                        </a:lnSpc>
                        <a:spcBef>
                          <a:spcPts val="0"/>
                        </a:spcBef>
                        <a:spcAft>
                          <a:spcPts val="0"/>
                        </a:spcAft>
                        <a:buClr>
                          <a:srgbClr val="000000"/>
                        </a:buClr>
                        <a:buSzPts val="1600"/>
                        <a:buFont typeface="Arial"/>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rgbClr val="000000"/>
                        </a:buClr>
                        <a:buFont typeface="Arial"/>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rgbClr val="000000"/>
                        </a:buClr>
                        <a:buFont typeface="Arial"/>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rgbClr val="000000"/>
                        </a:buClr>
                        <a:buFont typeface="Arial"/>
                        <a:buNone/>
                      </a:pPr>
                      <a:r>
                        <a:rPr lang="en" sz="1200">
                          <a:solidFill>
                            <a:schemeClr val="dk1"/>
                          </a:solidFill>
                          <a:latin typeface="DM Sans"/>
                          <a:ea typeface="DM Sans"/>
                          <a:cs typeface="DM Sans"/>
                          <a:sym typeface="DM Sans"/>
                        </a:rPr>
                        <a:t>Table Content</a:t>
                      </a:r>
                      <a:endParaRPr sz="12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r>
            </a:tbl>
          </a:graphicData>
        </a:graphic>
      </p:graphicFrame>
      <p:graphicFrame>
        <p:nvGraphicFramePr>
          <p:cNvPr id="758" name="Google Shape;758;p82"/>
          <p:cNvGraphicFramePr/>
          <p:nvPr/>
        </p:nvGraphicFramePr>
        <p:xfrm>
          <a:off x="749213" y="1968364"/>
          <a:ext cx="3000000" cy="3000000"/>
        </p:xfrm>
        <a:graphic>
          <a:graphicData uri="http://schemas.openxmlformats.org/drawingml/2006/table">
            <a:tbl>
              <a:tblPr bandRow="1" firstRow="1">
                <a:noFill/>
                <a:tableStyleId>{B363754A-54BE-41FD-8631-09E1B99DC330}</a:tableStyleId>
              </a:tblPr>
              <a:tblGrid>
                <a:gridCol w="3559300"/>
                <a:gridCol w="3559300"/>
                <a:gridCol w="3559300"/>
              </a:tblGrid>
              <a:tr h="470925">
                <a:tc>
                  <a:txBody>
                    <a:bodyPr/>
                    <a:lstStyle/>
                    <a:p>
                      <a:pPr indent="0" lvl="0" marL="0" marR="0" rtl="0" algn="l">
                        <a:spcBef>
                          <a:spcPts val="0"/>
                        </a:spcBef>
                        <a:spcAft>
                          <a:spcPts val="0"/>
                        </a:spcAft>
                        <a:buNone/>
                      </a:pPr>
                      <a:r>
                        <a:rPr lang="en" sz="1600">
                          <a:latin typeface="DM Sans"/>
                          <a:ea typeface="DM Sans"/>
                          <a:cs typeface="DM Sans"/>
                          <a:sym typeface="DM Sans"/>
                        </a:rPr>
                        <a:t>Table Header 1</a:t>
                      </a:r>
                      <a:endParaRPr sz="1600">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1"/>
                    </a:solidFill>
                  </a:tcPr>
                </a:tc>
                <a:tc>
                  <a:txBody>
                    <a:bodyPr/>
                    <a:lstStyle/>
                    <a:p>
                      <a:pPr indent="0" lvl="0" marL="0" marR="0" rtl="0" algn="l">
                        <a:lnSpc>
                          <a:spcPct val="100000"/>
                        </a:lnSpc>
                        <a:spcBef>
                          <a:spcPts val="0"/>
                        </a:spcBef>
                        <a:spcAft>
                          <a:spcPts val="0"/>
                        </a:spcAft>
                        <a:buClr>
                          <a:srgbClr val="000000"/>
                        </a:buClr>
                        <a:buSzPts val="1900"/>
                        <a:buFont typeface="Arial"/>
                        <a:buNone/>
                      </a:pPr>
                      <a:r>
                        <a:rPr lang="en" sz="1600">
                          <a:latin typeface="DM Sans"/>
                          <a:ea typeface="DM Sans"/>
                          <a:cs typeface="DM Sans"/>
                          <a:sym typeface="DM Sans"/>
                        </a:rPr>
                        <a:t>Table Header 2</a:t>
                      </a:r>
                      <a:endParaRPr sz="1600">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1"/>
                    </a:solidFill>
                  </a:tcPr>
                </a:tc>
                <a:tc>
                  <a:txBody>
                    <a:bodyPr/>
                    <a:lstStyle/>
                    <a:p>
                      <a:pPr indent="0" lvl="0" marL="0" marR="0" rtl="0" algn="l">
                        <a:lnSpc>
                          <a:spcPct val="100000"/>
                        </a:lnSpc>
                        <a:spcBef>
                          <a:spcPts val="0"/>
                        </a:spcBef>
                        <a:spcAft>
                          <a:spcPts val="0"/>
                        </a:spcAft>
                        <a:buClr>
                          <a:srgbClr val="000000"/>
                        </a:buClr>
                        <a:buSzPts val="1900"/>
                        <a:buFont typeface="Arial"/>
                        <a:buNone/>
                      </a:pPr>
                      <a:r>
                        <a:rPr lang="en" sz="1600">
                          <a:latin typeface="DM Sans"/>
                          <a:ea typeface="DM Sans"/>
                          <a:cs typeface="DM Sans"/>
                          <a:sym typeface="DM Sans"/>
                        </a:rPr>
                        <a:t>Table Header 3</a:t>
                      </a:r>
                      <a:endParaRPr sz="1600">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1"/>
                    </a:solidFill>
                  </a:tcPr>
                </a:tc>
              </a:tr>
              <a:tr h="470925">
                <a:tc>
                  <a:txBody>
                    <a:bodyPr/>
                    <a:lstStyle/>
                    <a:p>
                      <a:pPr indent="0" lvl="0" marL="0" marR="0" rtl="0" algn="l">
                        <a:spcBef>
                          <a:spcPts val="0"/>
                        </a:spcBef>
                        <a:spcAft>
                          <a:spcPts val="0"/>
                        </a:spcAft>
                        <a:buNone/>
                      </a:pPr>
                      <a:r>
                        <a:rPr lang="en" sz="1600">
                          <a:solidFill>
                            <a:schemeClr val="dk1"/>
                          </a:solidFill>
                          <a:latin typeface="DM Sans"/>
                          <a:ea typeface="DM Sans"/>
                          <a:cs typeface="DM Sans"/>
                          <a:sym typeface="DM Sans"/>
                        </a:rPr>
                        <a:t>Table Content</a:t>
                      </a:r>
                      <a:endParaRPr sz="16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 sz="1600">
                          <a:solidFill>
                            <a:schemeClr val="dk1"/>
                          </a:solidFill>
                          <a:latin typeface="DM Sans"/>
                          <a:ea typeface="DM Sans"/>
                          <a:cs typeface="DM Sans"/>
                          <a:sym typeface="DM Sans"/>
                        </a:rPr>
                        <a:t>Table Content</a:t>
                      </a:r>
                      <a:endParaRPr sz="16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 sz="1600">
                          <a:solidFill>
                            <a:schemeClr val="dk1"/>
                          </a:solidFill>
                          <a:latin typeface="DM Sans"/>
                          <a:ea typeface="DM Sans"/>
                          <a:cs typeface="DM Sans"/>
                          <a:sym typeface="DM Sans"/>
                        </a:rPr>
                        <a:t>Table Content</a:t>
                      </a:r>
                      <a:endParaRPr sz="16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r>
              <a:tr h="470925">
                <a:tc>
                  <a:txBody>
                    <a:bodyPr/>
                    <a:lstStyle/>
                    <a:p>
                      <a:pPr indent="0" lvl="0" marL="0" marR="0" rtl="0" algn="l">
                        <a:lnSpc>
                          <a:spcPct val="100000"/>
                        </a:lnSpc>
                        <a:spcBef>
                          <a:spcPts val="0"/>
                        </a:spcBef>
                        <a:spcAft>
                          <a:spcPts val="0"/>
                        </a:spcAft>
                        <a:buClr>
                          <a:srgbClr val="000000"/>
                        </a:buClr>
                        <a:buSzPts val="1600"/>
                        <a:buFont typeface="Arial"/>
                        <a:buNone/>
                      </a:pPr>
                      <a:r>
                        <a:rPr lang="en" sz="1600">
                          <a:solidFill>
                            <a:schemeClr val="dk1"/>
                          </a:solidFill>
                          <a:latin typeface="DM Sans"/>
                          <a:ea typeface="DM Sans"/>
                          <a:cs typeface="DM Sans"/>
                          <a:sym typeface="DM Sans"/>
                        </a:rPr>
                        <a:t>Table </a:t>
                      </a:r>
                      <a:r>
                        <a:rPr lang="en" sz="1600">
                          <a:solidFill>
                            <a:schemeClr val="dk1"/>
                          </a:solidFill>
                          <a:latin typeface="DM Sans"/>
                          <a:ea typeface="DM Sans"/>
                          <a:cs typeface="DM Sans"/>
                          <a:sym typeface="DM Sans"/>
                        </a:rPr>
                        <a:t>Content</a:t>
                      </a:r>
                      <a:endParaRPr sz="16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3F3"/>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 sz="1600">
                          <a:solidFill>
                            <a:schemeClr val="dk1"/>
                          </a:solidFill>
                          <a:latin typeface="DM Sans"/>
                          <a:ea typeface="DM Sans"/>
                          <a:cs typeface="DM Sans"/>
                          <a:sym typeface="DM Sans"/>
                        </a:rPr>
                        <a:t>Table Content</a:t>
                      </a:r>
                      <a:endParaRPr sz="16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3F3"/>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 sz="1600">
                          <a:solidFill>
                            <a:schemeClr val="dk1"/>
                          </a:solidFill>
                          <a:latin typeface="DM Sans"/>
                          <a:ea typeface="DM Sans"/>
                          <a:cs typeface="DM Sans"/>
                          <a:sym typeface="DM Sans"/>
                        </a:rPr>
                        <a:t>Table Content</a:t>
                      </a:r>
                      <a:endParaRPr sz="16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3F3"/>
                    </a:solidFill>
                  </a:tcPr>
                </a:tc>
              </a:tr>
              <a:tr h="470925">
                <a:tc>
                  <a:txBody>
                    <a:bodyPr/>
                    <a:lstStyle/>
                    <a:p>
                      <a:pPr indent="0" lvl="0" marL="0" marR="0" rtl="0" algn="l">
                        <a:lnSpc>
                          <a:spcPct val="100000"/>
                        </a:lnSpc>
                        <a:spcBef>
                          <a:spcPts val="0"/>
                        </a:spcBef>
                        <a:spcAft>
                          <a:spcPts val="0"/>
                        </a:spcAft>
                        <a:buClr>
                          <a:srgbClr val="000000"/>
                        </a:buClr>
                        <a:buSzPts val="1600"/>
                        <a:buFont typeface="Arial"/>
                        <a:buNone/>
                      </a:pPr>
                      <a:r>
                        <a:rPr lang="en" sz="1600">
                          <a:solidFill>
                            <a:schemeClr val="dk1"/>
                          </a:solidFill>
                          <a:latin typeface="DM Sans"/>
                          <a:ea typeface="DM Sans"/>
                          <a:cs typeface="DM Sans"/>
                          <a:sym typeface="DM Sans"/>
                        </a:rPr>
                        <a:t>Table Content</a:t>
                      </a:r>
                      <a:endParaRPr sz="16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 sz="1600">
                          <a:solidFill>
                            <a:schemeClr val="dk1"/>
                          </a:solidFill>
                          <a:latin typeface="DM Sans"/>
                          <a:ea typeface="DM Sans"/>
                          <a:cs typeface="DM Sans"/>
                          <a:sym typeface="DM Sans"/>
                        </a:rPr>
                        <a:t>Table Content</a:t>
                      </a:r>
                      <a:endParaRPr sz="16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 sz="1600">
                          <a:solidFill>
                            <a:schemeClr val="dk1"/>
                          </a:solidFill>
                          <a:latin typeface="DM Sans"/>
                          <a:ea typeface="DM Sans"/>
                          <a:cs typeface="DM Sans"/>
                          <a:sym typeface="DM Sans"/>
                        </a:rPr>
                        <a:t>Table Content</a:t>
                      </a:r>
                      <a:endParaRPr sz="1600">
                        <a:solidFill>
                          <a:schemeClr val="dk1"/>
                        </a:solidFill>
                        <a:latin typeface="DM Sans"/>
                        <a:ea typeface="DM Sans"/>
                        <a:cs typeface="DM Sans"/>
                        <a:sym typeface="DM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83"/>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Timeline style one</a:t>
            </a:r>
            <a:endParaRPr/>
          </a:p>
        </p:txBody>
      </p:sp>
      <p:sp>
        <p:nvSpPr>
          <p:cNvPr id="764" name="Google Shape;764;p83"/>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765" name="Google Shape;765;p83"/>
          <p:cNvSpPr/>
          <p:nvPr/>
        </p:nvSpPr>
        <p:spPr>
          <a:xfrm>
            <a:off x="8880078" y="1980800"/>
            <a:ext cx="2558100" cy="2828400"/>
          </a:xfrm>
          <a:prstGeom prst="rect">
            <a:avLst/>
          </a:prstGeom>
          <a:solidFill>
            <a:srgbClr val="FFFFFF"/>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0" rtl="0" algn="l">
              <a:lnSpc>
                <a:spcPct val="115000"/>
              </a:lnSpc>
              <a:spcBef>
                <a:spcPts val="0"/>
              </a:spcBef>
              <a:spcAft>
                <a:spcPts val="0"/>
              </a:spcAft>
              <a:buNone/>
            </a:pPr>
            <a:r>
              <a:rPr lang="en" sz="1600">
                <a:solidFill>
                  <a:schemeClr val="dk1"/>
                </a:solidFill>
                <a:latin typeface="DM Sans"/>
                <a:ea typeface="DM Sans"/>
                <a:cs typeface="DM Sans"/>
                <a:sym typeface="DM Sans"/>
              </a:rPr>
              <a:t>Timeline Item D</a:t>
            </a:r>
            <a:endParaRPr sz="16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600">
              <a:solidFill>
                <a:schemeClr val="dk1"/>
              </a:solidFill>
              <a:latin typeface="DM Sans"/>
              <a:ea typeface="DM Sans"/>
              <a:cs typeface="DM Sans"/>
              <a:sym typeface="DM Sans"/>
            </a:endParaRPr>
          </a:p>
        </p:txBody>
      </p:sp>
      <p:cxnSp>
        <p:nvCxnSpPr>
          <p:cNvPr id="766" name="Google Shape;766;p83"/>
          <p:cNvCxnSpPr/>
          <p:nvPr/>
        </p:nvCxnSpPr>
        <p:spPr>
          <a:xfrm>
            <a:off x="782571" y="5698872"/>
            <a:ext cx="10644600" cy="0"/>
          </a:xfrm>
          <a:prstGeom prst="straightConnector1">
            <a:avLst/>
          </a:prstGeom>
          <a:noFill/>
          <a:ln cap="flat" cmpd="sng" w="9525">
            <a:solidFill>
              <a:srgbClr val="C4CCD6"/>
            </a:solidFill>
            <a:prstDash val="solid"/>
            <a:round/>
            <a:headEnd len="med" w="med" type="none"/>
            <a:tailEnd len="med" w="med" type="triangle"/>
          </a:ln>
        </p:spPr>
      </p:cxnSp>
      <p:cxnSp>
        <p:nvCxnSpPr>
          <p:cNvPr id="767" name="Google Shape;767;p83"/>
          <p:cNvCxnSpPr>
            <a:stCxn id="765" idx="2"/>
          </p:cNvCxnSpPr>
          <p:nvPr/>
        </p:nvCxnSpPr>
        <p:spPr>
          <a:xfrm>
            <a:off x="10159128" y="4809200"/>
            <a:ext cx="0" cy="925200"/>
          </a:xfrm>
          <a:prstGeom prst="straightConnector1">
            <a:avLst/>
          </a:prstGeom>
          <a:noFill/>
          <a:ln cap="flat" cmpd="sng" w="9525">
            <a:solidFill>
              <a:schemeClr val="accent1"/>
            </a:solidFill>
            <a:prstDash val="solid"/>
            <a:round/>
            <a:headEnd len="med" w="med" type="none"/>
            <a:tailEnd len="med" w="med" type="oval"/>
          </a:ln>
        </p:spPr>
      </p:cxnSp>
      <p:sp>
        <p:nvSpPr>
          <p:cNvPr id="768" name="Google Shape;768;p83"/>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subtitle here</a:t>
            </a:r>
            <a:endParaRPr/>
          </a:p>
        </p:txBody>
      </p:sp>
      <p:sp>
        <p:nvSpPr>
          <p:cNvPr id="769" name="Google Shape;769;p83"/>
          <p:cNvSpPr txBox="1"/>
          <p:nvPr/>
        </p:nvSpPr>
        <p:spPr>
          <a:xfrm>
            <a:off x="762009" y="5883933"/>
            <a:ext cx="2558100" cy="524700"/>
          </a:xfrm>
          <a:prstGeom prst="rect">
            <a:avLst/>
          </a:prstGeom>
          <a:noFill/>
          <a:ln>
            <a:noFill/>
          </a:ln>
        </p:spPr>
        <p:txBody>
          <a:bodyPr anchorCtr="0" anchor="t" bIns="121875" lIns="121875" spcFirstLastPara="1" rIns="121875" wrap="square" tIns="121875">
            <a:noAutofit/>
          </a:bodyPr>
          <a:lstStyle/>
          <a:p>
            <a:pPr indent="0" lvl="0" marL="0" rtl="0" algn="ctr">
              <a:spcBef>
                <a:spcPts val="0"/>
              </a:spcBef>
              <a:spcAft>
                <a:spcPts val="0"/>
              </a:spcAft>
              <a:buNone/>
            </a:pPr>
            <a:r>
              <a:rPr lang="en" sz="1600">
                <a:solidFill>
                  <a:schemeClr val="dk1"/>
                </a:solidFill>
                <a:latin typeface="DM Sans"/>
                <a:ea typeface="DM Sans"/>
                <a:cs typeface="DM Sans"/>
                <a:sym typeface="DM Sans"/>
              </a:rPr>
              <a:t>Date or time</a:t>
            </a:r>
            <a:endParaRPr sz="1600">
              <a:solidFill>
                <a:schemeClr val="dk1"/>
              </a:solidFill>
              <a:latin typeface="DM Sans"/>
              <a:ea typeface="DM Sans"/>
              <a:cs typeface="DM Sans"/>
              <a:sym typeface="DM Sans"/>
            </a:endParaRPr>
          </a:p>
        </p:txBody>
      </p:sp>
      <p:sp>
        <p:nvSpPr>
          <p:cNvPr id="770" name="Google Shape;770;p83"/>
          <p:cNvSpPr txBox="1"/>
          <p:nvPr/>
        </p:nvSpPr>
        <p:spPr>
          <a:xfrm>
            <a:off x="3468032" y="5883933"/>
            <a:ext cx="2558100" cy="524700"/>
          </a:xfrm>
          <a:prstGeom prst="rect">
            <a:avLst/>
          </a:prstGeom>
          <a:noFill/>
          <a:ln>
            <a:noFill/>
          </a:ln>
        </p:spPr>
        <p:txBody>
          <a:bodyPr anchorCtr="0" anchor="t" bIns="121875" lIns="121875" spcFirstLastPara="1" rIns="121875" wrap="square" tIns="121875">
            <a:noAutofit/>
          </a:bodyPr>
          <a:lstStyle/>
          <a:p>
            <a:pPr indent="0" lvl="0" marL="0" rtl="0" algn="ctr">
              <a:spcBef>
                <a:spcPts val="0"/>
              </a:spcBef>
              <a:spcAft>
                <a:spcPts val="0"/>
              </a:spcAft>
              <a:buNone/>
            </a:pPr>
            <a:r>
              <a:rPr lang="en" sz="1600">
                <a:solidFill>
                  <a:schemeClr val="dk1"/>
                </a:solidFill>
                <a:latin typeface="DM Sans"/>
                <a:ea typeface="DM Sans"/>
                <a:cs typeface="DM Sans"/>
                <a:sym typeface="DM Sans"/>
              </a:rPr>
              <a:t>Date or time</a:t>
            </a:r>
            <a:endParaRPr sz="1600">
              <a:solidFill>
                <a:schemeClr val="dk1"/>
              </a:solidFill>
              <a:latin typeface="DM Sans"/>
              <a:ea typeface="DM Sans"/>
              <a:cs typeface="DM Sans"/>
              <a:sym typeface="DM Sans"/>
            </a:endParaRPr>
          </a:p>
        </p:txBody>
      </p:sp>
      <p:sp>
        <p:nvSpPr>
          <p:cNvPr id="771" name="Google Shape;771;p83"/>
          <p:cNvSpPr txBox="1"/>
          <p:nvPr/>
        </p:nvSpPr>
        <p:spPr>
          <a:xfrm>
            <a:off x="6174055" y="5883933"/>
            <a:ext cx="2558100" cy="524700"/>
          </a:xfrm>
          <a:prstGeom prst="rect">
            <a:avLst/>
          </a:prstGeom>
          <a:noFill/>
          <a:ln>
            <a:noFill/>
          </a:ln>
        </p:spPr>
        <p:txBody>
          <a:bodyPr anchorCtr="0" anchor="t" bIns="121875" lIns="121875" spcFirstLastPara="1" rIns="121875" wrap="square" tIns="121875">
            <a:noAutofit/>
          </a:bodyPr>
          <a:lstStyle/>
          <a:p>
            <a:pPr indent="0" lvl="0" marL="0" rtl="0" algn="ctr">
              <a:spcBef>
                <a:spcPts val="0"/>
              </a:spcBef>
              <a:spcAft>
                <a:spcPts val="0"/>
              </a:spcAft>
              <a:buNone/>
            </a:pPr>
            <a:r>
              <a:rPr lang="en" sz="1600">
                <a:solidFill>
                  <a:schemeClr val="dk1"/>
                </a:solidFill>
                <a:latin typeface="DM Sans"/>
                <a:ea typeface="DM Sans"/>
                <a:cs typeface="DM Sans"/>
                <a:sym typeface="DM Sans"/>
              </a:rPr>
              <a:t>Date or time</a:t>
            </a:r>
            <a:endParaRPr sz="1600">
              <a:solidFill>
                <a:schemeClr val="dk1"/>
              </a:solidFill>
              <a:latin typeface="DM Sans"/>
              <a:ea typeface="DM Sans"/>
              <a:cs typeface="DM Sans"/>
              <a:sym typeface="DM Sans"/>
            </a:endParaRPr>
          </a:p>
        </p:txBody>
      </p:sp>
      <p:sp>
        <p:nvSpPr>
          <p:cNvPr id="772" name="Google Shape;772;p83"/>
          <p:cNvSpPr txBox="1"/>
          <p:nvPr/>
        </p:nvSpPr>
        <p:spPr>
          <a:xfrm>
            <a:off x="8880078" y="5883933"/>
            <a:ext cx="2558100" cy="524700"/>
          </a:xfrm>
          <a:prstGeom prst="rect">
            <a:avLst/>
          </a:prstGeom>
          <a:noFill/>
          <a:ln>
            <a:noFill/>
          </a:ln>
        </p:spPr>
        <p:txBody>
          <a:bodyPr anchorCtr="0" anchor="t" bIns="121875" lIns="121875" spcFirstLastPara="1" rIns="121875" wrap="square" tIns="121875">
            <a:noAutofit/>
          </a:bodyPr>
          <a:lstStyle/>
          <a:p>
            <a:pPr indent="0" lvl="0" marL="0" rtl="0" algn="ctr">
              <a:spcBef>
                <a:spcPts val="0"/>
              </a:spcBef>
              <a:spcAft>
                <a:spcPts val="0"/>
              </a:spcAft>
              <a:buNone/>
            </a:pPr>
            <a:r>
              <a:rPr lang="en" sz="1600">
                <a:solidFill>
                  <a:schemeClr val="dk1"/>
                </a:solidFill>
                <a:latin typeface="DM Sans"/>
                <a:ea typeface="DM Sans"/>
                <a:cs typeface="DM Sans"/>
                <a:sym typeface="DM Sans"/>
              </a:rPr>
              <a:t>Date or time</a:t>
            </a:r>
            <a:endParaRPr sz="1600">
              <a:solidFill>
                <a:schemeClr val="dk1"/>
              </a:solidFill>
              <a:latin typeface="DM Sans"/>
              <a:ea typeface="DM Sans"/>
              <a:cs typeface="DM Sans"/>
              <a:sym typeface="DM Sans"/>
            </a:endParaRPr>
          </a:p>
        </p:txBody>
      </p:sp>
      <p:sp>
        <p:nvSpPr>
          <p:cNvPr id="773" name="Google Shape;773;p83"/>
          <p:cNvSpPr/>
          <p:nvPr/>
        </p:nvSpPr>
        <p:spPr>
          <a:xfrm>
            <a:off x="6174055" y="1980800"/>
            <a:ext cx="2558100" cy="2828400"/>
          </a:xfrm>
          <a:prstGeom prst="rect">
            <a:avLst/>
          </a:prstGeom>
          <a:solidFill>
            <a:srgbClr val="FFFFFF"/>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0" rtl="0" algn="l">
              <a:lnSpc>
                <a:spcPct val="115000"/>
              </a:lnSpc>
              <a:spcBef>
                <a:spcPts val="0"/>
              </a:spcBef>
              <a:spcAft>
                <a:spcPts val="0"/>
              </a:spcAft>
              <a:buNone/>
            </a:pPr>
            <a:r>
              <a:rPr lang="en" sz="1600">
                <a:solidFill>
                  <a:schemeClr val="dk1"/>
                </a:solidFill>
                <a:latin typeface="DM Sans"/>
                <a:ea typeface="DM Sans"/>
                <a:cs typeface="DM Sans"/>
                <a:sym typeface="DM Sans"/>
              </a:rPr>
              <a:t>Timeline Item C</a:t>
            </a:r>
            <a:endParaRPr sz="16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600">
              <a:solidFill>
                <a:schemeClr val="dk1"/>
              </a:solidFill>
              <a:latin typeface="DM Sans"/>
              <a:ea typeface="DM Sans"/>
              <a:cs typeface="DM Sans"/>
              <a:sym typeface="DM Sans"/>
            </a:endParaRPr>
          </a:p>
        </p:txBody>
      </p:sp>
      <p:cxnSp>
        <p:nvCxnSpPr>
          <p:cNvPr id="774" name="Google Shape;774;p83"/>
          <p:cNvCxnSpPr>
            <a:stCxn id="773" idx="2"/>
          </p:cNvCxnSpPr>
          <p:nvPr/>
        </p:nvCxnSpPr>
        <p:spPr>
          <a:xfrm>
            <a:off x="7453105" y="4809200"/>
            <a:ext cx="0" cy="925200"/>
          </a:xfrm>
          <a:prstGeom prst="straightConnector1">
            <a:avLst/>
          </a:prstGeom>
          <a:noFill/>
          <a:ln cap="flat" cmpd="sng" w="9525">
            <a:solidFill>
              <a:schemeClr val="accent1"/>
            </a:solidFill>
            <a:prstDash val="solid"/>
            <a:round/>
            <a:headEnd len="med" w="med" type="none"/>
            <a:tailEnd len="med" w="med" type="oval"/>
          </a:ln>
        </p:spPr>
      </p:cxnSp>
      <p:sp>
        <p:nvSpPr>
          <p:cNvPr id="775" name="Google Shape;775;p83"/>
          <p:cNvSpPr/>
          <p:nvPr/>
        </p:nvSpPr>
        <p:spPr>
          <a:xfrm>
            <a:off x="3468032" y="1980800"/>
            <a:ext cx="2558100" cy="2828400"/>
          </a:xfrm>
          <a:prstGeom prst="rect">
            <a:avLst/>
          </a:prstGeom>
          <a:solidFill>
            <a:srgbClr val="FFFFFF"/>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0" rtl="0" algn="l">
              <a:lnSpc>
                <a:spcPct val="115000"/>
              </a:lnSpc>
              <a:spcBef>
                <a:spcPts val="0"/>
              </a:spcBef>
              <a:spcAft>
                <a:spcPts val="0"/>
              </a:spcAft>
              <a:buNone/>
            </a:pPr>
            <a:r>
              <a:rPr lang="en" sz="1600">
                <a:solidFill>
                  <a:schemeClr val="dk1"/>
                </a:solidFill>
                <a:latin typeface="DM Sans"/>
                <a:ea typeface="DM Sans"/>
                <a:cs typeface="DM Sans"/>
                <a:sym typeface="DM Sans"/>
              </a:rPr>
              <a:t>Timeline Item B</a:t>
            </a:r>
            <a:endParaRPr sz="16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600">
              <a:solidFill>
                <a:schemeClr val="dk1"/>
              </a:solidFill>
              <a:latin typeface="DM Sans"/>
              <a:ea typeface="DM Sans"/>
              <a:cs typeface="DM Sans"/>
              <a:sym typeface="DM Sans"/>
            </a:endParaRPr>
          </a:p>
        </p:txBody>
      </p:sp>
      <p:cxnSp>
        <p:nvCxnSpPr>
          <p:cNvPr id="776" name="Google Shape;776;p83"/>
          <p:cNvCxnSpPr>
            <a:stCxn id="775" idx="2"/>
          </p:cNvCxnSpPr>
          <p:nvPr/>
        </p:nvCxnSpPr>
        <p:spPr>
          <a:xfrm>
            <a:off x="4747082" y="4809200"/>
            <a:ext cx="0" cy="925200"/>
          </a:xfrm>
          <a:prstGeom prst="straightConnector1">
            <a:avLst/>
          </a:prstGeom>
          <a:noFill/>
          <a:ln cap="flat" cmpd="sng" w="9525">
            <a:solidFill>
              <a:schemeClr val="accent1"/>
            </a:solidFill>
            <a:prstDash val="solid"/>
            <a:round/>
            <a:headEnd len="med" w="med" type="none"/>
            <a:tailEnd len="med" w="med" type="oval"/>
          </a:ln>
        </p:spPr>
      </p:cxnSp>
      <p:sp>
        <p:nvSpPr>
          <p:cNvPr id="777" name="Google Shape;777;p83"/>
          <p:cNvSpPr/>
          <p:nvPr/>
        </p:nvSpPr>
        <p:spPr>
          <a:xfrm>
            <a:off x="762009" y="1980800"/>
            <a:ext cx="2558100" cy="2828400"/>
          </a:xfrm>
          <a:prstGeom prst="rect">
            <a:avLst/>
          </a:prstGeom>
          <a:solidFill>
            <a:srgbClr val="FFFFFF"/>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0" rtl="0" algn="l">
              <a:lnSpc>
                <a:spcPct val="115000"/>
              </a:lnSpc>
              <a:spcBef>
                <a:spcPts val="0"/>
              </a:spcBef>
              <a:spcAft>
                <a:spcPts val="0"/>
              </a:spcAft>
              <a:buNone/>
            </a:pPr>
            <a:r>
              <a:rPr lang="en" sz="1600">
                <a:solidFill>
                  <a:schemeClr val="dk1"/>
                </a:solidFill>
                <a:latin typeface="DM Sans"/>
                <a:ea typeface="DM Sans"/>
                <a:cs typeface="DM Sans"/>
                <a:sym typeface="DM Sans"/>
              </a:rPr>
              <a:t>Timeline Item A</a:t>
            </a:r>
            <a:endParaRPr sz="16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600">
              <a:solidFill>
                <a:schemeClr val="dk1"/>
              </a:solidFill>
              <a:latin typeface="DM Sans"/>
              <a:ea typeface="DM Sans"/>
              <a:cs typeface="DM Sans"/>
              <a:sym typeface="DM Sans"/>
            </a:endParaRPr>
          </a:p>
        </p:txBody>
      </p:sp>
      <p:cxnSp>
        <p:nvCxnSpPr>
          <p:cNvPr id="778" name="Google Shape;778;p83"/>
          <p:cNvCxnSpPr>
            <a:stCxn id="777" idx="2"/>
          </p:cNvCxnSpPr>
          <p:nvPr/>
        </p:nvCxnSpPr>
        <p:spPr>
          <a:xfrm>
            <a:off x="2041059" y="4809200"/>
            <a:ext cx="0" cy="925200"/>
          </a:xfrm>
          <a:prstGeom prst="straightConnector1">
            <a:avLst/>
          </a:prstGeom>
          <a:noFill/>
          <a:ln cap="flat" cmpd="sng" w="9525">
            <a:solidFill>
              <a:schemeClr val="accent1"/>
            </a:solidFill>
            <a:prstDash val="solid"/>
            <a:round/>
            <a:headEnd len="med" w="med" type="none"/>
            <a:tailEnd len="med" w="med" type="oval"/>
          </a:ln>
        </p:spPr>
      </p:cxn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84"/>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Timeline style two</a:t>
            </a:r>
            <a:endParaRPr/>
          </a:p>
        </p:txBody>
      </p:sp>
      <p:sp>
        <p:nvSpPr>
          <p:cNvPr id="784" name="Google Shape;784;p84"/>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cxnSp>
        <p:nvCxnSpPr>
          <p:cNvPr id="785" name="Google Shape;785;p84"/>
          <p:cNvCxnSpPr/>
          <p:nvPr/>
        </p:nvCxnSpPr>
        <p:spPr>
          <a:xfrm>
            <a:off x="782571" y="3813138"/>
            <a:ext cx="10644600" cy="0"/>
          </a:xfrm>
          <a:prstGeom prst="straightConnector1">
            <a:avLst/>
          </a:prstGeom>
          <a:noFill/>
          <a:ln cap="flat" cmpd="sng" w="9525">
            <a:solidFill>
              <a:srgbClr val="C4CCD6"/>
            </a:solidFill>
            <a:prstDash val="solid"/>
            <a:round/>
            <a:headEnd len="med" w="med" type="none"/>
            <a:tailEnd len="med" w="med" type="triangle"/>
          </a:ln>
        </p:spPr>
      </p:cxnSp>
      <p:sp>
        <p:nvSpPr>
          <p:cNvPr id="786" name="Google Shape;786;p84"/>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subtitle here</a:t>
            </a:r>
            <a:endParaRPr/>
          </a:p>
        </p:txBody>
      </p:sp>
      <p:sp>
        <p:nvSpPr>
          <p:cNvPr id="787" name="Google Shape;787;p84"/>
          <p:cNvSpPr/>
          <p:nvPr/>
        </p:nvSpPr>
        <p:spPr>
          <a:xfrm>
            <a:off x="762009" y="1980800"/>
            <a:ext cx="2558100" cy="1448400"/>
          </a:xfrm>
          <a:prstGeom prst="rect">
            <a:avLst/>
          </a:prstGeom>
          <a:solidFill>
            <a:srgbClr val="FFFFFF"/>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0" rtl="0" algn="l">
              <a:lnSpc>
                <a:spcPct val="115000"/>
              </a:lnSpc>
              <a:spcBef>
                <a:spcPts val="0"/>
              </a:spcBef>
              <a:spcAft>
                <a:spcPts val="0"/>
              </a:spcAft>
              <a:buNone/>
            </a:pPr>
            <a:r>
              <a:rPr lang="en" sz="1600">
                <a:solidFill>
                  <a:schemeClr val="dk1"/>
                </a:solidFill>
                <a:latin typeface="DM Sans"/>
                <a:ea typeface="DM Sans"/>
                <a:cs typeface="DM Sans"/>
                <a:sym typeface="DM Sans"/>
              </a:rPr>
              <a:t>Timeline Item A</a:t>
            </a:r>
            <a:endParaRPr sz="16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600">
              <a:solidFill>
                <a:schemeClr val="dk1"/>
              </a:solidFill>
              <a:latin typeface="DM Sans"/>
              <a:ea typeface="DM Sans"/>
              <a:cs typeface="DM Sans"/>
              <a:sym typeface="DM Sans"/>
            </a:endParaRPr>
          </a:p>
        </p:txBody>
      </p:sp>
      <p:cxnSp>
        <p:nvCxnSpPr>
          <p:cNvPr id="788" name="Google Shape;788;p84"/>
          <p:cNvCxnSpPr>
            <a:stCxn id="787" idx="2"/>
          </p:cNvCxnSpPr>
          <p:nvPr/>
        </p:nvCxnSpPr>
        <p:spPr>
          <a:xfrm>
            <a:off x="2041059" y="3429200"/>
            <a:ext cx="0" cy="422400"/>
          </a:xfrm>
          <a:prstGeom prst="straightConnector1">
            <a:avLst/>
          </a:prstGeom>
          <a:noFill/>
          <a:ln cap="flat" cmpd="sng" w="9525">
            <a:solidFill>
              <a:schemeClr val="accent1"/>
            </a:solidFill>
            <a:prstDash val="solid"/>
            <a:round/>
            <a:headEnd len="med" w="med" type="none"/>
            <a:tailEnd len="med" w="med" type="oval"/>
          </a:ln>
        </p:spPr>
      </p:cxnSp>
      <p:sp>
        <p:nvSpPr>
          <p:cNvPr id="789" name="Google Shape;789;p84"/>
          <p:cNvSpPr/>
          <p:nvPr/>
        </p:nvSpPr>
        <p:spPr>
          <a:xfrm>
            <a:off x="2124402" y="4197067"/>
            <a:ext cx="2558100" cy="1448400"/>
          </a:xfrm>
          <a:prstGeom prst="rect">
            <a:avLst/>
          </a:prstGeom>
          <a:solidFill>
            <a:srgbClr val="FFFFFF"/>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0" rtl="0" algn="l">
              <a:lnSpc>
                <a:spcPct val="115000"/>
              </a:lnSpc>
              <a:spcBef>
                <a:spcPts val="0"/>
              </a:spcBef>
              <a:spcAft>
                <a:spcPts val="0"/>
              </a:spcAft>
              <a:buNone/>
            </a:pPr>
            <a:r>
              <a:rPr lang="en" sz="1600">
                <a:solidFill>
                  <a:schemeClr val="dk1"/>
                </a:solidFill>
                <a:latin typeface="DM Sans"/>
                <a:ea typeface="DM Sans"/>
                <a:cs typeface="DM Sans"/>
                <a:sym typeface="DM Sans"/>
              </a:rPr>
              <a:t>Timeline Item B</a:t>
            </a:r>
            <a:endParaRPr sz="16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600">
              <a:solidFill>
                <a:schemeClr val="dk1"/>
              </a:solidFill>
              <a:latin typeface="DM Sans"/>
              <a:ea typeface="DM Sans"/>
              <a:cs typeface="DM Sans"/>
              <a:sym typeface="DM Sans"/>
            </a:endParaRPr>
          </a:p>
        </p:txBody>
      </p:sp>
      <p:cxnSp>
        <p:nvCxnSpPr>
          <p:cNvPr id="790" name="Google Shape;790;p84"/>
          <p:cNvCxnSpPr>
            <a:stCxn id="789" idx="0"/>
          </p:cNvCxnSpPr>
          <p:nvPr/>
        </p:nvCxnSpPr>
        <p:spPr>
          <a:xfrm rot="10800000">
            <a:off x="3403452" y="3789067"/>
            <a:ext cx="0" cy="408000"/>
          </a:xfrm>
          <a:prstGeom prst="straightConnector1">
            <a:avLst/>
          </a:prstGeom>
          <a:noFill/>
          <a:ln cap="flat" cmpd="sng" w="9525">
            <a:solidFill>
              <a:schemeClr val="accent1"/>
            </a:solidFill>
            <a:prstDash val="solid"/>
            <a:round/>
            <a:headEnd len="med" w="med" type="none"/>
            <a:tailEnd len="med" w="med" type="oval"/>
          </a:ln>
        </p:spPr>
      </p:cxnSp>
      <p:sp>
        <p:nvSpPr>
          <p:cNvPr id="791" name="Google Shape;791;p84"/>
          <p:cNvSpPr/>
          <p:nvPr/>
        </p:nvSpPr>
        <p:spPr>
          <a:xfrm>
            <a:off x="3468032" y="1980800"/>
            <a:ext cx="2558100" cy="1448400"/>
          </a:xfrm>
          <a:prstGeom prst="rect">
            <a:avLst/>
          </a:prstGeom>
          <a:solidFill>
            <a:srgbClr val="FFFFFF"/>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0" rtl="0" algn="l">
              <a:lnSpc>
                <a:spcPct val="115000"/>
              </a:lnSpc>
              <a:spcBef>
                <a:spcPts val="0"/>
              </a:spcBef>
              <a:spcAft>
                <a:spcPts val="0"/>
              </a:spcAft>
              <a:buNone/>
            </a:pPr>
            <a:r>
              <a:rPr lang="en" sz="1600">
                <a:solidFill>
                  <a:schemeClr val="dk1"/>
                </a:solidFill>
                <a:latin typeface="DM Sans"/>
                <a:ea typeface="DM Sans"/>
                <a:cs typeface="DM Sans"/>
                <a:sym typeface="DM Sans"/>
              </a:rPr>
              <a:t>Timeline Item C</a:t>
            </a:r>
            <a:endParaRPr sz="16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600">
              <a:solidFill>
                <a:schemeClr val="dk1"/>
              </a:solidFill>
              <a:latin typeface="DM Sans"/>
              <a:ea typeface="DM Sans"/>
              <a:cs typeface="DM Sans"/>
              <a:sym typeface="DM Sans"/>
            </a:endParaRPr>
          </a:p>
        </p:txBody>
      </p:sp>
      <p:cxnSp>
        <p:nvCxnSpPr>
          <p:cNvPr id="792" name="Google Shape;792;p84"/>
          <p:cNvCxnSpPr>
            <a:stCxn id="791" idx="2"/>
          </p:cNvCxnSpPr>
          <p:nvPr/>
        </p:nvCxnSpPr>
        <p:spPr>
          <a:xfrm>
            <a:off x="4747082" y="3429200"/>
            <a:ext cx="0" cy="422400"/>
          </a:xfrm>
          <a:prstGeom prst="straightConnector1">
            <a:avLst/>
          </a:prstGeom>
          <a:noFill/>
          <a:ln cap="flat" cmpd="sng" w="9525">
            <a:solidFill>
              <a:schemeClr val="accent1"/>
            </a:solidFill>
            <a:prstDash val="solid"/>
            <a:round/>
            <a:headEnd len="med" w="med" type="none"/>
            <a:tailEnd len="med" w="med" type="oval"/>
          </a:ln>
        </p:spPr>
      </p:cxnSp>
      <p:sp>
        <p:nvSpPr>
          <p:cNvPr id="793" name="Google Shape;793;p84"/>
          <p:cNvSpPr/>
          <p:nvPr/>
        </p:nvSpPr>
        <p:spPr>
          <a:xfrm>
            <a:off x="4830425" y="4197067"/>
            <a:ext cx="2558100" cy="1448400"/>
          </a:xfrm>
          <a:prstGeom prst="rect">
            <a:avLst/>
          </a:prstGeom>
          <a:solidFill>
            <a:srgbClr val="FFFFFF"/>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0" rtl="0" algn="l">
              <a:lnSpc>
                <a:spcPct val="115000"/>
              </a:lnSpc>
              <a:spcBef>
                <a:spcPts val="0"/>
              </a:spcBef>
              <a:spcAft>
                <a:spcPts val="0"/>
              </a:spcAft>
              <a:buNone/>
            </a:pPr>
            <a:r>
              <a:rPr lang="en" sz="1600">
                <a:solidFill>
                  <a:schemeClr val="dk1"/>
                </a:solidFill>
                <a:latin typeface="DM Sans"/>
                <a:ea typeface="DM Sans"/>
                <a:cs typeface="DM Sans"/>
                <a:sym typeface="DM Sans"/>
              </a:rPr>
              <a:t>Timeline Item D</a:t>
            </a:r>
            <a:endParaRPr sz="16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600">
              <a:solidFill>
                <a:schemeClr val="dk1"/>
              </a:solidFill>
              <a:latin typeface="DM Sans"/>
              <a:ea typeface="DM Sans"/>
              <a:cs typeface="DM Sans"/>
              <a:sym typeface="DM Sans"/>
            </a:endParaRPr>
          </a:p>
        </p:txBody>
      </p:sp>
      <p:cxnSp>
        <p:nvCxnSpPr>
          <p:cNvPr id="794" name="Google Shape;794;p84"/>
          <p:cNvCxnSpPr>
            <a:stCxn id="793" idx="0"/>
          </p:cNvCxnSpPr>
          <p:nvPr/>
        </p:nvCxnSpPr>
        <p:spPr>
          <a:xfrm rot="10800000">
            <a:off x="6109475" y="3789067"/>
            <a:ext cx="0" cy="408000"/>
          </a:xfrm>
          <a:prstGeom prst="straightConnector1">
            <a:avLst/>
          </a:prstGeom>
          <a:noFill/>
          <a:ln cap="flat" cmpd="sng" w="9525">
            <a:solidFill>
              <a:schemeClr val="accent1"/>
            </a:solidFill>
            <a:prstDash val="solid"/>
            <a:round/>
            <a:headEnd len="med" w="med" type="none"/>
            <a:tailEnd len="med" w="med" type="oval"/>
          </a:ln>
        </p:spPr>
      </p:cxnSp>
      <p:sp>
        <p:nvSpPr>
          <p:cNvPr id="795" name="Google Shape;795;p84"/>
          <p:cNvSpPr/>
          <p:nvPr/>
        </p:nvSpPr>
        <p:spPr>
          <a:xfrm>
            <a:off x="6164724" y="1980800"/>
            <a:ext cx="2558100" cy="1448400"/>
          </a:xfrm>
          <a:prstGeom prst="rect">
            <a:avLst/>
          </a:prstGeom>
          <a:solidFill>
            <a:srgbClr val="FFFFFF"/>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0" rtl="0" algn="l">
              <a:lnSpc>
                <a:spcPct val="115000"/>
              </a:lnSpc>
              <a:spcBef>
                <a:spcPts val="0"/>
              </a:spcBef>
              <a:spcAft>
                <a:spcPts val="0"/>
              </a:spcAft>
              <a:buNone/>
            </a:pPr>
            <a:r>
              <a:rPr lang="en" sz="1600">
                <a:solidFill>
                  <a:schemeClr val="dk1"/>
                </a:solidFill>
                <a:latin typeface="DM Sans"/>
                <a:ea typeface="DM Sans"/>
                <a:cs typeface="DM Sans"/>
                <a:sym typeface="DM Sans"/>
              </a:rPr>
              <a:t>Timeline Item E</a:t>
            </a:r>
            <a:endParaRPr sz="16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600">
              <a:solidFill>
                <a:schemeClr val="dk1"/>
              </a:solidFill>
              <a:latin typeface="DM Sans"/>
              <a:ea typeface="DM Sans"/>
              <a:cs typeface="DM Sans"/>
              <a:sym typeface="DM Sans"/>
            </a:endParaRPr>
          </a:p>
        </p:txBody>
      </p:sp>
      <p:cxnSp>
        <p:nvCxnSpPr>
          <p:cNvPr id="796" name="Google Shape;796;p84"/>
          <p:cNvCxnSpPr>
            <a:stCxn id="795" idx="2"/>
          </p:cNvCxnSpPr>
          <p:nvPr/>
        </p:nvCxnSpPr>
        <p:spPr>
          <a:xfrm>
            <a:off x="7443774" y="3429200"/>
            <a:ext cx="0" cy="422400"/>
          </a:xfrm>
          <a:prstGeom prst="straightConnector1">
            <a:avLst/>
          </a:prstGeom>
          <a:noFill/>
          <a:ln cap="flat" cmpd="sng" w="9525">
            <a:solidFill>
              <a:schemeClr val="accent1"/>
            </a:solidFill>
            <a:prstDash val="solid"/>
            <a:round/>
            <a:headEnd len="med" w="med" type="none"/>
            <a:tailEnd len="med" w="med" type="oval"/>
          </a:ln>
        </p:spPr>
      </p:cxnSp>
      <p:sp>
        <p:nvSpPr>
          <p:cNvPr id="797" name="Google Shape;797;p84"/>
          <p:cNvSpPr/>
          <p:nvPr/>
        </p:nvSpPr>
        <p:spPr>
          <a:xfrm>
            <a:off x="7527117" y="4197067"/>
            <a:ext cx="2558100" cy="1448400"/>
          </a:xfrm>
          <a:prstGeom prst="rect">
            <a:avLst/>
          </a:prstGeom>
          <a:solidFill>
            <a:srgbClr val="FFFFFF"/>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0" rtl="0" algn="l">
              <a:lnSpc>
                <a:spcPct val="115000"/>
              </a:lnSpc>
              <a:spcBef>
                <a:spcPts val="0"/>
              </a:spcBef>
              <a:spcAft>
                <a:spcPts val="0"/>
              </a:spcAft>
              <a:buNone/>
            </a:pPr>
            <a:r>
              <a:rPr lang="en" sz="1600">
                <a:solidFill>
                  <a:schemeClr val="dk1"/>
                </a:solidFill>
                <a:latin typeface="DM Sans"/>
                <a:ea typeface="DM Sans"/>
                <a:cs typeface="DM Sans"/>
                <a:sym typeface="DM Sans"/>
              </a:rPr>
              <a:t>Timeline Item F</a:t>
            </a:r>
            <a:endParaRPr sz="16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600">
              <a:solidFill>
                <a:schemeClr val="dk1"/>
              </a:solidFill>
              <a:latin typeface="DM Sans"/>
              <a:ea typeface="DM Sans"/>
              <a:cs typeface="DM Sans"/>
              <a:sym typeface="DM Sans"/>
            </a:endParaRPr>
          </a:p>
        </p:txBody>
      </p:sp>
      <p:cxnSp>
        <p:nvCxnSpPr>
          <p:cNvPr id="798" name="Google Shape;798;p84"/>
          <p:cNvCxnSpPr>
            <a:stCxn id="797" idx="0"/>
          </p:cNvCxnSpPr>
          <p:nvPr/>
        </p:nvCxnSpPr>
        <p:spPr>
          <a:xfrm rot="10800000">
            <a:off x="8806167" y="3789067"/>
            <a:ext cx="0" cy="408000"/>
          </a:xfrm>
          <a:prstGeom prst="straightConnector1">
            <a:avLst/>
          </a:prstGeom>
          <a:noFill/>
          <a:ln cap="flat" cmpd="sng" w="9525">
            <a:solidFill>
              <a:schemeClr val="accent1"/>
            </a:solidFill>
            <a:prstDash val="solid"/>
            <a:round/>
            <a:headEnd len="med" w="med" type="none"/>
            <a:tailEnd len="med" w="med" type="oval"/>
          </a:ln>
        </p:spPr>
      </p:cxnSp>
      <p:sp>
        <p:nvSpPr>
          <p:cNvPr id="799" name="Google Shape;799;p84"/>
          <p:cNvSpPr/>
          <p:nvPr/>
        </p:nvSpPr>
        <p:spPr>
          <a:xfrm>
            <a:off x="8868881" y="1980800"/>
            <a:ext cx="2558100" cy="1448400"/>
          </a:xfrm>
          <a:prstGeom prst="rect">
            <a:avLst/>
          </a:prstGeom>
          <a:solidFill>
            <a:srgbClr val="FFFFFF"/>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0" rtl="0" algn="l">
              <a:lnSpc>
                <a:spcPct val="115000"/>
              </a:lnSpc>
              <a:spcBef>
                <a:spcPts val="0"/>
              </a:spcBef>
              <a:spcAft>
                <a:spcPts val="0"/>
              </a:spcAft>
              <a:buNone/>
            </a:pPr>
            <a:r>
              <a:rPr lang="en" sz="1600">
                <a:solidFill>
                  <a:schemeClr val="dk1"/>
                </a:solidFill>
                <a:latin typeface="DM Sans"/>
                <a:ea typeface="DM Sans"/>
                <a:cs typeface="DM Sans"/>
                <a:sym typeface="DM Sans"/>
              </a:rPr>
              <a:t>Timeline Item G</a:t>
            </a:r>
            <a:endParaRPr sz="16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600">
              <a:solidFill>
                <a:schemeClr val="dk1"/>
              </a:solidFill>
              <a:latin typeface="DM Sans"/>
              <a:ea typeface="DM Sans"/>
              <a:cs typeface="DM Sans"/>
              <a:sym typeface="DM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85"/>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Timeline style three</a:t>
            </a:r>
            <a:endParaRPr/>
          </a:p>
        </p:txBody>
      </p:sp>
      <p:sp>
        <p:nvSpPr>
          <p:cNvPr id="805" name="Google Shape;805;p85"/>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806" name="Google Shape;806;p85"/>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Your subtitle here</a:t>
            </a:r>
            <a:endParaRPr/>
          </a:p>
        </p:txBody>
      </p:sp>
      <p:grpSp>
        <p:nvGrpSpPr>
          <p:cNvPr id="807" name="Google Shape;807;p85"/>
          <p:cNvGrpSpPr/>
          <p:nvPr/>
        </p:nvGrpSpPr>
        <p:grpSpPr>
          <a:xfrm>
            <a:off x="782571" y="1954056"/>
            <a:ext cx="10644538" cy="4281093"/>
            <a:chOff x="587075" y="1465579"/>
            <a:chExt cx="7985400" cy="3210900"/>
          </a:xfrm>
        </p:grpSpPr>
        <p:cxnSp>
          <p:nvCxnSpPr>
            <p:cNvPr id="808" name="Google Shape;808;p85"/>
            <p:cNvCxnSpPr/>
            <p:nvPr/>
          </p:nvCxnSpPr>
          <p:spPr>
            <a:xfrm>
              <a:off x="587075" y="1825829"/>
              <a:ext cx="7985400" cy="0"/>
            </a:xfrm>
            <a:prstGeom prst="straightConnector1">
              <a:avLst/>
            </a:prstGeom>
            <a:noFill/>
            <a:ln cap="flat" cmpd="sng" w="9525">
              <a:solidFill>
                <a:srgbClr val="C4CCD6"/>
              </a:solidFill>
              <a:prstDash val="solid"/>
              <a:round/>
              <a:headEnd len="med" w="med" type="none"/>
              <a:tailEnd len="med" w="med" type="none"/>
            </a:ln>
          </p:spPr>
        </p:cxnSp>
        <p:cxnSp>
          <p:nvCxnSpPr>
            <p:cNvPr id="809" name="Google Shape;809;p85"/>
            <p:cNvCxnSpPr/>
            <p:nvPr/>
          </p:nvCxnSpPr>
          <p:spPr>
            <a:xfrm>
              <a:off x="2548425" y="1465579"/>
              <a:ext cx="0" cy="3210900"/>
            </a:xfrm>
            <a:prstGeom prst="straightConnector1">
              <a:avLst/>
            </a:prstGeom>
            <a:noFill/>
            <a:ln cap="flat" cmpd="sng" w="9525">
              <a:solidFill>
                <a:srgbClr val="C4CCD6"/>
              </a:solidFill>
              <a:prstDash val="solid"/>
              <a:round/>
              <a:headEnd len="med" w="med" type="none"/>
              <a:tailEnd len="med" w="med" type="none"/>
            </a:ln>
          </p:spPr>
        </p:cxnSp>
        <p:cxnSp>
          <p:nvCxnSpPr>
            <p:cNvPr id="810" name="Google Shape;810;p85"/>
            <p:cNvCxnSpPr/>
            <p:nvPr/>
          </p:nvCxnSpPr>
          <p:spPr>
            <a:xfrm>
              <a:off x="4579775" y="1465579"/>
              <a:ext cx="0" cy="3210900"/>
            </a:xfrm>
            <a:prstGeom prst="straightConnector1">
              <a:avLst/>
            </a:prstGeom>
            <a:noFill/>
            <a:ln cap="flat" cmpd="sng" w="9525">
              <a:solidFill>
                <a:srgbClr val="C4CCD6"/>
              </a:solidFill>
              <a:prstDash val="solid"/>
              <a:round/>
              <a:headEnd len="med" w="med" type="none"/>
              <a:tailEnd len="med" w="med" type="none"/>
            </a:ln>
          </p:spPr>
        </p:cxnSp>
        <p:cxnSp>
          <p:nvCxnSpPr>
            <p:cNvPr id="811" name="Google Shape;811;p85"/>
            <p:cNvCxnSpPr/>
            <p:nvPr/>
          </p:nvCxnSpPr>
          <p:spPr>
            <a:xfrm>
              <a:off x="6601150" y="1465579"/>
              <a:ext cx="0" cy="3210900"/>
            </a:xfrm>
            <a:prstGeom prst="straightConnector1">
              <a:avLst/>
            </a:prstGeom>
            <a:noFill/>
            <a:ln cap="flat" cmpd="sng" w="9525">
              <a:solidFill>
                <a:srgbClr val="C4CCD6"/>
              </a:solidFill>
              <a:prstDash val="solid"/>
              <a:round/>
              <a:headEnd len="med" w="med" type="none"/>
              <a:tailEnd len="med" w="med" type="none"/>
            </a:ln>
          </p:spPr>
        </p:cxnSp>
      </p:grpSp>
      <p:sp>
        <p:nvSpPr>
          <p:cNvPr id="812" name="Google Shape;812;p85"/>
          <p:cNvSpPr/>
          <p:nvPr/>
        </p:nvSpPr>
        <p:spPr>
          <a:xfrm>
            <a:off x="764809" y="2526167"/>
            <a:ext cx="2555400" cy="382500"/>
          </a:xfrm>
          <a:prstGeom prst="rect">
            <a:avLst/>
          </a:prstGeom>
          <a:solidFill>
            <a:schemeClr val="accent1"/>
          </a:solidFill>
          <a:ln>
            <a:noFill/>
          </a:ln>
        </p:spPr>
        <p:txBody>
          <a:bodyPr anchorCtr="0" anchor="ctr" bIns="0" lIns="121875" spcFirstLastPara="1" rIns="121875" wrap="square" tIns="0">
            <a:noAutofit/>
          </a:bodyPr>
          <a:lstStyle/>
          <a:p>
            <a:pPr indent="0" lvl="0" marL="0" rtl="0" algn="l">
              <a:spcBef>
                <a:spcPts val="0"/>
              </a:spcBef>
              <a:spcAft>
                <a:spcPts val="0"/>
              </a:spcAft>
              <a:buNone/>
            </a:pPr>
            <a:r>
              <a:rPr b="1" lang="en" sz="1200">
                <a:solidFill>
                  <a:srgbClr val="FFFFFF"/>
                </a:solidFill>
                <a:latin typeface="DM Sans"/>
                <a:ea typeface="DM Sans"/>
                <a:cs typeface="DM Sans"/>
                <a:sym typeface="DM Sans"/>
              </a:rPr>
              <a:t>Your gantt chart item</a:t>
            </a:r>
            <a:endParaRPr b="1" sz="1200">
              <a:solidFill>
                <a:srgbClr val="FFFFFF"/>
              </a:solidFill>
              <a:latin typeface="DM Sans"/>
              <a:ea typeface="DM Sans"/>
              <a:cs typeface="DM Sans"/>
              <a:sym typeface="DM Sans"/>
            </a:endParaRPr>
          </a:p>
        </p:txBody>
      </p:sp>
      <p:sp>
        <p:nvSpPr>
          <p:cNvPr id="813" name="Google Shape;813;p85"/>
          <p:cNvSpPr txBox="1"/>
          <p:nvPr/>
        </p:nvSpPr>
        <p:spPr>
          <a:xfrm>
            <a:off x="764909" y="2000200"/>
            <a:ext cx="2555400" cy="38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00">
                <a:latin typeface="DM Sans"/>
                <a:ea typeface="DM Sans"/>
                <a:cs typeface="DM Sans"/>
                <a:sym typeface="DM Sans"/>
              </a:rPr>
              <a:t>Q1</a:t>
            </a:r>
            <a:endParaRPr b="1" sz="2000">
              <a:latin typeface="DM Sans"/>
              <a:ea typeface="DM Sans"/>
              <a:cs typeface="DM Sans"/>
              <a:sym typeface="DM Sans"/>
            </a:endParaRPr>
          </a:p>
        </p:txBody>
      </p:sp>
      <p:sp>
        <p:nvSpPr>
          <p:cNvPr id="814" name="Google Shape;814;p85"/>
          <p:cNvSpPr txBox="1"/>
          <p:nvPr/>
        </p:nvSpPr>
        <p:spPr>
          <a:xfrm>
            <a:off x="3473264" y="2000200"/>
            <a:ext cx="2555400" cy="38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00">
                <a:latin typeface="DM Sans"/>
                <a:ea typeface="DM Sans"/>
                <a:cs typeface="DM Sans"/>
                <a:sym typeface="DM Sans"/>
              </a:rPr>
              <a:t>Q2</a:t>
            </a:r>
            <a:endParaRPr b="1" sz="2000">
              <a:latin typeface="DM Sans"/>
              <a:ea typeface="DM Sans"/>
              <a:cs typeface="DM Sans"/>
              <a:sym typeface="DM Sans"/>
            </a:endParaRPr>
          </a:p>
        </p:txBody>
      </p:sp>
      <p:sp>
        <p:nvSpPr>
          <p:cNvPr id="815" name="Google Shape;815;p85"/>
          <p:cNvSpPr txBox="1"/>
          <p:nvPr/>
        </p:nvSpPr>
        <p:spPr>
          <a:xfrm>
            <a:off x="6174405" y="2000200"/>
            <a:ext cx="2555400" cy="38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00">
                <a:latin typeface="DM Sans"/>
                <a:ea typeface="DM Sans"/>
                <a:cs typeface="DM Sans"/>
                <a:sym typeface="DM Sans"/>
              </a:rPr>
              <a:t>Q3</a:t>
            </a:r>
            <a:endParaRPr b="1" sz="2000">
              <a:latin typeface="DM Sans"/>
              <a:ea typeface="DM Sans"/>
              <a:cs typeface="DM Sans"/>
              <a:sym typeface="DM Sans"/>
            </a:endParaRPr>
          </a:p>
        </p:txBody>
      </p:sp>
      <p:sp>
        <p:nvSpPr>
          <p:cNvPr id="816" name="Google Shape;816;p85"/>
          <p:cNvSpPr txBox="1"/>
          <p:nvPr/>
        </p:nvSpPr>
        <p:spPr>
          <a:xfrm>
            <a:off x="8875562" y="2000200"/>
            <a:ext cx="2555400" cy="38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00">
                <a:latin typeface="DM Sans"/>
                <a:ea typeface="DM Sans"/>
                <a:cs typeface="DM Sans"/>
                <a:sym typeface="DM Sans"/>
              </a:rPr>
              <a:t>Q4</a:t>
            </a:r>
            <a:endParaRPr b="1" sz="2000">
              <a:latin typeface="DM Sans"/>
              <a:ea typeface="DM Sans"/>
              <a:cs typeface="DM Sans"/>
              <a:sym typeface="DM Sans"/>
            </a:endParaRPr>
          </a:p>
        </p:txBody>
      </p:sp>
      <p:sp>
        <p:nvSpPr>
          <p:cNvPr id="817" name="Google Shape;817;p85"/>
          <p:cNvSpPr/>
          <p:nvPr/>
        </p:nvSpPr>
        <p:spPr>
          <a:xfrm>
            <a:off x="764809" y="3000300"/>
            <a:ext cx="5259600" cy="382500"/>
          </a:xfrm>
          <a:prstGeom prst="rect">
            <a:avLst/>
          </a:prstGeom>
          <a:solidFill>
            <a:schemeClr val="accent3"/>
          </a:solidFill>
          <a:ln>
            <a:noFill/>
          </a:ln>
        </p:spPr>
        <p:txBody>
          <a:bodyPr anchorCtr="0" anchor="ctr" bIns="0" lIns="121875" spcFirstLastPara="1" rIns="121875" wrap="square" tIns="0">
            <a:noAutofit/>
          </a:bodyPr>
          <a:lstStyle/>
          <a:p>
            <a:pPr indent="0" lvl="0" marL="0" rtl="0" algn="l">
              <a:spcBef>
                <a:spcPts val="0"/>
              </a:spcBef>
              <a:spcAft>
                <a:spcPts val="0"/>
              </a:spcAft>
              <a:buNone/>
            </a:pPr>
            <a:r>
              <a:rPr b="1" lang="en" sz="1200">
                <a:solidFill>
                  <a:srgbClr val="FFFFFF"/>
                </a:solidFill>
                <a:latin typeface="DM Sans"/>
                <a:ea typeface="DM Sans"/>
                <a:cs typeface="DM Sans"/>
                <a:sym typeface="DM Sans"/>
              </a:rPr>
              <a:t>Your gantt chart item</a:t>
            </a:r>
            <a:endParaRPr b="1" sz="1200">
              <a:solidFill>
                <a:srgbClr val="FFFFFF"/>
              </a:solidFill>
              <a:latin typeface="DM Sans"/>
              <a:ea typeface="DM Sans"/>
              <a:cs typeface="DM Sans"/>
              <a:sym typeface="DM Sans"/>
            </a:endParaRPr>
          </a:p>
        </p:txBody>
      </p:sp>
      <p:sp>
        <p:nvSpPr>
          <p:cNvPr id="818" name="Google Shape;818;p85"/>
          <p:cNvSpPr/>
          <p:nvPr/>
        </p:nvSpPr>
        <p:spPr>
          <a:xfrm>
            <a:off x="764809" y="3474433"/>
            <a:ext cx="7956000" cy="382500"/>
          </a:xfrm>
          <a:prstGeom prst="rect">
            <a:avLst/>
          </a:prstGeom>
          <a:solidFill>
            <a:schemeClr val="accent2"/>
          </a:solidFill>
          <a:ln>
            <a:noFill/>
          </a:ln>
        </p:spPr>
        <p:txBody>
          <a:bodyPr anchorCtr="0" anchor="ctr" bIns="0" lIns="121875" spcFirstLastPara="1" rIns="121875" wrap="square" tIns="0">
            <a:noAutofit/>
          </a:bodyPr>
          <a:lstStyle/>
          <a:p>
            <a:pPr indent="0" lvl="0" marL="0" rtl="0" algn="l">
              <a:spcBef>
                <a:spcPts val="0"/>
              </a:spcBef>
              <a:spcAft>
                <a:spcPts val="0"/>
              </a:spcAft>
              <a:buNone/>
            </a:pPr>
            <a:r>
              <a:rPr b="1" lang="en" sz="1200">
                <a:solidFill>
                  <a:srgbClr val="FFFFFF"/>
                </a:solidFill>
                <a:latin typeface="DM Sans"/>
                <a:ea typeface="DM Sans"/>
                <a:cs typeface="DM Sans"/>
                <a:sym typeface="DM Sans"/>
              </a:rPr>
              <a:t>Your gantt chart item</a:t>
            </a:r>
            <a:endParaRPr b="1" sz="1200">
              <a:solidFill>
                <a:srgbClr val="FFFFFF"/>
              </a:solidFill>
              <a:latin typeface="DM Sans"/>
              <a:ea typeface="DM Sans"/>
              <a:cs typeface="DM Sans"/>
              <a:sym typeface="DM Sans"/>
            </a:endParaRPr>
          </a:p>
        </p:txBody>
      </p:sp>
      <p:sp>
        <p:nvSpPr>
          <p:cNvPr id="819" name="Google Shape;819;p85"/>
          <p:cNvSpPr/>
          <p:nvPr/>
        </p:nvSpPr>
        <p:spPr>
          <a:xfrm>
            <a:off x="764809" y="3948567"/>
            <a:ext cx="10659300" cy="382500"/>
          </a:xfrm>
          <a:prstGeom prst="rect">
            <a:avLst/>
          </a:prstGeom>
          <a:solidFill>
            <a:schemeClr val="dk1"/>
          </a:solidFill>
          <a:ln>
            <a:noFill/>
          </a:ln>
        </p:spPr>
        <p:txBody>
          <a:bodyPr anchorCtr="0" anchor="ctr" bIns="0" lIns="121875" spcFirstLastPara="1" rIns="121875" wrap="square" tIns="0">
            <a:noAutofit/>
          </a:bodyPr>
          <a:lstStyle/>
          <a:p>
            <a:pPr indent="0" lvl="0" marL="0" rtl="0" algn="l">
              <a:spcBef>
                <a:spcPts val="0"/>
              </a:spcBef>
              <a:spcAft>
                <a:spcPts val="0"/>
              </a:spcAft>
              <a:buNone/>
            </a:pPr>
            <a:r>
              <a:rPr b="1" lang="en" sz="1200">
                <a:solidFill>
                  <a:srgbClr val="FFFFFF"/>
                </a:solidFill>
                <a:latin typeface="DM Sans"/>
                <a:ea typeface="DM Sans"/>
                <a:cs typeface="DM Sans"/>
                <a:sym typeface="DM Sans"/>
              </a:rPr>
              <a:t>Your gantt chart item</a:t>
            </a:r>
            <a:endParaRPr b="1" sz="1200">
              <a:solidFill>
                <a:srgbClr val="FFFFFF"/>
              </a:solidFill>
              <a:latin typeface="DM Sans"/>
              <a:ea typeface="DM Sans"/>
              <a:cs typeface="DM Sans"/>
              <a:sym typeface="DM Sans"/>
            </a:endParaRPr>
          </a:p>
        </p:txBody>
      </p:sp>
      <p:sp>
        <p:nvSpPr>
          <p:cNvPr id="820" name="Google Shape;820;p85"/>
          <p:cNvSpPr/>
          <p:nvPr/>
        </p:nvSpPr>
        <p:spPr>
          <a:xfrm>
            <a:off x="1675981" y="4422700"/>
            <a:ext cx="2555400" cy="382500"/>
          </a:xfrm>
          <a:prstGeom prst="rect">
            <a:avLst/>
          </a:prstGeom>
          <a:solidFill>
            <a:srgbClr val="FABFBA"/>
          </a:solidFill>
          <a:ln>
            <a:noFill/>
          </a:ln>
        </p:spPr>
        <p:txBody>
          <a:bodyPr anchorCtr="0" anchor="ctr" bIns="0" lIns="121875" spcFirstLastPara="1" rIns="121875" wrap="square" tIns="0">
            <a:noAutofit/>
          </a:bodyPr>
          <a:lstStyle/>
          <a:p>
            <a:pPr indent="0" lvl="0" marL="0" rtl="0" algn="l">
              <a:spcBef>
                <a:spcPts val="0"/>
              </a:spcBef>
              <a:spcAft>
                <a:spcPts val="0"/>
              </a:spcAft>
              <a:buNone/>
            </a:pPr>
            <a:r>
              <a:rPr b="1" lang="en" sz="1200">
                <a:solidFill>
                  <a:schemeClr val="dk1"/>
                </a:solidFill>
                <a:latin typeface="DM Sans"/>
                <a:ea typeface="DM Sans"/>
                <a:cs typeface="DM Sans"/>
                <a:sym typeface="DM Sans"/>
              </a:rPr>
              <a:t>Your gantt chart item</a:t>
            </a:r>
            <a:endParaRPr b="1" sz="1200">
              <a:solidFill>
                <a:schemeClr val="dk1"/>
              </a:solidFill>
              <a:latin typeface="DM Sans"/>
              <a:ea typeface="DM Sans"/>
              <a:cs typeface="DM Sans"/>
              <a:sym typeface="DM Sans"/>
            </a:endParaRPr>
          </a:p>
        </p:txBody>
      </p:sp>
      <p:sp>
        <p:nvSpPr>
          <p:cNvPr id="821" name="Google Shape;821;p85"/>
          <p:cNvSpPr/>
          <p:nvPr/>
        </p:nvSpPr>
        <p:spPr>
          <a:xfrm>
            <a:off x="3468449" y="4896833"/>
            <a:ext cx="5259600" cy="382500"/>
          </a:xfrm>
          <a:prstGeom prst="rect">
            <a:avLst/>
          </a:prstGeom>
          <a:solidFill>
            <a:srgbClr val="FFDB96"/>
          </a:solidFill>
          <a:ln>
            <a:noFill/>
          </a:ln>
        </p:spPr>
        <p:txBody>
          <a:bodyPr anchorCtr="0" anchor="ctr" bIns="0" lIns="121875" spcFirstLastPara="1" rIns="121875" wrap="square" tIns="0">
            <a:noAutofit/>
          </a:bodyPr>
          <a:lstStyle/>
          <a:p>
            <a:pPr indent="0" lvl="0" marL="0" rtl="0" algn="l">
              <a:spcBef>
                <a:spcPts val="0"/>
              </a:spcBef>
              <a:spcAft>
                <a:spcPts val="0"/>
              </a:spcAft>
              <a:buNone/>
            </a:pPr>
            <a:r>
              <a:rPr b="1" lang="en" sz="1200">
                <a:solidFill>
                  <a:schemeClr val="dk1"/>
                </a:solidFill>
                <a:latin typeface="DM Sans"/>
                <a:ea typeface="DM Sans"/>
                <a:cs typeface="DM Sans"/>
                <a:sym typeface="DM Sans"/>
              </a:rPr>
              <a:t>Your gantt chart item</a:t>
            </a:r>
            <a:endParaRPr b="1" sz="1200">
              <a:solidFill>
                <a:schemeClr val="dk1"/>
              </a:solidFill>
              <a:latin typeface="DM Sans"/>
              <a:ea typeface="DM Sans"/>
              <a:cs typeface="DM Sans"/>
              <a:sym typeface="DM Sans"/>
            </a:endParaRPr>
          </a:p>
        </p:txBody>
      </p:sp>
      <p:sp>
        <p:nvSpPr>
          <p:cNvPr id="822" name="Google Shape;822;p85"/>
          <p:cNvSpPr/>
          <p:nvPr/>
        </p:nvSpPr>
        <p:spPr>
          <a:xfrm>
            <a:off x="3468032" y="5370967"/>
            <a:ext cx="7956000" cy="382500"/>
          </a:xfrm>
          <a:prstGeom prst="rect">
            <a:avLst/>
          </a:prstGeom>
          <a:solidFill>
            <a:srgbClr val="9ED6C4"/>
          </a:solidFill>
          <a:ln>
            <a:noFill/>
          </a:ln>
        </p:spPr>
        <p:txBody>
          <a:bodyPr anchorCtr="0" anchor="ctr" bIns="0" lIns="121875" spcFirstLastPara="1" rIns="121875" wrap="square" tIns="0">
            <a:noAutofit/>
          </a:bodyPr>
          <a:lstStyle/>
          <a:p>
            <a:pPr indent="0" lvl="0" marL="0" rtl="0" algn="l">
              <a:spcBef>
                <a:spcPts val="0"/>
              </a:spcBef>
              <a:spcAft>
                <a:spcPts val="0"/>
              </a:spcAft>
              <a:buNone/>
            </a:pPr>
            <a:r>
              <a:rPr b="1" lang="en" sz="1200">
                <a:solidFill>
                  <a:schemeClr val="dk1"/>
                </a:solidFill>
                <a:latin typeface="DM Sans"/>
                <a:ea typeface="DM Sans"/>
                <a:cs typeface="DM Sans"/>
                <a:sym typeface="DM Sans"/>
              </a:rPr>
              <a:t>Your gantt chart item</a:t>
            </a:r>
            <a:endParaRPr b="1" sz="1200">
              <a:solidFill>
                <a:schemeClr val="dk1"/>
              </a:solidFill>
              <a:latin typeface="DM Sans"/>
              <a:ea typeface="DM Sans"/>
              <a:cs typeface="DM Sans"/>
              <a:sym typeface="DM Sans"/>
            </a:endParaRPr>
          </a:p>
        </p:txBody>
      </p:sp>
      <p:sp>
        <p:nvSpPr>
          <p:cNvPr id="823" name="Google Shape;823;p85"/>
          <p:cNvSpPr/>
          <p:nvPr/>
        </p:nvSpPr>
        <p:spPr>
          <a:xfrm>
            <a:off x="6174405" y="5845100"/>
            <a:ext cx="2555400" cy="382500"/>
          </a:xfrm>
          <a:prstGeom prst="rect">
            <a:avLst/>
          </a:prstGeom>
          <a:solidFill>
            <a:srgbClr val="C4CCD6"/>
          </a:solidFill>
          <a:ln>
            <a:noFill/>
          </a:ln>
        </p:spPr>
        <p:txBody>
          <a:bodyPr anchorCtr="0" anchor="ctr" bIns="0" lIns="121875" spcFirstLastPara="1" rIns="121875" wrap="square" tIns="0">
            <a:noAutofit/>
          </a:bodyPr>
          <a:lstStyle/>
          <a:p>
            <a:pPr indent="0" lvl="0" marL="0" rtl="0" algn="l">
              <a:spcBef>
                <a:spcPts val="0"/>
              </a:spcBef>
              <a:spcAft>
                <a:spcPts val="0"/>
              </a:spcAft>
              <a:buNone/>
            </a:pPr>
            <a:r>
              <a:rPr b="1" lang="en" sz="1200">
                <a:solidFill>
                  <a:schemeClr val="dk1"/>
                </a:solidFill>
                <a:latin typeface="DM Sans"/>
                <a:ea typeface="DM Sans"/>
                <a:cs typeface="DM Sans"/>
                <a:sym typeface="DM Sans"/>
              </a:rPr>
              <a:t>Your gantt chart item</a:t>
            </a:r>
            <a:endParaRPr b="1" sz="1200">
              <a:solidFill>
                <a:schemeClr val="dk1"/>
              </a:solidFill>
              <a:latin typeface="DM Sans"/>
              <a:ea typeface="DM Sans"/>
              <a:cs typeface="DM Sans"/>
              <a:sym typeface="DM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86"/>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829" name="Google Shape;829;p86"/>
          <p:cNvSpPr txBox="1"/>
          <p:nvPr>
            <p:ph type="title"/>
          </p:nvPr>
        </p:nvSpPr>
        <p:spPr>
          <a:xfrm>
            <a:off x="749246" y="535633"/>
            <a:ext cx="88782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Resources: General slide items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87"/>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835" name="Google Shape;835;p87"/>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Helper objects</a:t>
            </a:r>
            <a:endParaRPr/>
          </a:p>
        </p:txBody>
      </p:sp>
      <p:sp>
        <p:nvSpPr>
          <p:cNvPr id="836" name="Google Shape;836;p87"/>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Things for you to copy/paste</a:t>
            </a:r>
            <a:endParaRPr/>
          </a:p>
        </p:txBody>
      </p:sp>
      <p:sp>
        <p:nvSpPr>
          <p:cNvPr id="837" name="Google Shape;837;p87"/>
          <p:cNvSpPr/>
          <p:nvPr/>
        </p:nvSpPr>
        <p:spPr>
          <a:xfrm>
            <a:off x="782571" y="2041983"/>
            <a:ext cx="2579100" cy="1441200"/>
          </a:xfrm>
          <a:prstGeom prst="rect">
            <a:avLst/>
          </a:prstGeom>
          <a:solidFill>
            <a:srgbClr val="FFFFFF"/>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0" rtl="0" algn="l">
              <a:lnSpc>
                <a:spcPct val="115000"/>
              </a:lnSpc>
              <a:spcBef>
                <a:spcPts val="0"/>
              </a:spcBef>
              <a:spcAft>
                <a:spcPts val="0"/>
              </a:spcAft>
              <a:buNone/>
            </a:pPr>
            <a:r>
              <a:rPr lang="en" sz="1600">
                <a:solidFill>
                  <a:schemeClr val="dk1"/>
                </a:solidFill>
                <a:latin typeface="DM Sans"/>
                <a:ea typeface="DM Sans"/>
                <a:cs typeface="DM Sans"/>
                <a:sym typeface="DM Sans"/>
              </a:rPr>
              <a:t>This card element has the correct drop shadow settings already applied.</a:t>
            </a:r>
            <a:endParaRPr sz="1600">
              <a:solidFill>
                <a:schemeClr val="dk1"/>
              </a:solidFill>
              <a:latin typeface="DM Sans"/>
              <a:ea typeface="DM Sans"/>
              <a:cs typeface="DM Sans"/>
              <a:sym typeface="DM Sans"/>
            </a:endParaRPr>
          </a:p>
        </p:txBody>
      </p:sp>
      <p:sp>
        <p:nvSpPr>
          <p:cNvPr id="838" name="Google Shape;838;p87"/>
          <p:cNvSpPr/>
          <p:nvPr/>
        </p:nvSpPr>
        <p:spPr>
          <a:xfrm>
            <a:off x="782571" y="3723117"/>
            <a:ext cx="2579100" cy="1441200"/>
          </a:xfrm>
          <a:prstGeom prst="rect">
            <a:avLst/>
          </a:prstGeom>
          <a:solidFill>
            <a:schemeClr val="dk1"/>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0" rtl="0" algn="l">
              <a:lnSpc>
                <a:spcPct val="115000"/>
              </a:lnSpc>
              <a:spcBef>
                <a:spcPts val="0"/>
              </a:spcBef>
              <a:spcAft>
                <a:spcPts val="0"/>
              </a:spcAft>
              <a:buNone/>
            </a:pPr>
            <a:r>
              <a:rPr lang="en" sz="1600">
                <a:solidFill>
                  <a:schemeClr val="lt2"/>
                </a:solidFill>
                <a:latin typeface="DM Sans"/>
                <a:ea typeface="DM Sans"/>
                <a:cs typeface="DM Sans"/>
                <a:sym typeface="DM Sans"/>
              </a:rPr>
              <a:t>This card element has the correct drop shadow settings already applied.</a:t>
            </a:r>
            <a:endParaRPr sz="1600">
              <a:solidFill>
                <a:schemeClr val="lt2"/>
              </a:solidFill>
              <a:latin typeface="DM Sans"/>
              <a:ea typeface="DM Sans"/>
              <a:cs typeface="DM Sans"/>
              <a:sym typeface="DM Sans"/>
            </a:endParaRPr>
          </a:p>
        </p:txBody>
      </p:sp>
      <p:sp>
        <p:nvSpPr>
          <p:cNvPr id="839" name="Google Shape;839;p87"/>
          <p:cNvSpPr/>
          <p:nvPr/>
        </p:nvSpPr>
        <p:spPr>
          <a:xfrm>
            <a:off x="3577355" y="2041983"/>
            <a:ext cx="605400" cy="524700"/>
          </a:xfrm>
          <a:prstGeom prst="hexagon">
            <a:avLst>
              <a:gd fmla="val 25000" name="adj"/>
              <a:gd fmla="val 115470" name="vf"/>
            </a:avLst>
          </a:prstGeom>
          <a:solidFill>
            <a:schemeClr val="dk2"/>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 sz="2100">
                <a:solidFill>
                  <a:srgbClr val="FF5F46"/>
                </a:solidFill>
                <a:latin typeface="DM Sans"/>
                <a:ea typeface="DM Sans"/>
                <a:cs typeface="DM Sans"/>
                <a:sym typeface="DM Sans"/>
              </a:rPr>
              <a:t>1</a:t>
            </a:r>
            <a:endParaRPr b="1" sz="2100">
              <a:solidFill>
                <a:srgbClr val="FF5F46"/>
              </a:solidFill>
              <a:latin typeface="DM Sans"/>
              <a:ea typeface="DM Sans"/>
              <a:cs typeface="DM Sans"/>
              <a:sym typeface="DM Sans"/>
            </a:endParaRPr>
          </a:p>
        </p:txBody>
      </p:sp>
      <p:sp>
        <p:nvSpPr>
          <p:cNvPr id="840" name="Google Shape;840;p87"/>
          <p:cNvSpPr/>
          <p:nvPr/>
        </p:nvSpPr>
        <p:spPr>
          <a:xfrm>
            <a:off x="3577355" y="2740250"/>
            <a:ext cx="605400" cy="524700"/>
          </a:xfrm>
          <a:prstGeom prst="hexagon">
            <a:avLst>
              <a:gd fmla="val 25000" name="adj"/>
              <a:gd fmla="val 115470" name="vf"/>
            </a:avLst>
          </a:prstGeom>
          <a:solidFill>
            <a:schemeClr val="dk2"/>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 sz="2100">
                <a:solidFill>
                  <a:srgbClr val="FF5F46"/>
                </a:solidFill>
                <a:latin typeface="DM Sans"/>
                <a:ea typeface="DM Sans"/>
                <a:cs typeface="DM Sans"/>
                <a:sym typeface="DM Sans"/>
              </a:rPr>
              <a:t>2</a:t>
            </a:r>
            <a:endParaRPr b="1" sz="2100">
              <a:solidFill>
                <a:srgbClr val="FF5F46"/>
              </a:solidFill>
              <a:latin typeface="DM Sans"/>
              <a:ea typeface="DM Sans"/>
              <a:cs typeface="DM Sans"/>
              <a:sym typeface="DM Sans"/>
            </a:endParaRPr>
          </a:p>
        </p:txBody>
      </p:sp>
      <p:sp>
        <p:nvSpPr>
          <p:cNvPr id="841" name="Google Shape;841;p87"/>
          <p:cNvSpPr/>
          <p:nvPr/>
        </p:nvSpPr>
        <p:spPr>
          <a:xfrm>
            <a:off x="3577355" y="3438517"/>
            <a:ext cx="605400" cy="524700"/>
          </a:xfrm>
          <a:prstGeom prst="hexagon">
            <a:avLst>
              <a:gd fmla="val 25000" name="adj"/>
              <a:gd fmla="val 115470" name="vf"/>
            </a:avLst>
          </a:prstGeom>
          <a:solidFill>
            <a:schemeClr val="dk2"/>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 sz="2100">
                <a:solidFill>
                  <a:srgbClr val="FF5F46"/>
                </a:solidFill>
                <a:latin typeface="DM Sans"/>
                <a:ea typeface="DM Sans"/>
                <a:cs typeface="DM Sans"/>
                <a:sym typeface="DM Sans"/>
              </a:rPr>
              <a:t>3</a:t>
            </a:r>
            <a:endParaRPr b="1" sz="2100">
              <a:solidFill>
                <a:srgbClr val="FF5F46"/>
              </a:solidFill>
              <a:latin typeface="DM Sans"/>
              <a:ea typeface="DM Sans"/>
              <a:cs typeface="DM Sans"/>
              <a:sym typeface="DM Sans"/>
            </a:endParaRPr>
          </a:p>
        </p:txBody>
      </p:sp>
      <p:sp>
        <p:nvSpPr>
          <p:cNvPr id="842" name="Google Shape;842;p87"/>
          <p:cNvSpPr/>
          <p:nvPr/>
        </p:nvSpPr>
        <p:spPr>
          <a:xfrm>
            <a:off x="6250669" y="5448000"/>
            <a:ext cx="2579100" cy="800400"/>
          </a:xfrm>
          <a:prstGeom prst="rect">
            <a:avLst/>
          </a:prstGeom>
          <a:solidFill>
            <a:schemeClr val="accent2"/>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0" rtl="0" algn="l">
              <a:lnSpc>
                <a:spcPct val="115000"/>
              </a:lnSpc>
              <a:spcBef>
                <a:spcPts val="0"/>
              </a:spcBef>
              <a:spcAft>
                <a:spcPts val="0"/>
              </a:spcAft>
              <a:buNone/>
            </a:pPr>
            <a:r>
              <a:rPr lang="en" sz="1200">
                <a:solidFill>
                  <a:srgbClr val="FFFFFF"/>
                </a:solidFill>
                <a:latin typeface="DM Sans Medium"/>
                <a:ea typeface="DM Sans Medium"/>
                <a:cs typeface="DM Sans Medium"/>
                <a:sym typeface="DM Sans Medium"/>
              </a:rPr>
              <a:t>This callout box can help you point to a certain part of a graphic, screenshot, or image.</a:t>
            </a:r>
            <a:endParaRPr sz="1200">
              <a:solidFill>
                <a:srgbClr val="FFFFFF"/>
              </a:solidFill>
              <a:latin typeface="DM Sans Medium"/>
              <a:ea typeface="DM Sans Medium"/>
              <a:cs typeface="DM Sans Medium"/>
              <a:sym typeface="DM Sans Medium"/>
            </a:endParaRPr>
          </a:p>
        </p:txBody>
      </p:sp>
      <p:cxnSp>
        <p:nvCxnSpPr>
          <p:cNvPr id="843" name="Google Shape;843;p87"/>
          <p:cNvCxnSpPr>
            <a:stCxn id="842" idx="3"/>
          </p:cNvCxnSpPr>
          <p:nvPr/>
        </p:nvCxnSpPr>
        <p:spPr>
          <a:xfrm>
            <a:off x="8829769" y="5848200"/>
            <a:ext cx="542400" cy="0"/>
          </a:xfrm>
          <a:prstGeom prst="straightConnector1">
            <a:avLst/>
          </a:prstGeom>
          <a:noFill/>
          <a:ln cap="flat" cmpd="sng" w="9525">
            <a:solidFill>
              <a:schemeClr val="accent2"/>
            </a:solidFill>
            <a:prstDash val="solid"/>
            <a:round/>
            <a:headEnd len="med" w="med" type="none"/>
            <a:tailEnd len="med" w="med" type="oval"/>
          </a:ln>
        </p:spPr>
      </p:cxnSp>
      <p:sp>
        <p:nvSpPr>
          <p:cNvPr id="844" name="Google Shape;844;p87"/>
          <p:cNvSpPr/>
          <p:nvPr/>
        </p:nvSpPr>
        <p:spPr>
          <a:xfrm>
            <a:off x="782571" y="5448000"/>
            <a:ext cx="2579100" cy="800400"/>
          </a:xfrm>
          <a:prstGeom prst="rect">
            <a:avLst/>
          </a:prstGeom>
          <a:solidFill>
            <a:schemeClr val="accent2"/>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0" rtl="0" algn="l">
              <a:lnSpc>
                <a:spcPct val="115000"/>
              </a:lnSpc>
              <a:spcBef>
                <a:spcPts val="0"/>
              </a:spcBef>
              <a:spcAft>
                <a:spcPts val="0"/>
              </a:spcAft>
              <a:buNone/>
            </a:pPr>
            <a:r>
              <a:rPr lang="en" sz="1200">
                <a:solidFill>
                  <a:srgbClr val="FFFFFF"/>
                </a:solidFill>
                <a:latin typeface="DM Sans Medium"/>
                <a:ea typeface="DM Sans Medium"/>
                <a:cs typeface="DM Sans Medium"/>
                <a:sym typeface="DM Sans Medium"/>
              </a:rPr>
              <a:t>This callout box can help you point to a certain part of a graphic, screenshot, or image.</a:t>
            </a:r>
            <a:endParaRPr sz="1200">
              <a:solidFill>
                <a:srgbClr val="FFFFFF"/>
              </a:solidFill>
              <a:latin typeface="DM Sans Medium"/>
              <a:ea typeface="DM Sans Medium"/>
              <a:cs typeface="DM Sans Medium"/>
              <a:sym typeface="DM Sans Medium"/>
            </a:endParaRPr>
          </a:p>
        </p:txBody>
      </p:sp>
      <p:cxnSp>
        <p:nvCxnSpPr>
          <p:cNvPr id="845" name="Google Shape;845;p87"/>
          <p:cNvCxnSpPr>
            <a:stCxn id="844" idx="1"/>
          </p:cNvCxnSpPr>
          <p:nvPr/>
        </p:nvCxnSpPr>
        <p:spPr>
          <a:xfrm rot="10800000">
            <a:off x="300171" y="5848200"/>
            <a:ext cx="482400" cy="0"/>
          </a:xfrm>
          <a:prstGeom prst="straightConnector1">
            <a:avLst/>
          </a:prstGeom>
          <a:noFill/>
          <a:ln cap="flat" cmpd="sng" w="9525">
            <a:solidFill>
              <a:schemeClr val="accent2"/>
            </a:solidFill>
            <a:prstDash val="solid"/>
            <a:round/>
            <a:headEnd len="med" w="med" type="none"/>
            <a:tailEnd len="med" w="med" type="oval"/>
          </a:ln>
        </p:spPr>
      </p:cxnSp>
      <p:sp>
        <p:nvSpPr>
          <p:cNvPr id="846" name="Google Shape;846;p87"/>
          <p:cNvSpPr/>
          <p:nvPr/>
        </p:nvSpPr>
        <p:spPr>
          <a:xfrm>
            <a:off x="3516620" y="5448000"/>
            <a:ext cx="2579100" cy="800400"/>
          </a:xfrm>
          <a:prstGeom prst="rect">
            <a:avLst/>
          </a:prstGeom>
          <a:solidFill>
            <a:schemeClr val="accent2"/>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0" rtl="0" algn="l">
              <a:lnSpc>
                <a:spcPct val="115000"/>
              </a:lnSpc>
              <a:spcBef>
                <a:spcPts val="0"/>
              </a:spcBef>
              <a:spcAft>
                <a:spcPts val="0"/>
              </a:spcAft>
              <a:buNone/>
            </a:pPr>
            <a:r>
              <a:rPr lang="en" sz="1200">
                <a:solidFill>
                  <a:srgbClr val="FFFFFF"/>
                </a:solidFill>
                <a:latin typeface="DM Sans Medium"/>
                <a:ea typeface="DM Sans Medium"/>
                <a:cs typeface="DM Sans Medium"/>
                <a:sym typeface="DM Sans Medium"/>
              </a:rPr>
              <a:t>This callout box can help you point to a certain part of a graphic, screenshot, or image.</a:t>
            </a:r>
            <a:endParaRPr sz="1200">
              <a:solidFill>
                <a:srgbClr val="FFFFFF"/>
              </a:solidFill>
              <a:latin typeface="DM Sans Medium"/>
              <a:ea typeface="DM Sans Medium"/>
              <a:cs typeface="DM Sans Medium"/>
              <a:sym typeface="DM Sans Medium"/>
            </a:endParaRPr>
          </a:p>
        </p:txBody>
      </p:sp>
      <p:cxnSp>
        <p:nvCxnSpPr>
          <p:cNvPr id="847" name="Google Shape;847;p87"/>
          <p:cNvCxnSpPr>
            <a:stCxn id="846" idx="0"/>
          </p:cNvCxnSpPr>
          <p:nvPr/>
        </p:nvCxnSpPr>
        <p:spPr>
          <a:xfrm rot="10800000">
            <a:off x="4806170" y="4963200"/>
            <a:ext cx="0" cy="484800"/>
          </a:xfrm>
          <a:prstGeom prst="straightConnector1">
            <a:avLst/>
          </a:prstGeom>
          <a:noFill/>
          <a:ln cap="flat" cmpd="sng" w="9525">
            <a:solidFill>
              <a:schemeClr val="accent2"/>
            </a:solidFill>
            <a:prstDash val="solid"/>
            <a:round/>
            <a:headEnd len="med" w="med" type="none"/>
            <a:tailEnd len="med" w="med" type="oval"/>
          </a:ln>
        </p:spPr>
      </p:cxnSp>
      <p:sp>
        <p:nvSpPr>
          <p:cNvPr id="848" name="Google Shape;848;p87"/>
          <p:cNvSpPr/>
          <p:nvPr/>
        </p:nvSpPr>
        <p:spPr>
          <a:xfrm>
            <a:off x="5280645" y="2042000"/>
            <a:ext cx="3549000" cy="3122400"/>
          </a:xfrm>
          <a:prstGeom prst="rect">
            <a:avLst/>
          </a:prstGeom>
          <a:solidFill>
            <a:schemeClr val="dk1"/>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0" rtl="0" algn="l">
              <a:lnSpc>
                <a:spcPct val="115000"/>
              </a:lnSpc>
              <a:spcBef>
                <a:spcPts val="0"/>
              </a:spcBef>
              <a:spcAft>
                <a:spcPts val="0"/>
              </a:spcAft>
              <a:buNone/>
            </a:pPr>
            <a:r>
              <a:rPr lang="en" sz="1600">
                <a:solidFill>
                  <a:schemeClr val="lt2"/>
                </a:solidFill>
                <a:latin typeface="DM Mono"/>
                <a:ea typeface="DM Mono"/>
                <a:cs typeface="DM Mono"/>
                <a:sym typeface="DM Mono"/>
              </a:rPr>
              <a:t>Here’s a block where you can put code snippets</a:t>
            </a:r>
            <a:endParaRPr sz="1600">
              <a:solidFill>
                <a:schemeClr val="lt2"/>
              </a:solidFill>
              <a:latin typeface="DM Mono"/>
              <a:ea typeface="DM Mono"/>
              <a:cs typeface="DM Mono"/>
              <a:sym typeface="DM Mono"/>
            </a:endParaRPr>
          </a:p>
        </p:txBody>
      </p:sp>
      <p:sp>
        <p:nvSpPr>
          <p:cNvPr id="849" name="Google Shape;849;p87"/>
          <p:cNvSpPr/>
          <p:nvPr/>
        </p:nvSpPr>
        <p:spPr>
          <a:xfrm>
            <a:off x="4459367" y="2041983"/>
            <a:ext cx="605400" cy="524700"/>
          </a:xfrm>
          <a:prstGeom prst="hexagon">
            <a:avLst>
              <a:gd fmla="val 25000" name="adj"/>
              <a:gd fmla="val 115470" name="vf"/>
            </a:avLst>
          </a:prstGeom>
          <a:solidFill>
            <a:schemeClr val="accent1"/>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 sz="2100">
                <a:solidFill>
                  <a:schemeClr val="dk1"/>
                </a:solidFill>
                <a:latin typeface="DM Sans"/>
                <a:ea typeface="DM Sans"/>
                <a:cs typeface="DM Sans"/>
                <a:sym typeface="DM Sans"/>
              </a:rPr>
              <a:t>1</a:t>
            </a:r>
            <a:endParaRPr b="1" sz="2100">
              <a:solidFill>
                <a:schemeClr val="dk1"/>
              </a:solidFill>
              <a:latin typeface="DM Sans"/>
              <a:ea typeface="DM Sans"/>
              <a:cs typeface="DM Sans"/>
              <a:sym typeface="DM Sans"/>
            </a:endParaRPr>
          </a:p>
        </p:txBody>
      </p:sp>
      <p:sp>
        <p:nvSpPr>
          <p:cNvPr id="850" name="Google Shape;850;p87"/>
          <p:cNvSpPr/>
          <p:nvPr/>
        </p:nvSpPr>
        <p:spPr>
          <a:xfrm>
            <a:off x="4459367" y="2740250"/>
            <a:ext cx="605400" cy="524700"/>
          </a:xfrm>
          <a:prstGeom prst="hexagon">
            <a:avLst>
              <a:gd fmla="val 25000" name="adj"/>
              <a:gd fmla="val 115470" name="vf"/>
            </a:avLst>
          </a:prstGeom>
          <a:solidFill>
            <a:schemeClr val="accent1"/>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 sz="2100">
                <a:solidFill>
                  <a:schemeClr val="dk1"/>
                </a:solidFill>
                <a:latin typeface="DM Sans"/>
                <a:ea typeface="DM Sans"/>
                <a:cs typeface="DM Sans"/>
                <a:sym typeface="DM Sans"/>
              </a:rPr>
              <a:t>2</a:t>
            </a:r>
            <a:endParaRPr b="1" sz="2100">
              <a:solidFill>
                <a:schemeClr val="dk1"/>
              </a:solidFill>
              <a:latin typeface="DM Sans"/>
              <a:ea typeface="DM Sans"/>
              <a:cs typeface="DM Sans"/>
              <a:sym typeface="DM Sans"/>
            </a:endParaRPr>
          </a:p>
        </p:txBody>
      </p:sp>
      <p:sp>
        <p:nvSpPr>
          <p:cNvPr id="851" name="Google Shape;851;p87"/>
          <p:cNvSpPr/>
          <p:nvPr/>
        </p:nvSpPr>
        <p:spPr>
          <a:xfrm>
            <a:off x="4459367" y="3438517"/>
            <a:ext cx="605400" cy="524700"/>
          </a:xfrm>
          <a:prstGeom prst="hexagon">
            <a:avLst>
              <a:gd fmla="val 25000" name="adj"/>
              <a:gd fmla="val 115470" name="vf"/>
            </a:avLst>
          </a:prstGeom>
          <a:solidFill>
            <a:schemeClr val="accent1"/>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 sz="2100">
                <a:solidFill>
                  <a:schemeClr val="dk1"/>
                </a:solidFill>
                <a:latin typeface="DM Sans"/>
                <a:ea typeface="DM Sans"/>
                <a:cs typeface="DM Sans"/>
                <a:sym typeface="DM Sans"/>
              </a:rPr>
              <a:t>3</a:t>
            </a:r>
            <a:endParaRPr b="1" sz="2100">
              <a:solidFill>
                <a:schemeClr val="dk1"/>
              </a:solidFill>
              <a:latin typeface="DM Sans"/>
              <a:ea typeface="DM Sans"/>
              <a:cs typeface="DM Sans"/>
              <a:sym typeface="DM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88"/>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857" name="Google Shape;857;p88"/>
          <p:cNvSpPr txBox="1"/>
          <p:nvPr>
            <p:ph type="title"/>
          </p:nvPr>
        </p:nvSpPr>
        <p:spPr>
          <a:xfrm>
            <a:off x="749246" y="535633"/>
            <a:ext cx="88782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Resources: Logos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89"/>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863" name="Google Shape;863;p89"/>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Logos</a:t>
            </a:r>
            <a:endParaRPr/>
          </a:p>
        </p:txBody>
      </p:sp>
      <p:sp>
        <p:nvSpPr>
          <p:cNvPr id="864" name="Google Shape;864;p89"/>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Databricks Logos</a:t>
            </a:r>
            <a:endParaRPr/>
          </a:p>
        </p:txBody>
      </p:sp>
      <p:sp>
        <p:nvSpPr>
          <p:cNvPr id="865" name="Google Shape;865;p89"/>
          <p:cNvSpPr/>
          <p:nvPr/>
        </p:nvSpPr>
        <p:spPr>
          <a:xfrm>
            <a:off x="6164724" y="2204633"/>
            <a:ext cx="5262300" cy="3652800"/>
          </a:xfrm>
          <a:prstGeom prst="rect">
            <a:avLst/>
          </a:prstGeom>
          <a:solidFill>
            <a:srgbClr val="1B30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038"/>
              </a:buClr>
              <a:buSzPts val="1500"/>
              <a:buFont typeface="Calibri"/>
              <a:buNone/>
            </a:pPr>
            <a:r>
              <a:t/>
            </a:r>
            <a:endParaRPr b="0" i="0" sz="1500" u="none" cap="none" strike="noStrike">
              <a:solidFill>
                <a:srgbClr val="FFFFFF"/>
              </a:solidFill>
              <a:latin typeface="Barlow"/>
              <a:ea typeface="Barlow"/>
              <a:cs typeface="Barlow"/>
              <a:sym typeface="Barlow"/>
            </a:endParaRPr>
          </a:p>
        </p:txBody>
      </p:sp>
      <p:pic>
        <p:nvPicPr>
          <p:cNvPr id="866" name="Google Shape;866;p89"/>
          <p:cNvPicPr preferRelativeResize="0"/>
          <p:nvPr/>
        </p:nvPicPr>
        <p:blipFill rotWithShape="1">
          <a:blip r:embed="rId3">
            <a:alphaModFix/>
          </a:blip>
          <a:srcRect b="0" l="0" r="0" t="0"/>
          <a:stretch/>
        </p:blipFill>
        <p:spPr>
          <a:xfrm>
            <a:off x="1675981" y="3104580"/>
            <a:ext cx="3444006" cy="541748"/>
          </a:xfrm>
          <a:prstGeom prst="rect">
            <a:avLst/>
          </a:prstGeom>
          <a:noFill/>
          <a:ln>
            <a:noFill/>
          </a:ln>
        </p:spPr>
      </p:pic>
      <p:pic>
        <p:nvPicPr>
          <p:cNvPr id="867" name="Google Shape;867;p89"/>
          <p:cNvPicPr preferRelativeResize="0"/>
          <p:nvPr/>
        </p:nvPicPr>
        <p:blipFill rotWithShape="1">
          <a:blip r:embed="rId4">
            <a:alphaModFix/>
          </a:blip>
          <a:srcRect b="0" l="0" r="0" t="0"/>
          <a:stretch/>
        </p:blipFill>
        <p:spPr>
          <a:xfrm>
            <a:off x="7073861" y="3104563"/>
            <a:ext cx="3444006" cy="541759"/>
          </a:xfrm>
          <a:prstGeom prst="rect">
            <a:avLst/>
          </a:prstGeom>
          <a:noFill/>
          <a:ln>
            <a:noFill/>
          </a:ln>
        </p:spPr>
      </p:pic>
      <p:pic>
        <p:nvPicPr>
          <p:cNvPr id="868" name="Google Shape;868;p89"/>
          <p:cNvPicPr preferRelativeResize="0"/>
          <p:nvPr/>
        </p:nvPicPr>
        <p:blipFill rotWithShape="1">
          <a:blip r:embed="rId5">
            <a:alphaModFix/>
          </a:blip>
          <a:srcRect b="0" l="0" r="0" t="0"/>
          <a:stretch/>
        </p:blipFill>
        <p:spPr>
          <a:xfrm>
            <a:off x="1675981" y="4415598"/>
            <a:ext cx="3444006" cy="541748"/>
          </a:xfrm>
          <a:prstGeom prst="rect">
            <a:avLst/>
          </a:prstGeom>
          <a:noFill/>
          <a:ln>
            <a:noFill/>
          </a:ln>
        </p:spPr>
      </p:pic>
      <p:pic>
        <p:nvPicPr>
          <p:cNvPr id="869" name="Google Shape;869;p89"/>
          <p:cNvPicPr preferRelativeResize="0"/>
          <p:nvPr/>
        </p:nvPicPr>
        <p:blipFill rotWithShape="1">
          <a:blip r:embed="rId6">
            <a:alphaModFix/>
          </a:blip>
          <a:srcRect b="0" l="0" r="0" t="0"/>
          <a:stretch/>
        </p:blipFill>
        <p:spPr>
          <a:xfrm>
            <a:off x="7073861" y="4415608"/>
            <a:ext cx="3444006" cy="541759"/>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90"/>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875" name="Google Shape;875;p90"/>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Logos</a:t>
            </a:r>
            <a:endParaRPr/>
          </a:p>
        </p:txBody>
      </p:sp>
      <p:sp>
        <p:nvSpPr>
          <p:cNvPr id="876" name="Google Shape;876;p90"/>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Open Source</a:t>
            </a:r>
            <a:r>
              <a:rPr lang="en"/>
              <a:t> Logos</a:t>
            </a:r>
            <a:endParaRPr/>
          </a:p>
        </p:txBody>
      </p:sp>
      <p:sp>
        <p:nvSpPr>
          <p:cNvPr id="877" name="Google Shape;877;p90"/>
          <p:cNvSpPr/>
          <p:nvPr/>
        </p:nvSpPr>
        <p:spPr>
          <a:xfrm>
            <a:off x="6164724" y="2204633"/>
            <a:ext cx="5262300" cy="3652800"/>
          </a:xfrm>
          <a:prstGeom prst="rect">
            <a:avLst/>
          </a:prstGeom>
          <a:solidFill>
            <a:srgbClr val="1B303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3038"/>
              </a:buClr>
              <a:buSzPts val="1500"/>
              <a:buFont typeface="Calibri"/>
              <a:buNone/>
            </a:pPr>
            <a:r>
              <a:t/>
            </a:r>
            <a:endParaRPr b="0" i="0" sz="1500" u="none" cap="none" strike="noStrike">
              <a:solidFill>
                <a:srgbClr val="FFFFFF"/>
              </a:solidFill>
              <a:latin typeface="Barlow"/>
              <a:ea typeface="Barlow"/>
              <a:cs typeface="Barlow"/>
              <a:sym typeface="Barlow"/>
            </a:endParaRPr>
          </a:p>
        </p:txBody>
      </p:sp>
      <p:pic>
        <p:nvPicPr>
          <p:cNvPr id="878" name="Google Shape;878;p90"/>
          <p:cNvPicPr preferRelativeResize="0"/>
          <p:nvPr/>
        </p:nvPicPr>
        <p:blipFill rotWithShape="1">
          <a:blip r:embed="rId3">
            <a:alphaModFix/>
          </a:blip>
          <a:srcRect b="0" l="0" r="0" t="0"/>
          <a:stretch/>
        </p:blipFill>
        <p:spPr>
          <a:xfrm>
            <a:off x="7498075" y="2747520"/>
            <a:ext cx="1307234" cy="678920"/>
          </a:xfrm>
          <a:prstGeom prst="rect">
            <a:avLst/>
          </a:prstGeom>
          <a:noFill/>
          <a:ln>
            <a:noFill/>
          </a:ln>
        </p:spPr>
      </p:pic>
      <p:pic>
        <p:nvPicPr>
          <p:cNvPr id="879" name="Google Shape;879;p90"/>
          <p:cNvPicPr preferRelativeResize="0"/>
          <p:nvPr/>
        </p:nvPicPr>
        <p:blipFill rotWithShape="1">
          <a:blip r:embed="rId4">
            <a:alphaModFix/>
          </a:blip>
          <a:srcRect b="0" l="0" r="0" t="0"/>
          <a:stretch/>
        </p:blipFill>
        <p:spPr>
          <a:xfrm>
            <a:off x="1651577" y="2823400"/>
            <a:ext cx="1315576" cy="683253"/>
          </a:xfrm>
          <a:prstGeom prst="rect">
            <a:avLst/>
          </a:prstGeom>
          <a:noFill/>
          <a:ln>
            <a:noFill/>
          </a:ln>
        </p:spPr>
      </p:pic>
      <p:pic>
        <p:nvPicPr>
          <p:cNvPr id="880" name="Google Shape;880;p90"/>
          <p:cNvPicPr preferRelativeResize="0"/>
          <p:nvPr/>
        </p:nvPicPr>
        <p:blipFill rotWithShape="1">
          <a:blip r:embed="rId5">
            <a:alphaModFix/>
          </a:blip>
          <a:srcRect b="0" l="0" r="0" t="0"/>
          <a:stretch/>
        </p:blipFill>
        <p:spPr>
          <a:xfrm>
            <a:off x="1609231" y="4332695"/>
            <a:ext cx="1400271" cy="511180"/>
          </a:xfrm>
          <a:prstGeom prst="rect">
            <a:avLst/>
          </a:prstGeom>
          <a:noFill/>
          <a:ln>
            <a:noFill/>
          </a:ln>
        </p:spPr>
      </p:pic>
      <p:pic>
        <p:nvPicPr>
          <p:cNvPr id="881" name="Google Shape;881;p90"/>
          <p:cNvPicPr preferRelativeResize="0"/>
          <p:nvPr/>
        </p:nvPicPr>
        <p:blipFill rotWithShape="1">
          <a:blip r:embed="rId6">
            <a:alphaModFix/>
          </a:blip>
          <a:srcRect b="0" l="0" r="0" t="0"/>
          <a:stretch/>
        </p:blipFill>
        <p:spPr>
          <a:xfrm>
            <a:off x="7452551" y="4358954"/>
            <a:ext cx="1398284" cy="509188"/>
          </a:xfrm>
          <a:prstGeom prst="rect">
            <a:avLst/>
          </a:prstGeom>
          <a:noFill/>
          <a:ln>
            <a:noFill/>
          </a:ln>
        </p:spPr>
      </p:pic>
      <p:pic>
        <p:nvPicPr>
          <p:cNvPr id="882" name="Google Shape;882;p90"/>
          <p:cNvPicPr preferRelativeResize="0"/>
          <p:nvPr/>
        </p:nvPicPr>
        <p:blipFill rotWithShape="1">
          <a:blip r:embed="rId7">
            <a:alphaModFix/>
          </a:blip>
          <a:srcRect b="0" l="0" r="0" t="0"/>
          <a:stretch/>
        </p:blipFill>
        <p:spPr>
          <a:xfrm>
            <a:off x="9164752" y="2797234"/>
            <a:ext cx="873957" cy="678921"/>
          </a:xfrm>
          <a:prstGeom prst="rect">
            <a:avLst/>
          </a:prstGeom>
          <a:noFill/>
          <a:ln>
            <a:noFill/>
          </a:ln>
        </p:spPr>
      </p:pic>
      <p:pic>
        <p:nvPicPr>
          <p:cNvPr id="883" name="Google Shape;883;p90"/>
          <p:cNvPicPr preferRelativeResize="0"/>
          <p:nvPr/>
        </p:nvPicPr>
        <p:blipFill rotWithShape="1">
          <a:blip r:embed="rId8">
            <a:alphaModFix/>
          </a:blip>
          <a:srcRect b="0" l="0" r="0" t="0"/>
          <a:stretch/>
        </p:blipFill>
        <p:spPr>
          <a:xfrm>
            <a:off x="3401273" y="2747534"/>
            <a:ext cx="873957" cy="678921"/>
          </a:xfrm>
          <a:prstGeom prst="rect">
            <a:avLst/>
          </a:prstGeom>
          <a:noFill/>
          <a:ln>
            <a:noFill/>
          </a:ln>
        </p:spPr>
      </p:pic>
      <p:pic>
        <p:nvPicPr>
          <p:cNvPr id="884" name="Google Shape;884;p90"/>
          <p:cNvPicPr preferRelativeResize="0"/>
          <p:nvPr/>
        </p:nvPicPr>
        <p:blipFill rotWithShape="1">
          <a:blip r:embed="rId9">
            <a:alphaModFix/>
          </a:blip>
          <a:srcRect b="0" l="0" r="0" t="0"/>
          <a:stretch/>
        </p:blipFill>
        <p:spPr>
          <a:xfrm>
            <a:off x="9064282" y="4058557"/>
            <a:ext cx="1074892" cy="964967"/>
          </a:xfrm>
          <a:prstGeom prst="rect">
            <a:avLst/>
          </a:prstGeom>
          <a:noFill/>
          <a:ln>
            <a:noFill/>
          </a:ln>
        </p:spPr>
      </p:pic>
      <p:pic>
        <p:nvPicPr>
          <p:cNvPr id="885" name="Google Shape;885;p90"/>
          <p:cNvPicPr preferRelativeResize="0"/>
          <p:nvPr/>
        </p:nvPicPr>
        <p:blipFill rotWithShape="1">
          <a:blip r:embed="rId10">
            <a:alphaModFix/>
          </a:blip>
          <a:srcRect b="0" l="0" r="0" t="0"/>
          <a:stretch/>
        </p:blipFill>
        <p:spPr>
          <a:xfrm>
            <a:off x="3302164" y="4105748"/>
            <a:ext cx="1072177" cy="964967"/>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91"/>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891" name="Google Shape;891;p91"/>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Logos</a:t>
            </a:r>
            <a:endParaRPr/>
          </a:p>
        </p:txBody>
      </p:sp>
      <p:sp>
        <p:nvSpPr>
          <p:cNvPr id="892" name="Google Shape;892;p91"/>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Partner</a:t>
            </a:r>
            <a:r>
              <a:rPr lang="en"/>
              <a:t> Logos</a:t>
            </a:r>
            <a:endParaRPr/>
          </a:p>
        </p:txBody>
      </p:sp>
      <p:pic>
        <p:nvPicPr>
          <p:cNvPr descr="A picture containing flower&#10;&#10;Description automatically generated" id="893" name="Google Shape;893;p91"/>
          <p:cNvPicPr preferRelativeResize="0"/>
          <p:nvPr/>
        </p:nvPicPr>
        <p:blipFill rotWithShape="1">
          <a:blip r:embed="rId3">
            <a:alphaModFix/>
          </a:blip>
          <a:srcRect b="0" l="0" r="0" t="0"/>
          <a:stretch/>
        </p:blipFill>
        <p:spPr>
          <a:xfrm>
            <a:off x="764801" y="2175002"/>
            <a:ext cx="982991" cy="587825"/>
          </a:xfrm>
          <a:prstGeom prst="rect">
            <a:avLst/>
          </a:prstGeom>
          <a:noFill/>
          <a:ln>
            <a:noFill/>
          </a:ln>
        </p:spPr>
      </p:pic>
      <p:pic>
        <p:nvPicPr>
          <p:cNvPr descr="A picture containing drawing, sign&#10;&#10;Description automatically generated" id="894" name="Google Shape;894;p91"/>
          <p:cNvPicPr preferRelativeResize="0"/>
          <p:nvPr/>
        </p:nvPicPr>
        <p:blipFill rotWithShape="1">
          <a:blip r:embed="rId4">
            <a:alphaModFix/>
          </a:blip>
          <a:srcRect b="0" l="0" r="0" t="0"/>
          <a:stretch/>
        </p:blipFill>
        <p:spPr>
          <a:xfrm>
            <a:off x="764814" y="3113469"/>
            <a:ext cx="1939990" cy="373070"/>
          </a:xfrm>
          <a:prstGeom prst="rect">
            <a:avLst/>
          </a:prstGeom>
          <a:noFill/>
          <a:ln>
            <a:noFill/>
          </a:ln>
        </p:spPr>
      </p:pic>
      <p:pic>
        <p:nvPicPr>
          <p:cNvPr descr="A picture containing room, drawing&#10;&#10;Description automatically generated" id="895" name="Google Shape;895;p91"/>
          <p:cNvPicPr preferRelativeResize="0"/>
          <p:nvPr/>
        </p:nvPicPr>
        <p:blipFill rotWithShape="1">
          <a:blip r:embed="rId5">
            <a:alphaModFix/>
          </a:blip>
          <a:srcRect b="0" l="0" r="0" t="0"/>
          <a:stretch/>
        </p:blipFill>
        <p:spPr>
          <a:xfrm>
            <a:off x="764809" y="4033817"/>
            <a:ext cx="2169942" cy="260791"/>
          </a:xfrm>
          <a:prstGeom prst="rect">
            <a:avLst/>
          </a:prstGeom>
          <a:noFill/>
          <a:ln>
            <a:noFill/>
          </a:ln>
        </p:spPr>
      </p:pic>
      <p:pic>
        <p:nvPicPr>
          <p:cNvPr descr="A picture containing drawing&#10;&#10;Description automatically generated" id="896" name="Google Shape;896;p91"/>
          <p:cNvPicPr preferRelativeResize="0"/>
          <p:nvPr/>
        </p:nvPicPr>
        <p:blipFill rotWithShape="1">
          <a:blip r:embed="rId6">
            <a:alphaModFix/>
          </a:blip>
          <a:srcRect b="0" l="0" r="0" t="0"/>
          <a:stretch/>
        </p:blipFill>
        <p:spPr>
          <a:xfrm>
            <a:off x="5432649" y="3113456"/>
            <a:ext cx="1323675" cy="333295"/>
          </a:xfrm>
          <a:prstGeom prst="rect">
            <a:avLst/>
          </a:prstGeom>
          <a:noFill/>
          <a:ln>
            <a:noFill/>
          </a:ln>
        </p:spPr>
      </p:pic>
      <p:pic>
        <p:nvPicPr>
          <p:cNvPr descr="A picture containing light, hat, drawing&#10;&#10;Description automatically generated" id="897" name="Google Shape;897;p91"/>
          <p:cNvPicPr preferRelativeResize="0"/>
          <p:nvPr/>
        </p:nvPicPr>
        <p:blipFill rotWithShape="1">
          <a:blip r:embed="rId7">
            <a:alphaModFix/>
          </a:blip>
          <a:srcRect b="0" l="0" r="0" t="0"/>
          <a:stretch/>
        </p:blipFill>
        <p:spPr>
          <a:xfrm>
            <a:off x="5509675" y="4560526"/>
            <a:ext cx="1169625" cy="454847"/>
          </a:xfrm>
          <a:prstGeom prst="rect">
            <a:avLst/>
          </a:prstGeom>
          <a:noFill/>
          <a:ln>
            <a:noFill/>
          </a:ln>
        </p:spPr>
      </p:pic>
      <p:pic>
        <p:nvPicPr>
          <p:cNvPr descr="A picture containing drawing, plate&#10;&#10;Description automatically generated" id="898" name="Google Shape;898;p91"/>
          <p:cNvPicPr preferRelativeResize="0"/>
          <p:nvPr/>
        </p:nvPicPr>
        <p:blipFill rotWithShape="1">
          <a:blip r:embed="rId8">
            <a:alphaModFix/>
          </a:blip>
          <a:srcRect b="0" l="0" r="0" t="0"/>
          <a:stretch/>
        </p:blipFill>
        <p:spPr>
          <a:xfrm>
            <a:off x="9627212" y="5588180"/>
            <a:ext cx="1116802" cy="348219"/>
          </a:xfrm>
          <a:prstGeom prst="rect">
            <a:avLst/>
          </a:prstGeom>
          <a:noFill/>
          <a:ln>
            <a:noFill/>
          </a:ln>
        </p:spPr>
      </p:pic>
      <p:pic>
        <p:nvPicPr>
          <p:cNvPr descr="A close up of a sign&#10;&#10;Description automatically generated" id="899" name="Google Shape;899;p91"/>
          <p:cNvPicPr preferRelativeResize="0"/>
          <p:nvPr/>
        </p:nvPicPr>
        <p:blipFill rotWithShape="1">
          <a:blip r:embed="rId9">
            <a:alphaModFix/>
          </a:blip>
          <a:srcRect b="0" l="0" r="0" t="0"/>
          <a:stretch/>
        </p:blipFill>
        <p:spPr>
          <a:xfrm>
            <a:off x="9523185" y="4602867"/>
            <a:ext cx="1324857" cy="370214"/>
          </a:xfrm>
          <a:prstGeom prst="rect">
            <a:avLst/>
          </a:prstGeom>
          <a:noFill/>
          <a:ln>
            <a:noFill/>
          </a:ln>
        </p:spPr>
      </p:pic>
      <p:pic>
        <p:nvPicPr>
          <p:cNvPr id="900" name="Google Shape;900;p91"/>
          <p:cNvPicPr preferRelativeResize="0"/>
          <p:nvPr/>
        </p:nvPicPr>
        <p:blipFill rotWithShape="1">
          <a:blip r:embed="rId10">
            <a:alphaModFix/>
          </a:blip>
          <a:srcRect b="0" l="0" r="0" t="0"/>
          <a:stretch/>
        </p:blipFill>
        <p:spPr>
          <a:xfrm>
            <a:off x="5073075" y="5648680"/>
            <a:ext cx="2042796" cy="227257"/>
          </a:xfrm>
          <a:prstGeom prst="rect">
            <a:avLst/>
          </a:prstGeom>
          <a:noFill/>
          <a:ln>
            <a:noFill/>
          </a:ln>
        </p:spPr>
      </p:pic>
      <p:pic>
        <p:nvPicPr>
          <p:cNvPr descr="A picture containing drawing&#10;&#10;Description automatically generated" id="901" name="Google Shape;901;p91"/>
          <p:cNvPicPr preferRelativeResize="0"/>
          <p:nvPr/>
        </p:nvPicPr>
        <p:blipFill rotWithShape="1">
          <a:blip r:embed="rId11">
            <a:alphaModFix/>
          </a:blip>
          <a:srcRect b="0" l="0" r="0" t="0"/>
          <a:stretch/>
        </p:blipFill>
        <p:spPr>
          <a:xfrm>
            <a:off x="9349672" y="3750803"/>
            <a:ext cx="1671888" cy="363784"/>
          </a:xfrm>
          <a:prstGeom prst="rect">
            <a:avLst/>
          </a:prstGeom>
          <a:noFill/>
          <a:ln>
            <a:noFill/>
          </a:ln>
        </p:spPr>
      </p:pic>
      <p:pic>
        <p:nvPicPr>
          <p:cNvPr descr="A picture containing drawing&#10;&#10;Description automatically generated" id="902" name="Google Shape;902;p91"/>
          <p:cNvPicPr preferRelativeResize="0"/>
          <p:nvPr/>
        </p:nvPicPr>
        <p:blipFill rotWithShape="1">
          <a:blip r:embed="rId12">
            <a:alphaModFix/>
          </a:blip>
          <a:srcRect b="0" l="0" r="0" t="0"/>
          <a:stretch/>
        </p:blipFill>
        <p:spPr>
          <a:xfrm>
            <a:off x="9347866" y="3087206"/>
            <a:ext cx="1675496" cy="385799"/>
          </a:xfrm>
          <a:prstGeom prst="rect">
            <a:avLst/>
          </a:prstGeom>
          <a:noFill/>
          <a:ln>
            <a:noFill/>
          </a:ln>
        </p:spPr>
      </p:pic>
      <p:pic>
        <p:nvPicPr>
          <p:cNvPr descr="A picture containing fish&#10;&#10;Description automatically generated" id="903" name="Google Shape;903;p91"/>
          <p:cNvPicPr preferRelativeResize="0"/>
          <p:nvPr/>
        </p:nvPicPr>
        <p:blipFill rotWithShape="1">
          <a:blip r:embed="rId13">
            <a:alphaModFix/>
          </a:blip>
          <a:srcRect b="0" l="0" r="0" t="0"/>
          <a:stretch/>
        </p:blipFill>
        <p:spPr>
          <a:xfrm>
            <a:off x="5327405" y="2006593"/>
            <a:ext cx="1534127" cy="833516"/>
          </a:xfrm>
          <a:prstGeom prst="rect">
            <a:avLst/>
          </a:prstGeom>
          <a:noFill/>
          <a:ln>
            <a:noFill/>
          </a:ln>
        </p:spPr>
      </p:pic>
      <p:pic>
        <p:nvPicPr>
          <p:cNvPr descr="A drawing of a face&#10;&#10;Description automatically generated" id="904" name="Google Shape;904;p91"/>
          <p:cNvPicPr preferRelativeResize="0"/>
          <p:nvPr/>
        </p:nvPicPr>
        <p:blipFill rotWithShape="1">
          <a:blip r:embed="rId14">
            <a:alphaModFix/>
          </a:blip>
          <a:srcRect b="0" l="0" r="0" t="0"/>
          <a:stretch/>
        </p:blipFill>
        <p:spPr>
          <a:xfrm>
            <a:off x="5333691" y="3729807"/>
            <a:ext cx="1521592" cy="547609"/>
          </a:xfrm>
          <a:prstGeom prst="rect">
            <a:avLst/>
          </a:prstGeom>
          <a:noFill/>
          <a:ln>
            <a:noFill/>
          </a:ln>
        </p:spPr>
      </p:pic>
      <p:pic>
        <p:nvPicPr>
          <p:cNvPr descr="A picture containing light, table&#10;&#10;Description automatically generated" id="905" name="Google Shape;905;p91"/>
          <p:cNvPicPr preferRelativeResize="0"/>
          <p:nvPr/>
        </p:nvPicPr>
        <p:blipFill rotWithShape="1">
          <a:blip r:embed="rId15">
            <a:alphaModFix/>
          </a:blip>
          <a:srcRect b="0" l="0" r="0" t="0"/>
          <a:stretch/>
        </p:blipFill>
        <p:spPr>
          <a:xfrm>
            <a:off x="748797" y="5539989"/>
            <a:ext cx="1971993" cy="484342"/>
          </a:xfrm>
          <a:prstGeom prst="rect">
            <a:avLst/>
          </a:prstGeom>
          <a:noFill/>
          <a:ln>
            <a:noFill/>
          </a:ln>
        </p:spPr>
      </p:pic>
      <p:pic>
        <p:nvPicPr>
          <p:cNvPr descr="A picture containing drawing, food&#10;&#10;Description automatically generated" id="906" name="Google Shape;906;p91"/>
          <p:cNvPicPr preferRelativeResize="0"/>
          <p:nvPr/>
        </p:nvPicPr>
        <p:blipFill rotWithShape="1">
          <a:blip r:embed="rId16">
            <a:alphaModFix/>
          </a:blip>
          <a:srcRect b="0" l="0" r="0" t="0"/>
          <a:stretch/>
        </p:blipFill>
        <p:spPr>
          <a:xfrm>
            <a:off x="748813" y="4841816"/>
            <a:ext cx="2169946" cy="310305"/>
          </a:xfrm>
          <a:prstGeom prst="rect">
            <a:avLst/>
          </a:prstGeom>
          <a:noFill/>
          <a:ln>
            <a:noFill/>
          </a:ln>
        </p:spPr>
      </p:pic>
      <p:pic>
        <p:nvPicPr>
          <p:cNvPr id="907" name="Google Shape;907;p91"/>
          <p:cNvPicPr preferRelativeResize="0"/>
          <p:nvPr/>
        </p:nvPicPr>
        <p:blipFill>
          <a:blip r:embed="rId17">
            <a:alphaModFix/>
          </a:blip>
          <a:stretch>
            <a:fillRect/>
          </a:stretch>
        </p:blipFill>
        <p:spPr>
          <a:xfrm>
            <a:off x="9249467" y="2006600"/>
            <a:ext cx="1872312" cy="85548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92"/>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913" name="Google Shape;913;p92"/>
          <p:cNvSpPr txBox="1"/>
          <p:nvPr>
            <p:ph type="title"/>
          </p:nvPr>
        </p:nvSpPr>
        <p:spPr>
          <a:xfrm>
            <a:off x="749246" y="535633"/>
            <a:ext cx="88782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Resources: Diagrams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17" name="Shape 917"/>
        <p:cNvGrpSpPr/>
        <p:nvPr/>
      </p:nvGrpSpPr>
      <p:grpSpPr>
        <a:xfrm>
          <a:off x="0" y="0"/>
          <a:ext cx="0" cy="0"/>
          <a:chOff x="0" y="0"/>
          <a:chExt cx="0" cy="0"/>
        </a:xfrm>
      </p:grpSpPr>
      <p:sp>
        <p:nvSpPr>
          <p:cNvPr id="918" name="Google Shape;918;p93"/>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Diagrams</a:t>
            </a:r>
            <a:endParaRPr/>
          </a:p>
        </p:txBody>
      </p:sp>
      <p:sp>
        <p:nvSpPr>
          <p:cNvPr id="919" name="Google Shape;919;p93"/>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Marketecture</a:t>
            </a:r>
            <a:endParaRPr/>
          </a:p>
        </p:txBody>
      </p:sp>
      <p:sp>
        <p:nvSpPr>
          <p:cNvPr id="920" name="Google Shape;920;p93"/>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grpSp>
        <p:nvGrpSpPr>
          <p:cNvPr id="921" name="Google Shape;921;p93"/>
          <p:cNvGrpSpPr/>
          <p:nvPr/>
        </p:nvGrpSpPr>
        <p:grpSpPr>
          <a:xfrm>
            <a:off x="764800" y="1876017"/>
            <a:ext cx="5245488" cy="4109364"/>
            <a:chOff x="4624700" y="1487675"/>
            <a:chExt cx="3935100" cy="3082100"/>
          </a:xfrm>
        </p:grpSpPr>
        <p:sp>
          <p:nvSpPr>
            <p:cNvPr id="922" name="Google Shape;922;p93"/>
            <p:cNvSpPr/>
            <p:nvPr/>
          </p:nvSpPr>
          <p:spPr>
            <a:xfrm>
              <a:off x="4624700" y="1647800"/>
              <a:ext cx="3935100" cy="2074800"/>
            </a:xfrm>
            <a:prstGeom prst="rect">
              <a:avLst/>
            </a:prstGeom>
            <a:noFill/>
            <a:ln cap="flat" cmpd="sng" w="9525">
              <a:solidFill>
                <a:schemeClr val="accen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923" name="Google Shape;923;p93"/>
            <p:cNvSpPr/>
            <p:nvPr/>
          </p:nvSpPr>
          <p:spPr>
            <a:xfrm rot="10800000">
              <a:off x="4663200" y="3775900"/>
              <a:ext cx="3856850" cy="793875"/>
            </a:xfrm>
            <a:prstGeom prst="flowChartOffpageConnector">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924" name="Google Shape;924;p93"/>
            <p:cNvSpPr/>
            <p:nvPr/>
          </p:nvSpPr>
          <p:spPr>
            <a:xfrm>
              <a:off x="4663183" y="3271830"/>
              <a:ext cx="3856800" cy="404100"/>
            </a:xfrm>
            <a:prstGeom prst="rect">
              <a:avLst/>
            </a:prstGeom>
            <a:solidFill>
              <a:schemeClr val="dk1"/>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lang="en" sz="1600">
                  <a:solidFill>
                    <a:schemeClr val="lt2"/>
                  </a:solidFill>
                  <a:latin typeface="DM Sans"/>
                  <a:ea typeface="DM Sans"/>
                  <a:cs typeface="DM Sans"/>
                  <a:sym typeface="DM Sans"/>
                </a:rPr>
                <a:t>Platform Security &amp; Administration</a:t>
              </a:r>
              <a:endParaRPr sz="1600">
                <a:solidFill>
                  <a:schemeClr val="lt2"/>
                </a:solidFill>
                <a:latin typeface="DM Sans"/>
                <a:ea typeface="DM Sans"/>
                <a:cs typeface="DM Sans"/>
                <a:sym typeface="DM Sans"/>
              </a:endParaRPr>
            </a:p>
          </p:txBody>
        </p:sp>
        <p:sp>
          <p:nvSpPr>
            <p:cNvPr id="925" name="Google Shape;925;p93"/>
            <p:cNvSpPr/>
            <p:nvPr/>
          </p:nvSpPr>
          <p:spPr>
            <a:xfrm>
              <a:off x="4663183" y="2794960"/>
              <a:ext cx="3856800" cy="404100"/>
            </a:xfrm>
            <a:prstGeom prst="rect">
              <a:avLst/>
            </a:prstGeom>
            <a:solidFill>
              <a:schemeClr val="dk1"/>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lang="en" sz="1600">
                  <a:solidFill>
                    <a:schemeClr val="lt2"/>
                  </a:solidFill>
                  <a:latin typeface="DM Sans"/>
                  <a:ea typeface="DM Sans"/>
                  <a:cs typeface="DM Sans"/>
                  <a:sym typeface="DM Sans"/>
                </a:rPr>
                <a:t>Open Data Lake</a:t>
              </a:r>
              <a:endParaRPr sz="1600">
                <a:solidFill>
                  <a:schemeClr val="lt2"/>
                </a:solidFill>
                <a:latin typeface="DM Sans"/>
                <a:ea typeface="DM Sans"/>
                <a:cs typeface="DM Sans"/>
                <a:sym typeface="DM Sans"/>
              </a:endParaRPr>
            </a:p>
          </p:txBody>
        </p:sp>
        <p:sp>
          <p:nvSpPr>
            <p:cNvPr id="926" name="Google Shape;926;p93"/>
            <p:cNvSpPr/>
            <p:nvPr/>
          </p:nvSpPr>
          <p:spPr>
            <a:xfrm>
              <a:off x="4663183" y="2318100"/>
              <a:ext cx="3856800" cy="404100"/>
            </a:xfrm>
            <a:prstGeom prst="rect">
              <a:avLst/>
            </a:prstGeom>
            <a:solidFill>
              <a:schemeClr val="dk1"/>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lang="en" sz="1600">
                  <a:solidFill>
                    <a:schemeClr val="lt2"/>
                  </a:solidFill>
                  <a:latin typeface="DM Sans"/>
                  <a:ea typeface="DM Sans"/>
                  <a:cs typeface="DM Sans"/>
                  <a:sym typeface="DM Sans"/>
                </a:rPr>
                <a:t>Data Management and Governance</a:t>
              </a:r>
              <a:endParaRPr sz="1600">
                <a:solidFill>
                  <a:schemeClr val="lt2"/>
                </a:solidFill>
                <a:latin typeface="DM Sans"/>
                <a:ea typeface="DM Sans"/>
                <a:cs typeface="DM Sans"/>
                <a:sym typeface="DM Sans"/>
              </a:endParaRPr>
            </a:p>
          </p:txBody>
        </p:sp>
        <p:sp>
          <p:nvSpPr>
            <p:cNvPr id="927" name="Google Shape;927;p93"/>
            <p:cNvSpPr/>
            <p:nvPr/>
          </p:nvSpPr>
          <p:spPr>
            <a:xfrm>
              <a:off x="4663175" y="1841250"/>
              <a:ext cx="888600" cy="404100"/>
            </a:xfrm>
            <a:prstGeom prst="rect">
              <a:avLst/>
            </a:prstGeom>
            <a:solidFill>
              <a:srgbClr val="00875C"/>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lang="en" sz="1100">
                  <a:solidFill>
                    <a:srgbClr val="FFFFFF"/>
                  </a:solidFill>
                  <a:latin typeface="DM Sans"/>
                  <a:ea typeface="DM Sans"/>
                  <a:cs typeface="DM Sans"/>
                  <a:sym typeface="DM Sans"/>
                </a:rPr>
                <a:t>Data</a:t>
              </a:r>
              <a:endParaRPr sz="1100">
                <a:solidFill>
                  <a:srgbClr val="FFFFFF"/>
                </a:solidFill>
                <a:latin typeface="DM Sans"/>
                <a:ea typeface="DM Sans"/>
                <a:cs typeface="DM Sans"/>
                <a:sym typeface="DM Sans"/>
              </a:endParaRPr>
            </a:p>
            <a:p>
              <a:pPr indent="0" lvl="0" marL="0" rtl="0" algn="ctr">
                <a:spcBef>
                  <a:spcPts val="0"/>
                </a:spcBef>
                <a:spcAft>
                  <a:spcPts val="0"/>
                </a:spcAft>
                <a:buNone/>
              </a:pPr>
              <a:r>
                <a:rPr lang="en" sz="1100">
                  <a:solidFill>
                    <a:srgbClr val="FFFFFF"/>
                  </a:solidFill>
                  <a:latin typeface="DM Sans"/>
                  <a:ea typeface="DM Sans"/>
                  <a:cs typeface="DM Sans"/>
                  <a:sym typeface="DM Sans"/>
                </a:rPr>
                <a:t>Engineering</a:t>
              </a:r>
              <a:endParaRPr sz="1100">
                <a:solidFill>
                  <a:srgbClr val="FFFFFF"/>
                </a:solidFill>
                <a:latin typeface="DM Sans"/>
                <a:ea typeface="DM Sans"/>
                <a:cs typeface="DM Sans"/>
                <a:sym typeface="DM Sans"/>
              </a:endParaRPr>
            </a:p>
          </p:txBody>
        </p:sp>
        <p:sp>
          <p:nvSpPr>
            <p:cNvPr id="928" name="Google Shape;928;p93"/>
            <p:cNvSpPr/>
            <p:nvPr/>
          </p:nvSpPr>
          <p:spPr>
            <a:xfrm>
              <a:off x="5652547" y="1841250"/>
              <a:ext cx="888600" cy="404100"/>
            </a:xfrm>
            <a:prstGeom prst="rect">
              <a:avLst/>
            </a:prstGeom>
            <a:solidFill>
              <a:srgbClr val="00875C"/>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lang="en" sz="1100">
                  <a:solidFill>
                    <a:srgbClr val="FFFFFF"/>
                  </a:solidFill>
                  <a:latin typeface="DM Sans"/>
                  <a:ea typeface="DM Sans"/>
                  <a:cs typeface="DM Sans"/>
                  <a:sym typeface="DM Sans"/>
                </a:rPr>
                <a:t>BI and SQL</a:t>
              </a:r>
              <a:endParaRPr sz="1100">
                <a:solidFill>
                  <a:srgbClr val="FFFFFF"/>
                </a:solidFill>
                <a:latin typeface="DM Sans"/>
                <a:ea typeface="DM Sans"/>
                <a:cs typeface="DM Sans"/>
                <a:sym typeface="DM Sans"/>
              </a:endParaRPr>
            </a:p>
            <a:p>
              <a:pPr indent="0" lvl="0" marL="0" rtl="0" algn="ctr">
                <a:spcBef>
                  <a:spcPts val="0"/>
                </a:spcBef>
                <a:spcAft>
                  <a:spcPts val="0"/>
                </a:spcAft>
                <a:buNone/>
              </a:pPr>
              <a:r>
                <a:rPr lang="en" sz="1100">
                  <a:solidFill>
                    <a:srgbClr val="FFFFFF"/>
                  </a:solidFill>
                  <a:latin typeface="DM Sans"/>
                  <a:ea typeface="DM Sans"/>
                  <a:cs typeface="DM Sans"/>
                  <a:sym typeface="DM Sans"/>
                </a:rPr>
                <a:t>Analytics</a:t>
              </a:r>
              <a:endParaRPr sz="1100">
                <a:solidFill>
                  <a:srgbClr val="FFFFFF"/>
                </a:solidFill>
                <a:latin typeface="DM Sans"/>
                <a:ea typeface="DM Sans"/>
                <a:cs typeface="DM Sans"/>
                <a:sym typeface="DM Sans"/>
              </a:endParaRPr>
            </a:p>
          </p:txBody>
        </p:sp>
        <p:sp>
          <p:nvSpPr>
            <p:cNvPr id="929" name="Google Shape;929;p93"/>
            <p:cNvSpPr/>
            <p:nvPr/>
          </p:nvSpPr>
          <p:spPr>
            <a:xfrm>
              <a:off x="6641919" y="1841250"/>
              <a:ext cx="888600" cy="404100"/>
            </a:xfrm>
            <a:prstGeom prst="rect">
              <a:avLst/>
            </a:prstGeom>
            <a:solidFill>
              <a:srgbClr val="00875C"/>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lang="en" sz="1100">
                  <a:solidFill>
                    <a:srgbClr val="FFFFFF"/>
                  </a:solidFill>
                  <a:latin typeface="DM Sans"/>
                  <a:ea typeface="DM Sans"/>
                  <a:cs typeface="DM Sans"/>
                  <a:sym typeface="DM Sans"/>
                </a:rPr>
                <a:t>Data Science</a:t>
              </a:r>
              <a:endParaRPr sz="1100">
                <a:solidFill>
                  <a:srgbClr val="FFFFFF"/>
                </a:solidFill>
                <a:latin typeface="DM Sans"/>
                <a:ea typeface="DM Sans"/>
                <a:cs typeface="DM Sans"/>
                <a:sym typeface="DM Sans"/>
              </a:endParaRPr>
            </a:p>
            <a:p>
              <a:pPr indent="0" lvl="0" marL="0" rtl="0" algn="ctr">
                <a:spcBef>
                  <a:spcPts val="0"/>
                </a:spcBef>
                <a:spcAft>
                  <a:spcPts val="0"/>
                </a:spcAft>
                <a:buNone/>
              </a:pPr>
              <a:r>
                <a:rPr lang="en" sz="1100">
                  <a:solidFill>
                    <a:srgbClr val="FFFFFF"/>
                  </a:solidFill>
                  <a:latin typeface="DM Sans"/>
                  <a:ea typeface="DM Sans"/>
                  <a:cs typeface="DM Sans"/>
                  <a:sym typeface="DM Sans"/>
                </a:rPr>
                <a:t>and ML</a:t>
              </a:r>
              <a:endParaRPr sz="1100">
                <a:solidFill>
                  <a:srgbClr val="FFFFFF"/>
                </a:solidFill>
                <a:latin typeface="DM Sans"/>
                <a:ea typeface="DM Sans"/>
                <a:cs typeface="DM Sans"/>
                <a:sym typeface="DM Sans"/>
              </a:endParaRPr>
            </a:p>
          </p:txBody>
        </p:sp>
        <p:sp>
          <p:nvSpPr>
            <p:cNvPr id="930" name="Google Shape;930;p93"/>
            <p:cNvSpPr/>
            <p:nvPr/>
          </p:nvSpPr>
          <p:spPr>
            <a:xfrm>
              <a:off x="7631290" y="1841250"/>
              <a:ext cx="888600" cy="404100"/>
            </a:xfrm>
            <a:prstGeom prst="rect">
              <a:avLst/>
            </a:prstGeom>
            <a:solidFill>
              <a:srgbClr val="00875C"/>
            </a:solidFill>
            <a:ln>
              <a:noFill/>
            </a:ln>
          </p:spPr>
          <p:txBody>
            <a:bodyPr anchorCtr="0" anchor="ctr" bIns="121875" lIns="0" spcFirstLastPara="1" rIns="0" wrap="square" tIns="121875">
              <a:noAutofit/>
            </a:bodyPr>
            <a:lstStyle/>
            <a:p>
              <a:pPr indent="0" lvl="0" marL="0" rtl="0" algn="ctr">
                <a:spcBef>
                  <a:spcPts val="0"/>
                </a:spcBef>
                <a:spcAft>
                  <a:spcPts val="0"/>
                </a:spcAft>
                <a:buNone/>
              </a:pPr>
              <a:r>
                <a:rPr lang="en" sz="1100">
                  <a:solidFill>
                    <a:srgbClr val="FFFFFF"/>
                  </a:solidFill>
                  <a:latin typeface="DM Sans"/>
                  <a:ea typeface="DM Sans"/>
                  <a:cs typeface="DM Sans"/>
                  <a:sym typeface="DM Sans"/>
                </a:rPr>
                <a:t>Real-Time Data</a:t>
              </a:r>
              <a:endParaRPr sz="1100">
                <a:solidFill>
                  <a:srgbClr val="FFFFFF"/>
                </a:solidFill>
                <a:latin typeface="DM Sans"/>
                <a:ea typeface="DM Sans"/>
                <a:cs typeface="DM Sans"/>
                <a:sym typeface="DM Sans"/>
              </a:endParaRPr>
            </a:p>
            <a:p>
              <a:pPr indent="0" lvl="0" marL="0" rtl="0" algn="ctr">
                <a:spcBef>
                  <a:spcPts val="0"/>
                </a:spcBef>
                <a:spcAft>
                  <a:spcPts val="0"/>
                </a:spcAft>
                <a:buNone/>
              </a:pPr>
              <a:r>
                <a:rPr lang="en" sz="1100">
                  <a:solidFill>
                    <a:srgbClr val="FFFFFF"/>
                  </a:solidFill>
                  <a:latin typeface="DM Sans"/>
                  <a:ea typeface="DM Sans"/>
                  <a:cs typeface="DM Sans"/>
                  <a:sym typeface="DM Sans"/>
                </a:rPr>
                <a:t>Applications</a:t>
              </a:r>
              <a:endParaRPr sz="1100">
                <a:solidFill>
                  <a:srgbClr val="FFFFFF"/>
                </a:solidFill>
                <a:latin typeface="DM Sans"/>
                <a:ea typeface="DM Sans"/>
                <a:cs typeface="DM Sans"/>
                <a:sym typeface="DM Sans"/>
              </a:endParaRPr>
            </a:p>
          </p:txBody>
        </p:sp>
        <p:sp>
          <p:nvSpPr>
            <p:cNvPr id="931" name="Google Shape;931;p93"/>
            <p:cNvSpPr/>
            <p:nvPr/>
          </p:nvSpPr>
          <p:spPr>
            <a:xfrm>
              <a:off x="5364850" y="1487675"/>
              <a:ext cx="2453700" cy="303000"/>
            </a:xfrm>
            <a:prstGeom prst="rect">
              <a:avLst/>
            </a:prstGeom>
            <a:solidFill>
              <a:schemeClr val="lt1"/>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lang="en" sz="1600">
                  <a:solidFill>
                    <a:schemeClr val="accent1"/>
                  </a:solidFill>
                  <a:latin typeface="DM Sans Medium"/>
                  <a:ea typeface="DM Sans Medium"/>
                  <a:cs typeface="DM Sans Medium"/>
                  <a:sym typeface="DM Sans Medium"/>
                </a:rPr>
                <a:t>Databricks lakehouse platform</a:t>
              </a:r>
              <a:endParaRPr sz="1600">
                <a:solidFill>
                  <a:schemeClr val="accent1"/>
                </a:solidFill>
                <a:latin typeface="DM Sans Medium"/>
                <a:ea typeface="DM Sans Medium"/>
                <a:cs typeface="DM Sans Medium"/>
                <a:sym typeface="DM Sans Medium"/>
              </a:endParaRPr>
            </a:p>
          </p:txBody>
        </p:sp>
        <p:pic>
          <p:nvPicPr>
            <p:cNvPr descr="A picture containing flower&#10;&#10;Description automatically generated" id="932" name="Google Shape;932;p93"/>
            <p:cNvPicPr preferRelativeResize="0"/>
            <p:nvPr/>
          </p:nvPicPr>
          <p:blipFill rotWithShape="1">
            <a:blip r:embed="rId3">
              <a:alphaModFix/>
            </a:blip>
            <a:srcRect b="0" l="0" r="0" t="0"/>
            <a:stretch/>
          </p:blipFill>
          <p:spPr>
            <a:xfrm>
              <a:off x="6343973" y="4114676"/>
              <a:ext cx="496452" cy="296875"/>
            </a:xfrm>
            <a:prstGeom prst="rect">
              <a:avLst/>
            </a:prstGeom>
            <a:noFill/>
            <a:ln>
              <a:noFill/>
            </a:ln>
          </p:spPr>
        </p:pic>
        <p:pic>
          <p:nvPicPr>
            <p:cNvPr descr="A picture containing drawing, food&#10;&#10;Description automatically generated" id="933" name="Google Shape;933;p93"/>
            <p:cNvPicPr preferRelativeResize="0"/>
            <p:nvPr/>
          </p:nvPicPr>
          <p:blipFill rotWithShape="1">
            <a:blip r:embed="rId4">
              <a:alphaModFix/>
            </a:blip>
            <a:srcRect b="0" l="0" r="0" t="0"/>
            <a:stretch/>
          </p:blipFill>
          <p:spPr>
            <a:xfrm>
              <a:off x="4824650" y="4179187"/>
              <a:ext cx="1173706" cy="167850"/>
            </a:xfrm>
            <a:prstGeom prst="rect">
              <a:avLst/>
            </a:prstGeom>
            <a:noFill/>
            <a:ln>
              <a:noFill/>
            </a:ln>
          </p:spPr>
        </p:pic>
        <p:pic>
          <p:nvPicPr>
            <p:cNvPr id="934" name="Google Shape;934;p93"/>
            <p:cNvPicPr preferRelativeResize="0"/>
            <p:nvPr/>
          </p:nvPicPr>
          <p:blipFill>
            <a:blip r:embed="rId5">
              <a:alphaModFix/>
            </a:blip>
            <a:stretch>
              <a:fillRect/>
            </a:stretch>
          </p:blipFill>
          <p:spPr>
            <a:xfrm>
              <a:off x="7267296" y="4178502"/>
              <a:ext cx="1029950" cy="181350"/>
            </a:xfrm>
            <a:prstGeom prst="rect">
              <a:avLst/>
            </a:prstGeom>
            <a:noFill/>
            <a:ln>
              <a:noFill/>
            </a:ln>
          </p:spPr>
        </p:pic>
      </p:grpSp>
      <p:pic>
        <p:nvPicPr>
          <p:cNvPr id="935" name="Google Shape;935;p93"/>
          <p:cNvPicPr preferRelativeResize="0"/>
          <p:nvPr/>
        </p:nvPicPr>
        <p:blipFill>
          <a:blip r:embed="rId6">
            <a:alphaModFix/>
          </a:blip>
          <a:stretch>
            <a:fillRect/>
          </a:stretch>
        </p:blipFill>
        <p:spPr>
          <a:xfrm>
            <a:off x="7072425" y="1376668"/>
            <a:ext cx="4195025" cy="4201682"/>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94"/>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941" name="Google Shape;941;p94"/>
          <p:cNvSpPr txBox="1"/>
          <p:nvPr>
            <p:ph type="title"/>
          </p:nvPr>
        </p:nvSpPr>
        <p:spPr>
          <a:xfrm>
            <a:off x="749246" y="535633"/>
            <a:ext cx="88782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Resources: Icons and illustrations</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95"/>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947" name="Google Shape;947;p95"/>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948" name="Google Shape;948;p95"/>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High Level Icons</a:t>
            </a:r>
            <a:endParaRPr/>
          </a:p>
        </p:txBody>
      </p:sp>
      <p:pic>
        <p:nvPicPr>
          <p:cNvPr id="949" name="Google Shape;949;p95"/>
          <p:cNvPicPr preferRelativeResize="0"/>
          <p:nvPr/>
        </p:nvPicPr>
        <p:blipFill>
          <a:blip r:embed="rId3">
            <a:alphaModFix/>
          </a:blip>
          <a:stretch>
            <a:fillRect/>
          </a:stretch>
        </p:blipFill>
        <p:spPr>
          <a:xfrm>
            <a:off x="4398350" y="4067416"/>
            <a:ext cx="1589351" cy="1589355"/>
          </a:xfrm>
          <a:prstGeom prst="rect">
            <a:avLst/>
          </a:prstGeom>
          <a:noFill/>
          <a:ln>
            <a:noFill/>
          </a:ln>
        </p:spPr>
      </p:pic>
      <p:pic>
        <p:nvPicPr>
          <p:cNvPr id="950" name="Google Shape;950;p95"/>
          <p:cNvPicPr preferRelativeResize="0"/>
          <p:nvPr/>
        </p:nvPicPr>
        <p:blipFill>
          <a:blip r:embed="rId4">
            <a:alphaModFix/>
          </a:blip>
          <a:stretch>
            <a:fillRect/>
          </a:stretch>
        </p:blipFill>
        <p:spPr>
          <a:xfrm>
            <a:off x="2581571" y="4067401"/>
            <a:ext cx="1589351" cy="1589355"/>
          </a:xfrm>
          <a:prstGeom prst="rect">
            <a:avLst/>
          </a:prstGeom>
          <a:noFill/>
          <a:ln>
            <a:noFill/>
          </a:ln>
        </p:spPr>
      </p:pic>
      <p:pic>
        <p:nvPicPr>
          <p:cNvPr id="951" name="Google Shape;951;p95"/>
          <p:cNvPicPr preferRelativeResize="0"/>
          <p:nvPr/>
        </p:nvPicPr>
        <p:blipFill>
          <a:blip r:embed="rId5">
            <a:alphaModFix/>
          </a:blip>
          <a:stretch>
            <a:fillRect/>
          </a:stretch>
        </p:blipFill>
        <p:spPr>
          <a:xfrm>
            <a:off x="9848686" y="4067401"/>
            <a:ext cx="1589351" cy="1589355"/>
          </a:xfrm>
          <a:prstGeom prst="rect">
            <a:avLst/>
          </a:prstGeom>
          <a:noFill/>
          <a:ln>
            <a:noFill/>
          </a:ln>
        </p:spPr>
      </p:pic>
      <p:pic>
        <p:nvPicPr>
          <p:cNvPr id="952" name="Google Shape;952;p95"/>
          <p:cNvPicPr preferRelativeResize="0"/>
          <p:nvPr/>
        </p:nvPicPr>
        <p:blipFill>
          <a:blip r:embed="rId6">
            <a:alphaModFix/>
          </a:blip>
          <a:stretch>
            <a:fillRect/>
          </a:stretch>
        </p:blipFill>
        <p:spPr>
          <a:xfrm>
            <a:off x="764792" y="4067401"/>
            <a:ext cx="1589351" cy="1589355"/>
          </a:xfrm>
          <a:prstGeom prst="rect">
            <a:avLst/>
          </a:prstGeom>
          <a:noFill/>
          <a:ln>
            <a:noFill/>
          </a:ln>
        </p:spPr>
      </p:pic>
      <p:pic>
        <p:nvPicPr>
          <p:cNvPr id="953" name="Google Shape;953;p95"/>
          <p:cNvPicPr preferRelativeResize="0"/>
          <p:nvPr/>
        </p:nvPicPr>
        <p:blipFill>
          <a:blip r:embed="rId7">
            <a:alphaModFix/>
          </a:blip>
          <a:stretch>
            <a:fillRect/>
          </a:stretch>
        </p:blipFill>
        <p:spPr>
          <a:xfrm>
            <a:off x="8031907" y="4067401"/>
            <a:ext cx="1589351" cy="1589355"/>
          </a:xfrm>
          <a:prstGeom prst="rect">
            <a:avLst/>
          </a:prstGeom>
          <a:noFill/>
          <a:ln>
            <a:noFill/>
          </a:ln>
        </p:spPr>
      </p:pic>
      <p:pic>
        <p:nvPicPr>
          <p:cNvPr id="954" name="Google Shape;954;p95"/>
          <p:cNvPicPr preferRelativeResize="0"/>
          <p:nvPr/>
        </p:nvPicPr>
        <p:blipFill>
          <a:blip r:embed="rId8">
            <a:alphaModFix/>
          </a:blip>
          <a:stretch>
            <a:fillRect/>
          </a:stretch>
        </p:blipFill>
        <p:spPr>
          <a:xfrm>
            <a:off x="6215128" y="4067401"/>
            <a:ext cx="1589351" cy="1589355"/>
          </a:xfrm>
          <a:prstGeom prst="rect">
            <a:avLst/>
          </a:prstGeom>
          <a:noFill/>
          <a:ln>
            <a:noFill/>
          </a:ln>
        </p:spPr>
      </p:pic>
      <p:sp>
        <p:nvSpPr>
          <p:cNvPr id="955" name="Google Shape;955;p95"/>
          <p:cNvSpPr/>
          <p:nvPr/>
        </p:nvSpPr>
        <p:spPr>
          <a:xfrm>
            <a:off x="764808" y="5758967"/>
            <a:ext cx="1066500" cy="2304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rgbClr val="3A3838"/>
                </a:solidFill>
                <a:latin typeface="DM Sans"/>
                <a:ea typeface="DM Sans"/>
                <a:cs typeface="DM Sans"/>
                <a:sym typeface="DM Sans"/>
              </a:rPr>
              <a:t>Simple</a:t>
            </a:r>
            <a:endParaRPr i="0" sz="1100" u="none" cap="none" strike="noStrike">
              <a:solidFill>
                <a:srgbClr val="3A3838"/>
              </a:solidFill>
              <a:latin typeface="DM Sans"/>
              <a:ea typeface="DM Sans"/>
              <a:cs typeface="DM Sans"/>
              <a:sym typeface="DM Sans"/>
            </a:endParaRPr>
          </a:p>
        </p:txBody>
      </p:sp>
      <p:sp>
        <p:nvSpPr>
          <p:cNvPr id="956" name="Google Shape;956;p95"/>
          <p:cNvSpPr/>
          <p:nvPr/>
        </p:nvSpPr>
        <p:spPr>
          <a:xfrm>
            <a:off x="2581587" y="5758967"/>
            <a:ext cx="1066500" cy="2304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rgbClr val="3A3838"/>
                </a:solidFill>
                <a:latin typeface="DM Sans"/>
                <a:ea typeface="DM Sans"/>
                <a:cs typeface="DM Sans"/>
                <a:sym typeface="DM Sans"/>
              </a:rPr>
              <a:t>Open</a:t>
            </a:r>
            <a:endParaRPr i="0" sz="1100" u="none" cap="none" strike="noStrike">
              <a:solidFill>
                <a:srgbClr val="3A3838"/>
              </a:solidFill>
              <a:latin typeface="DM Sans"/>
              <a:ea typeface="DM Sans"/>
              <a:cs typeface="DM Sans"/>
              <a:sym typeface="DM Sans"/>
            </a:endParaRPr>
          </a:p>
        </p:txBody>
      </p:sp>
      <p:sp>
        <p:nvSpPr>
          <p:cNvPr id="957" name="Google Shape;957;p95"/>
          <p:cNvSpPr/>
          <p:nvPr/>
        </p:nvSpPr>
        <p:spPr>
          <a:xfrm>
            <a:off x="4398366" y="5758967"/>
            <a:ext cx="1421700" cy="2304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rgbClr val="3A3838"/>
                </a:solidFill>
                <a:latin typeface="DM Sans"/>
                <a:ea typeface="DM Sans"/>
                <a:cs typeface="DM Sans"/>
                <a:sym typeface="DM Sans"/>
              </a:rPr>
              <a:t>Collaborative</a:t>
            </a:r>
            <a:endParaRPr i="0" sz="1100" u="none" cap="none" strike="noStrike">
              <a:solidFill>
                <a:srgbClr val="3A3838"/>
              </a:solidFill>
              <a:latin typeface="DM Sans"/>
              <a:ea typeface="DM Sans"/>
              <a:cs typeface="DM Sans"/>
              <a:sym typeface="DM Sans"/>
            </a:endParaRPr>
          </a:p>
        </p:txBody>
      </p:sp>
      <p:sp>
        <p:nvSpPr>
          <p:cNvPr id="958" name="Google Shape;958;p95"/>
          <p:cNvSpPr/>
          <p:nvPr/>
        </p:nvSpPr>
        <p:spPr>
          <a:xfrm>
            <a:off x="6215145" y="5758967"/>
            <a:ext cx="1066500" cy="2304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rgbClr val="3A3838"/>
                </a:solidFill>
                <a:latin typeface="DM Sans"/>
                <a:ea typeface="DM Sans"/>
                <a:cs typeface="DM Sans"/>
                <a:sym typeface="DM Sans"/>
              </a:rPr>
              <a:t>Training</a:t>
            </a:r>
            <a:endParaRPr i="0" sz="1100" u="none" cap="none" strike="noStrike">
              <a:solidFill>
                <a:srgbClr val="3A3838"/>
              </a:solidFill>
              <a:latin typeface="DM Sans"/>
              <a:ea typeface="DM Sans"/>
              <a:cs typeface="DM Sans"/>
              <a:sym typeface="DM Sans"/>
            </a:endParaRPr>
          </a:p>
        </p:txBody>
      </p:sp>
      <p:sp>
        <p:nvSpPr>
          <p:cNvPr id="959" name="Google Shape;959;p95"/>
          <p:cNvSpPr/>
          <p:nvPr/>
        </p:nvSpPr>
        <p:spPr>
          <a:xfrm>
            <a:off x="8031923" y="5758967"/>
            <a:ext cx="1066500" cy="2304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rgbClr val="3A3838"/>
                </a:solidFill>
                <a:latin typeface="DM Sans"/>
                <a:ea typeface="DM Sans"/>
                <a:cs typeface="DM Sans"/>
                <a:sym typeface="DM Sans"/>
              </a:rPr>
              <a:t>Support</a:t>
            </a:r>
            <a:endParaRPr i="0" sz="1100" u="none" cap="none" strike="noStrike">
              <a:solidFill>
                <a:srgbClr val="3A3838"/>
              </a:solidFill>
              <a:latin typeface="DM Sans"/>
              <a:ea typeface="DM Sans"/>
              <a:cs typeface="DM Sans"/>
              <a:sym typeface="DM Sans"/>
            </a:endParaRPr>
          </a:p>
        </p:txBody>
      </p:sp>
      <p:sp>
        <p:nvSpPr>
          <p:cNvPr id="960" name="Google Shape;960;p95"/>
          <p:cNvSpPr/>
          <p:nvPr/>
        </p:nvSpPr>
        <p:spPr>
          <a:xfrm>
            <a:off x="9848702" y="5758967"/>
            <a:ext cx="1589100" cy="2304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rgbClr val="3A3838"/>
                </a:solidFill>
                <a:latin typeface="DM Sans"/>
                <a:ea typeface="DM Sans"/>
                <a:cs typeface="DM Sans"/>
                <a:sym typeface="DM Sans"/>
              </a:rPr>
              <a:t>Professional</a:t>
            </a:r>
            <a:r>
              <a:rPr lang="en" sz="1100">
                <a:solidFill>
                  <a:srgbClr val="3A3838"/>
                </a:solidFill>
                <a:latin typeface="DM Sans"/>
                <a:ea typeface="DM Sans"/>
                <a:cs typeface="DM Sans"/>
                <a:sym typeface="DM Sans"/>
              </a:rPr>
              <a:t> Services</a:t>
            </a:r>
            <a:endParaRPr i="0" sz="1100" u="none" cap="none" strike="noStrike">
              <a:solidFill>
                <a:srgbClr val="3A3838"/>
              </a:solidFill>
              <a:latin typeface="DM Sans"/>
              <a:ea typeface="DM Sans"/>
              <a:cs typeface="DM Sans"/>
              <a:sym typeface="DM Sans"/>
            </a:endParaRPr>
          </a:p>
        </p:txBody>
      </p:sp>
      <p:pic>
        <p:nvPicPr>
          <p:cNvPr id="961" name="Google Shape;961;p95"/>
          <p:cNvPicPr preferRelativeResize="0"/>
          <p:nvPr/>
        </p:nvPicPr>
        <p:blipFill>
          <a:blip r:embed="rId9">
            <a:alphaModFix/>
          </a:blip>
          <a:stretch>
            <a:fillRect/>
          </a:stretch>
        </p:blipFill>
        <p:spPr>
          <a:xfrm>
            <a:off x="4396617" y="1925613"/>
            <a:ext cx="1591056" cy="1591056"/>
          </a:xfrm>
          <a:prstGeom prst="rect">
            <a:avLst/>
          </a:prstGeom>
          <a:noFill/>
          <a:ln>
            <a:noFill/>
          </a:ln>
        </p:spPr>
      </p:pic>
      <p:pic>
        <p:nvPicPr>
          <p:cNvPr id="962" name="Google Shape;962;p95"/>
          <p:cNvPicPr preferRelativeResize="0"/>
          <p:nvPr/>
        </p:nvPicPr>
        <p:blipFill>
          <a:blip r:embed="rId10">
            <a:alphaModFix/>
          </a:blip>
          <a:stretch>
            <a:fillRect/>
          </a:stretch>
        </p:blipFill>
        <p:spPr>
          <a:xfrm>
            <a:off x="2580720" y="1925632"/>
            <a:ext cx="1591056" cy="1591056"/>
          </a:xfrm>
          <a:prstGeom prst="rect">
            <a:avLst/>
          </a:prstGeom>
          <a:noFill/>
          <a:ln>
            <a:noFill/>
          </a:ln>
        </p:spPr>
      </p:pic>
      <p:pic>
        <p:nvPicPr>
          <p:cNvPr id="963" name="Google Shape;963;p95"/>
          <p:cNvPicPr preferRelativeResize="0"/>
          <p:nvPr/>
        </p:nvPicPr>
        <p:blipFill>
          <a:blip r:embed="rId11">
            <a:alphaModFix/>
          </a:blip>
          <a:stretch>
            <a:fillRect/>
          </a:stretch>
        </p:blipFill>
        <p:spPr>
          <a:xfrm>
            <a:off x="764808" y="1932163"/>
            <a:ext cx="1591056" cy="1591056"/>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96"/>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969" name="Google Shape;969;p96"/>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970" name="Google Shape;970;p96"/>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Industry Icons</a:t>
            </a:r>
            <a:endParaRPr/>
          </a:p>
        </p:txBody>
      </p:sp>
      <p:pic>
        <p:nvPicPr>
          <p:cNvPr id="971" name="Google Shape;971;p96"/>
          <p:cNvPicPr preferRelativeResize="0"/>
          <p:nvPr/>
        </p:nvPicPr>
        <p:blipFill>
          <a:blip r:embed="rId3">
            <a:alphaModFix/>
          </a:blip>
          <a:stretch>
            <a:fillRect/>
          </a:stretch>
        </p:blipFill>
        <p:spPr>
          <a:xfrm>
            <a:off x="767191" y="2189804"/>
            <a:ext cx="1034036" cy="1034038"/>
          </a:xfrm>
          <a:prstGeom prst="rect">
            <a:avLst/>
          </a:prstGeom>
          <a:noFill/>
          <a:ln>
            <a:noFill/>
          </a:ln>
        </p:spPr>
      </p:pic>
      <p:pic>
        <p:nvPicPr>
          <p:cNvPr id="972" name="Google Shape;972;p96"/>
          <p:cNvPicPr preferRelativeResize="0"/>
          <p:nvPr/>
        </p:nvPicPr>
        <p:blipFill>
          <a:blip r:embed="rId4">
            <a:alphaModFix/>
          </a:blip>
          <a:stretch>
            <a:fillRect/>
          </a:stretch>
        </p:blipFill>
        <p:spPr>
          <a:xfrm>
            <a:off x="2347276" y="2189804"/>
            <a:ext cx="1034036" cy="1034038"/>
          </a:xfrm>
          <a:prstGeom prst="rect">
            <a:avLst/>
          </a:prstGeom>
          <a:noFill/>
          <a:ln>
            <a:noFill/>
          </a:ln>
        </p:spPr>
      </p:pic>
      <p:pic>
        <p:nvPicPr>
          <p:cNvPr id="973" name="Google Shape;973;p96"/>
          <p:cNvPicPr preferRelativeResize="0"/>
          <p:nvPr/>
        </p:nvPicPr>
        <p:blipFill>
          <a:blip r:embed="rId5">
            <a:alphaModFix/>
          </a:blip>
          <a:stretch>
            <a:fillRect/>
          </a:stretch>
        </p:blipFill>
        <p:spPr>
          <a:xfrm>
            <a:off x="3954586" y="2189804"/>
            <a:ext cx="1034036" cy="1034038"/>
          </a:xfrm>
          <a:prstGeom prst="rect">
            <a:avLst/>
          </a:prstGeom>
          <a:noFill/>
          <a:ln>
            <a:noFill/>
          </a:ln>
        </p:spPr>
      </p:pic>
      <p:pic>
        <p:nvPicPr>
          <p:cNvPr id="974" name="Google Shape;974;p96"/>
          <p:cNvPicPr preferRelativeResize="0"/>
          <p:nvPr/>
        </p:nvPicPr>
        <p:blipFill>
          <a:blip r:embed="rId6">
            <a:alphaModFix/>
          </a:blip>
          <a:stretch>
            <a:fillRect/>
          </a:stretch>
        </p:blipFill>
        <p:spPr>
          <a:xfrm>
            <a:off x="5561897" y="2189804"/>
            <a:ext cx="1034036" cy="1034038"/>
          </a:xfrm>
          <a:prstGeom prst="rect">
            <a:avLst/>
          </a:prstGeom>
          <a:noFill/>
          <a:ln>
            <a:noFill/>
          </a:ln>
        </p:spPr>
      </p:pic>
      <p:pic>
        <p:nvPicPr>
          <p:cNvPr id="975" name="Google Shape;975;p96"/>
          <p:cNvPicPr preferRelativeResize="0"/>
          <p:nvPr/>
        </p:nvPicPr>
        <p:blipFill>
          <a:blip r:embed="rId7">
            <a:alphaModFix/>
          </a:blip>
          <a:stretch>
            <a:fillRect/>
          </a:stretch>
        </p:blipFill>
        <p:spPr>
          <a:xfrm>
            <a:off x="7169208" y="2189804"/>
            <a:ext cx="1034036" cy="1034038"/>
          </a:xfrm>
          <a:prstGeom prst="rect">
            <a:avLst/>
          </a:prstGeom>
          <a:noFill/>
          <a:ln>
            <a:noFill/>
          </a:ln>
        </p:spPr>
      </p:pic>
      <p:pic>
        <p:nvPicPr>
          <p:cNvPr id="976" name="Google Shape;976;p96"/>
          <p:cNvPicPr preferRelativeResize="0"/>
          <p:nvPr/>
        </p:nvPicPr>
        <p:blipFill>
          <a:blip r:embed="rId8">
            <a:alphaModFix/>
          </a:blip>
          <a:stretch>
            <a:fillRect/>
          </a:stretch>
        </p:blipFill>
        <p:spPr>
          <a:xfrm>
            <a:off x="8776519" y="2189804"/>
            <a:ext cx="1034036" cy="1034038"/>
          </a:xfrm>
          <a:prstGeom prst="rect">
            <a:avLst/>
          </a:prstGeom>
          <a:noFill/>
          <a:ln>
            <a:noFill/>
          </a:ln>
        </p:spPr>
      </p:pic>
      <p:pic>
        <p:nvPicPr>
          <p:cNvPr id="977" name="Google Shape;977;p96"/>
          <p:cNvPicPr preferRelativeResize="0"/>
          <p:nvPr/>
        </p:nvPicPr>
        <p:blipFill>
          <a:blip r:embed="rId9">
            <a:alphaModFix/>
          </a:blip>
          <a:stretch>
            <a:fillRect/>
          </a:stretch>
        </p:blipFill>
        <p:spPr>
          <a:xfrm>
            <a:off x="10383829" y="2189804"/>
            <a:ext cx="1034036" cy="1034038"/>
          </a:xfrm>
          <a:prstGeom prst="rect">
            <a:avLst/>
          </a:prstGeom>
          <a:noFill/>
          <a:ln>
            <a:noFill/>
          </a:ln>
        </p:spPr>
      </p:pic>
      <p:pic>
        <p:nvPicPr>
          <p:cNvPr id="978" name="Google Shape;978;p96"/>
          <p:cNvPicPr preferRelativeResize="0"/>
          <p:nvPr/>
        </p:nvPicPr>
        <p:blipFill>
          <a:blip r:embed="rId10">
            <a:alphaModFix/>
          </a:blip>
          <a:stretch>
            <a:fillRect/>
          </a:stretch>
        </p:blipFill>
        <p:spPr>
          <a:xfrm>
            <a:off x="764792" y="4378163"/>
            <a:ext cx="1038823" cy="1034038"/>
          </a:xfrm>
          <a:prstGeom prst="rect">
            <a:avLst/>
          </a:prstGeom>
          <a:noFill/>
          <a:ln>
            <a:noFill/>
          </a:ln>
        </p:spPr>
      </p:pic>
      <p:pic>
        <p:nvPicPr>
          <p:cNvPr id="979" name="Google Shape;979;p96"/>
          <p:cNvPicPr preferRelativeResize="0"/>
          <p:nvPr/>
        </p:nvPicPr>
        <p:blipFill>
          <a:blip r:embed="rId11">
            <a:alphaModFix/>
          </a:blip>
          <a:stretch>
            <a:fillRect/>
          </a:stretch>
        </p:blipFill>
        <p:spPr>
          <a:xfrm>
            <a:off x="2347274" y="4378163"/>
            <a:ext cx="1034036" cy="1034038"/>
          </a:xfrm>
          <a:prstGeom prst="rect">
            <a:avLst/>
          </a:prstGeom>
          <a:noFill/>
          <a:ln>
            <a:noFill/>
          </a:ln>
        </p:spPr>
      </p:pic>
      <p:pic>
        <p:nvPicPr>
          <p:cNvPr id="980" name="Google Shape;980;p96"/>
          <p:cNvPicPr preferRelativeResize="0"/>
          <p:nvPr/>
        </p:nvPicPr>
        <p:blipFill>
          <a:blip r:embed="rId12">
            <a:alphaModFix/>
          </a:blip>
          <a:stretch>
            <a:fillRect/>
          </a:stretch>
        </p:blipFill>
        <p:spPr>
          <a:xfrm>
            <a:off x="3954588" y="4378163"/>
            <a:ext cx="1034036" cy="1034038"/>
          </a:xfrm>
          <a:prstGeom prst="rect">
            <a:avLst/>
          </a:prstGeom>
          <a:noFill/>
          <a:ln>
            <a:noFill/>
          </a:ln>
        </p:spPr>
      </p:pic>
      <p:pic>
        <p:nvPicPr>
          <p:cNvPr id="981" name="Google Shape;981;p96"/>
          <p:cNvPicPr preferRelativeResize="0"/>
          <p:nvPr/>
        </p:nvPicPr>
        <p:blipFill>
          <a:blip r:embed="rId13">
            <a:alphaModFix/>
          </a:blip>
          <a:stretch>
            <a:fillRect/>
          </a:stretch>
        </p:blipFill>
        <p:spPr>
          <a:xfrm>
            <a:off x="5561886" y="4378163"/>
            <a:ext cx="1034036" cy="1034038"/>
          </a:xfrm>
          <a:prstGeom prst="rect">
            <a:avLst/>
          </a:prstGeom>
          <a:noFill/>
          <a:ln>
            <a:noFill/>
          </a:ln>
        </p:spPr>
      </p:pic>
      <p:pic>
        <p:nvPicPr>
          <p:cNvPr id="982" name="Google Shape;982;p96"/>
          <p:cNvPicPr preferRelativeResize="0"/>
          <p:nvPr/>
        </p:nvPicPr>
        <p:blipFill>
          <a:blip r:embed="rId14">
            <a:alphaModFix/>
          </a:blip>
          <a:stretch>
            <a:fillRect/>
          </a:stretch>
        </p:blipFill>
        <p:spPr>
          <a:xfrm>
            <a:off x="7169184" y="4378179"/>
            <a:ext cx="1034036" cy="1034038"/>
          </a:xfrm>
          <a:prstGeom prst="rect">
            <a:avLst/>
          </a:prstGeom>
          <a:noFill/>
          <a:ln>
            <a:noFill/>
          </a:ln>
        </p:spPr>
      </p:pic>
      <p:pic>
        <p:nvPicPr>
          <p:cNvPr id="983" name="Google Shape;983;p96"/>
          <p:cNvPicPr preferRelativeResize="0"/>
          <p:nvPr/>
        </p:nvPicPr>
        <p:blipFill>
          <a:blip r:embed="rId15">
            <a:alphaModFix/>
          </a:blip>
          <a:stretch>
            <a:fillRect/>
          </a:stretch>
        </p:blipFill>
        <p:spPr>
          <a:xfrm>
            <a:off x="8776465" y="4378163"/>
            <a:ext cx="1034036" cy="1034038"/>
          </a:xfrm>
          <a:prstGeom prst="rect">
            <a:avLst/>
          </a:prstGeom>
          <a:noFill/>
          <a:ln>
            <a:noFill/>
          </a:ln>
        </p:spPr>
      </p:pic>
      <p:pic>
        <p:nvPicPr>
          <p:cNvPr id="984" name="Google Shape;984;p96"/>
          <p:cNvPicPr preferRelativeResize="0"/>
          <p:nvPr/>
        </p:nvPicPr>
        <p:blipFill>
          <a:blip r:embed="rId16">
            <a:alphaModFix/>
          </a:blip>
          <a:stretch>
            <a:fillRect/>
          </a:stretch>
        </p:blipFill>
        <p:spPr>
          <a:xfrm>
            <a:off x="10383763" y="4378163"/>
            <a:ext cx="1034036" cy="1034038"/>
          </a:xfrm>
          <a:prstGeom prst="rect">
            <a:avLst/>
          </a:prstGeom>
          <a:noFill/>
          <a:ln>
            <a:noFill/>
          </a:ln>
        </p:spPr>
      </p:pic>
      <p:sp>
        <p:nvSpPr>
          <p:cNvPr id="985" name="Google Shape;985;p96"/>
          <p:cNvSpPr/>
          <p:nvPr/>
        </p:nvSpPr>
        <p:spPr>
          <a:xfrm>
            <a:off x="750945" y="3210200"/>
            <a:ext cx="1286400" cy="8037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Advertising and marketing technology</a:t>
            </a:r>
            <a:endParaRPr i="0" sz="1100" u="none" cap="none" strike="noStrike">
              <a:solidFill>
                <a:schemeClr val="dk1"/>
              </a:solidFill>
              <a:latin typeface="DM Sans"/>
              <a:ea typeface="DM Sans"/>
              <a:cs typeface="DM Sans"/>
              <a:sym typeface="DM Sans"/>
            </a:endParaRPr>
          </a:p>
        </p:txBody>
      </p:sp>
      <p:sp>
        <p:nvSpPr>
          <p:cNvPr id="986" name="Google Shape;986;p96"/>
          <p:cNvSpPr/>
          <p:nvPr/>
        </p:nvSpPr>
        <p:spPr>
          <a:xfrm>
            <a:off x="2347279" y="3210200"/>
            <a:ext cx="1286400" cy="8037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Communication service  providers</a:t>
            </a:r>
            <a:endParaRPr i="0" sz="1100" u="none" cap="none" strike="noStrike">
              <a:solidFill>
                <a:schemeClr val="dk1"/>
              </a:solidFill>
              <a:latin typeface="DM Sans"/>
              <a:ea typeface="DM Sans"/>
              <a:cs typeface="DM Sans"/>
              <a:sym typeface="DM Sans"/>
            </a:endParaRPr>
          </a:p>
        </p:txBody>
      </p:sp>
      <p:sp>
        <p:nvSpPr>
          <p:cNvPr id="987" name="Google Shape;987;p96"/>
          <p:cNvSpPr/>
          <p:nvPr/>
        </p:nvSpPr>
        <p:spPr>
          <a:xfrm>
            <a:off x="3943613" y="3210200"/>
            <a:ext cx="1286400" cy="8037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Education</a:t>
            </a:r>
            <a:endParaRPr i="0" sz="1100" u="none" cap="none" strike="noStrike">
              <a:solidFill>
                <a:schemeClr val="dk1"/>
              </a:solidFill>
              <a:latin typeface="DM Sans"/>
              <a:ea typeface="DM Sans"/>
              <a:cs typeface="DM Sans"/>
              <a:sym typeface="DM Sans"/>
            </a:endParaRPr>
          </a:p>
        </p:txBody>
      </p:sp>
      <p:sp>
        <p:nvSpPr>
          <p:cNvPr id="988" name="Google Shape;988;p96"/>
          <p:cNvSpPr/>
          <p:nvPr/>
        </p:nvSpPr>
        <p:spPr>
          <a:xfrm>
            <a:off x="5561908" y="3210200"/>
            <a:ext cx="1286400" cy="8037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Energy and utilities</a:t>
            </a:r>
            <a:endParaRPr i="0" sz="1100" u="none" cap="none" strike="noStrike">
              <a:solidFill>
                <a:schemeClr val="dk1"/>
              </a:solidFill>
              <a:latin typeface="DM Sans"/>
              <a:ea typeface="DM Sans"/>
              <a:cs typeface="DM Sans"/>
              <a:sym typeface="DM Sans"/>
            </a:endParaRPr>
          </a:p>
        </p:txBody>
      </p:sp>
      <p:sp>
        <p:nvSpPr>
          <p:cNvPr id="989" name="Google Shape;989;p96"/>
          <p:cNvSpPr/>
          <p:nvPr/>
        </p:nvSpPr>
        <p:spPr>
          <a:xfrm>
            <a:off x="7180203" y="3210200"/>
            <a:ext cx="1286400" cy="8037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Enterprise technology and software</a:t>
            </a:r>
            <a:endParaRPr i="0" sz="1100" u="none" cap="none" strike="noStrike">
              <a:solidFill>
                <a:schemeClr val="dk1"/>
              </a:solidFill>
              <a:latin typeface="DM Sans"/>
              <a:ea typeface="DM Sans"/>
              <a:cs typeface="DM Sans"/>
              <a:sym typeface="DM Sans"/>
            </a:endParaRPr>
          </a:p>
        </p:txBody>
      </p:sp>
      <p:sp>
        <p:nvSpPr>
          <p:cNvPr id="990" name="Google Shape;990;p96"/>
          <p:cNvSpPr/>
          <p:nvPr/>
        </p:nvSpPr>
        <p:spPr>
          <a:xfrm>
            <a:off x="8798498" y="3210200"/>
            <a:ext cx="1286400" cy="8037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Federal government</a:t>
            </a:r>
            <a:endParaRPr i="0" sz="1100" u="none" cap="none" strike="noStrike">
              <a:solidFill>
                <a:schemeClr val="dk1"/>
              </a:solidFill>
              <a:latin typeface="DM Sans"/>
              <a:ea typeface="DM Sans"/>
              <a:cs typeface="DM Sans"/>
              <a:sym typeface="DM Sans"/>
            </a:endParaRPr>
          </a:p>
        </p:txBody>
      </p:sp>
      <p:sp>
        <p:nvSpPr>
          <p:cNvPr id="991" name="Google Shape;991;p96"/>
          <p:cNvSpPr/>
          <p:nvPr/>
        </p:nvSpPr>
        <p:spPr>
          <a:xfrm>
            <a:off x="10372871" y="3210200"/>
            <a:ext cx="1286400" cy="8037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Financial services</a:t>
            </a:r>
            <a:endParaRPr i="0" sz="1100" u="none" cap="none" strike="noStrike">
              <a:solidFill>
                <a:schemeClr val="dk1"/>
              </a:solidFill>
              <a:latin typeface="DM Sans"/>
              <a:ea typeface="DM Sans"/>
              <a:cs typeface="DM Sans"/>
              <a:sym typeface="DM Sans"/>
            </a:endParaRPr>
          </a:p>
        </p:txBody>
      </p:sp>
      <p:sp>
        <p:nvSpPr>
          <p:cNvPr id="992" name="Google Shape;992;p96"/>
          <p:cNvSpPr/>
          <p:nvPr/>
        </p:nvSpPr>
        <p:spPr>
          <a:xfrm>
            <a:off x="750945" y="5444800"/>
            <a:ext cx="1286400" cy="8037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Gaming</a:t>
            </a:r>
            <a:endParaRPr i="0" sz="1100" u="none" cap="none" strike="noStrike">
              <a:solidFill>
                <a:schemeClr val="dk1"/>
              </a:solidFill>
              <a:latin typeface="DM Sans"/>
              <a:ea typeface="DM Sans"/>
              <a:cs typeface="DM Sans"/>
              <a:sym typeface="DM Sans"/>
            </a:endParaRPr>
          </a:p>
        </p:txBody>
      </p:sp>
      <p:sp>
        <p:nvSpPr>
          <p:cNvPr id="993" name="Google Shape;993;p96"/>
          <p:cNvSpPr/>
          <p:nvPr/>
        </p:nvSpPr>
        <p:spPr>
          <a:xfrm>
            <a:off x="2347279" y="5444800"/>
            <a:ext cx="1286400" cy="8037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Healthcare</a:t>
            </a:r>
            <a:endParaRPr i="0" sz="1100" u="none" cap="none" strike="noStrike">
              <a:solidFill>
                <a:schemeClr val="dk1"/>
              </a:solidFill>
              <a:latin typeface="DM Sans"/>
              <a:ea typeface="DM Sans"/>
              <a:cs typeface="DM Sans"/>
              <a:sym typeface="DM Sans"/>
            </a:endParaRPr>
          </a:p>
        </p:txBody>
      </p:sp>
      <p:sp>
        <p:nvSpPr>
          <p:cNvPr id="994" name="Google Shape;994;p96"/>
          <p:cNvSpPr/>
          <p:nvPr/>
        </p:nvSpPr>
        <p:spPr>
          <a:xfrm>
            <a:off x="3943613" y="5444800"/>
            <a:ext cx="1286400" cy="8037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Life sciences</a:t>
            </a:r>
            <a:endParaRPr i="0" sz="1100" u="none" cap="none" strike="noStrike">
              <a:solidFill>
                <a:schemeClr val="dk1"/>
              </a:solidFill>
              <a:latin typeface="DM Sans"/>
              <a:ea typeface="DM Sans"/>
              <a:cs typeface="DM Sans"/>
              <a:sym typeface="DM Sans"/>
            </a:endParaRPr>
          </a:p>
        </p:txBody>
      </p:sp>
      <p:sp>
        <p:nvSpPr>
          <p:cNvPr id="995" name="Google Shape;995;p96"/>
          <p:cNvSpPr/>
          <p:nvPr/>
        </p:nvSpPr>
        <p:spPr>
          <a:xfrm>
            <a:off x="5561908" y="5444800"/>
            <a:ext cx="1286400" cy="8037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Manufacturing</a:t>
            </a:r>
            <a:endParaRPr i="0" sz="1100" u="none" cap="none" strike="noStrike">
              <a:solidFill>
                <a:schemeClr val="dk1"/>
              </a:solidFill>
              <a:latin typeface="DM Sans"/>
              <a:ea typeface="DM Sans"/>
              <a:cs typeface="DM Sans"/>
              <a:sym typeface="DM Sans"/>
            </a:endParaRPr>
          </a:p>
        </p:txBody>
      </p:sp>
      <p:sp>
        <p:nvSpPr>
          <p:cNvPr id="996" name="Google Shape;996;p96"/>
          <p:cNvSpPr/>
          <p:nvPr/>
        </p:nvSpPr>
        <p:spPr>
          <a:xfrm>
            <a:off x="7180203" y="5444800"/>
            <a:ext cx="1286400" cy="8037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Media and  entertainment</a:t>
            </a:r>
            <a:endParaRPr i="0" sz="1100" u="none" cap="none" strike="noStrike">
              <a:solidFill>
                <a:schemeClr val="dk1"/>
              </a:solidFill>
              <a:latin typeface="DM Sans"/>
              <a:ea typeface="DM Sans"/>
              <a:cs typeface="DM Sans"/>
              <a:sym typeface="DM Sans"/>
            </a:endParaRPr>
          </a:p>
        </p:txBody>
      </p:sp>
      <p:sp>
        <p:nvSpPr>
          <p:cNvPr id="997" name="Google Shape;997;p96"/>
          <p:cNvSpPr/>
          <p:nvPr/>
        </p:nvSpPr>
        <p:spPr>
          <a:xfrm>
            <a:off x="8798498" y="5444800"/>
            <a:ext cx="1286400" cy="8037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Retail and consumer goods</a:t>
            </a:r>
            <a:endParaRPr i="0" sz="1100" u="none" cap="none" strike="noStrike">
              <a:solidFill>
                <a:schemeClr val="dk1"/>
              </a:solidFill>
              <a:latin typeface="DM Sans"/>
              <a:ea typeface="DM Sans"/>
              <a:cs typeface="DM Sans"/>
              <a:sym typeface="DM Sans"/>
            </a:endParaRPr>
          </a:p>
        </p:txBody>
      </p:sp>
      <p:sp>
        <p:nvSpPr>
          <p:cNvPr id="998" name="Google Shape;998;p96"/>
          <p:cNvSpPr/>
          <p:nvPr/>
        </p:nvSpPr>
        <p:spPr>
          <a:xfrm>
            <a:off x="10372871" y="5444800"/>
            <a:ext cx="1286400" cy="8037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State and local  government</a:t>
            </a:r>
            <a:endParaRPr i="0" sz="1100" u="none" cap="none" strike="noStrike">
              <a:solidFill>
                <a:schemeClr val="dk1"/>
              </a:solidFill>
              <a:latin typeface="DM Sans"/>
              <a:ea typeface="DM Sans"/>
              <a:cs typeface="DM Sans"/>
              <a:sym typeface="DM Sans"/>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97"/>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004" name="Google Shape;1004;p97"/>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005" name="Google Shape;1005;p97"/>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ERGs</a:t>
            </a:r>
            <a:endParaRPr/>
          </a:p>
        </p:txBody>
      </p:sp>
      <p:sp>
        <p:nvSpPr>
          <p:cNvPr id="1006" name="Google Shape;1006;p97"/>
          <p:cNvSpPr/>
          <p:nvPr/>
        </p:nvSpPr>
        <p:spPr>
          <a:xfrm>
            <a:off x="866217" y="4596533"/>
            <a:ext cx="1453500" cy="8037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Veterans </a:t>
            </a:r>
            <a:endParaRPr sz="1100">
              <a:solidFill>
                <a:schemeClr val="dk1"/>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Network</a:t>
            </a:r>
            <a:endParaRPr sz="1100">
              <a:solidFill>
                <a:schemeClr val="dk1"/>
              </a:solidFill>
              <a:latin typeface="DM Sans"/>
              <a:ea typeface="DM Sans"/>
              <a:cs typeface="DM Sans"/>
              <a:sym typeface="DM Sans"/>
            </a:endParaRPr>
          </a:p>
        </p:txBody>
      </p:sp>
      <p:pic>
        <p:nvPicPr>
          <p:cNvPr id="1007" name="Google Shape;1007;p97"/>
          <p:cNvPicPr preferRelativeResize="0"/>
          <p:nvPr/>
        </p:nvPicPr>
        <p:blipFill>
          <a:blip r:embed="rId3">
            <a:alphaModFix/>
          </a:blip>
          <a:stretch>
            <a:fillRect/>
          </a:stretch>
        </p:blipFill>
        <p:spPr>
          <a:xfrm>
            <a:off x="2567811" y="2598850"/>
            <a:ext cx="1659885" cy="1659885"/>
          </a:xfrm>
          <a:prstGeom prst="rect">
            <a:avLst/>
          </a:prstGeom>
          <a:noFill/>
          <a:ln>
            <a:noFill/>
          </a:ln>
        </p:spPr>
      </p:pic>
      <p:pic>
        <p:nvPicPr>
          <p:cNvPr id="1008" name="Google Shape;1008;p97"/>
          <p:cNvPicPr preferRelativeResize="0"/>
          <p:nvPr/>
        </p:nvPicPr>
        <p:blipFill>
          <a:blip r:embed="rId4">
            <a:alphaModFix/>
          </a:blip>
          <a:stretch>
            <a:fillRect/>
          </a:stretch>
        </p:blipFill>
        <p:spPr>
          <a:xfrm>
            <a:off x="6173815" y="2598850"/>
            <a:ext cx="1659885" cy="1659885"/>
          </a:xfrm>
          <a:prstGeom prst="rect">
            <a:avLst/>
          </a:prstGeom>
          <a:noFill/>
          <a:ln>
            <a:noFill/>
          </a:ln>
        </p:spPr>
      </p:pic>
      <p:pic>
        <p:nvPicPr>
          <p:cNvPr id="1009" name="Google Shape;1009;p97"/>
          <p:cNvPicPr preferRelativeResize="0"/>
          <p:nvPr/>
        </p:nvPicPr>
        <p:blipFill>
          <a:blip r:embed="rId5">
            <a:alphaModFix/>
          </a:blip>
          <a:stretch>
            <a:fillRect/>
          </a:stretch>
        </p:blipFill>
        <p:spPr>
          <a:xfrm>
            <a:off x="9779819" y="2598850"/>
            <a:ext cx="1659885" cy="1659885"/>
          </a:xfrm>
          <a:prstGeom prst="rect">
            <a:avLst/>
          </a:prstGeom>
          <a:noFill/>
          <a:ln>
            <a:noFill/>
          </a:ln>
        </p:spPr>
      </p:pic>
      <p:pic>
        <p:nvPicPr>
          <p:cNvPr id="1010" name="Google Shape;1010;p97"/>
          <p:cNvPicPr preferRelativeResize="0"/>
          <p:nvPr/>
        </p:nvPicPr>
        <p:blipFill>
          <a:blip r:embed="rId6">
            <a:alphaModFix/>
          </a:blip>
          <a:stretch>
            <a:fillRect/>
          </a:stretch>
        </p:blipFill>
        <p:spPr>
          <a:xfrm>
            <a:off x="4370813" y="2598850"/>
            <a:ext cx="1659885" cy="1659885"/>
          </a:xfrm>
          <a:prstGeom prst="rect">
            <a:avLst/>
          </a:prstGeom>
          <a:noFill/>
          <a:ln>
            <a:noFill/>
          </a:ln>
        </p:spPr>
      </p:pic>
      <p:pic>
        <p:nvPicPr>
          <p:cNvPr id="1011" name="Google Shape;1011;p97"/>
          <p:cNvPicPr preferRelativeResize="0"/>
          <p:nvPr/>
        </p:nvPicPr>
        <p:blipFill>
          <a:blip r:embed="rId7">
            <a:alphaModFix/>
          </a:blip>
          <a:stretch>
            <a:fillRect/>
          </a:stretch>
        </p:blipFill>
        <p:spPr>
          <a:xfrm>
            <a:off x="764809" y="2598850"/>
            <a:ext cx="1659885" cy="1659885"/>
          </a:xfrm>
          <a:prstGeom prst="rect">
            <a:avLst/>
          </a:prstGeom>
          <a:noFill/>
          <a:ln>
            <a:noFill/>
          </a:ln>
        </p:spPr>
      </p:pic>
      <p:pic>
        <p:nvPicPr>
          <p:cNvPr id="1012" name="Google Shape;1012;p97"/>
          <p:cNvPicPr preferRelativeResize="0"/>
          <p:nvPr/>
        </p:nvPicPr>
        <p:blipFill>
          <a:blip r:embed="rId8">
            <a:alphaModFix/>
          </a:blip>
          <a:stretch>
            <a:fillRect/>
          </a:stretch>
        </p:blipFill>
        <p:spPr>
          <a:xfrm>
            <a:off x="7976817" y="2598850"/>
            <a:ext cx="1659885" cy="1659885"/>
          </a:xfrm>
          <a:prstGeom prst="rect">
            <a:avLst/>
          </a:prstGeom>
          <a:noFill/>
          <a:ln>
            <a:noFill/>
          </a:ln>
        </p:spPr>
      </p:pic>
      <p:sp>
        <p:nvSpPr>
          <p:cNvPr id="1013" name="Google Shape;1013;p97"/>
          <p:cNvSpPr/>
          <p:nvPr/>
        </p:nvSpPr>
        <p:spPr>
          <a:xfrm>
            <a:off x="2669559" y="4596533"/>
            <a:ext cx="1453500" cy="8037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Asian Employee Network</a:t>
            </a:r>
            <a:endParaRPr sz="1100">
              <a:solidFill>
                <a:schemeClr val="dk1"/>
              </a:solidFill>
              <a:latin typeface="DM Sans"/>
              <a:ea typeface="DM Sans"/>
              <a:cs typeface="DM Sans"/>
              <a:sym typeface="DM Sans"/>
            </a:endParaRPr>
          </a:p>
        </p:txBody>
      </p:sp>
      <p:sp>
        <p:nvSpPr>
          <p:cNvPr id="1014" name="Google Shape;1014;p97"/>
          <p:cNvSpPr/>
          <p:nvPr/>
        </p:nvSpPr>
        <p:spPr>
          <a:xfrm>
            <a:off x="4472901" y="4596533"/>
            <a:ext cx="1453500" cy="8037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Queeries Network</a:t>
            </a:r>
            <a:endParaRPr sz="1100">
              <a:solidFill>
                <a:schemeClr val="dk1"/>
              </a:solidFill>
              <a:latin typeface="DM Sans"/>
              <a:ea typeface="DM Sans"/>
              <a:cs typeface="DM Sans"/>
              <a:sym typeface="DM Sans"/>
            </a:endParaRPr>
          </a:p>
        </p:txBody>
      </p:sp>
      <p:sp>
        <p:nvSpPr>
          <p:cNvPr id="1015" name="Google Shape;1015;p97"/>
          <p:cNvSpPr/>
          <p:nvPr/>
        </p:nvSpPr>
        <p:spPr>
          <a:xfrm>
            <a:off x="6276243" y="4596533"/>
            <a:ext cx="1453500" cy="8037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Black Employee Network</a:t>
            </a:r>
            <a:endParaRPr sz="1100">
              <a:solidFill>
                <a:schemeClr val="dk1"/>
              </a:solidFill>
              <a:latin typeface="DM Sans"/>
              <a:ea typeface="DM Sans"/>
              <a:cs typeface="DM Sans"/>
              <a:sym typeface="DM Sans"/>
            </a:endParaRPr>
          </a:p>
        </p:txBody>
      </p:sp>
      <p:sp>
        <p:nvSpPr>
          <p:cNvPr id="1016" name="Google Shape;1016;p97"/>
          <p:cNvSpPr/>
          <p:nvPr/>
        </p:nvSpPr>
        <p:spPr>
          <a:xfrm>
            <a:off x="8079585" y="4596533"/>
            <a:ext cx="1453500" cy="8037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Women’s</a:t>
            </a:r>
            <a:br>
              <a:rPr lang="en" sz="1100">
                <a:solidFill>
                  <a:schemeClr val="dk1"/>
                </a:solidFill>
                <a:latin typeface="DM Sans"/>
                <a:ea typeface="DM Sans"/>
                <a:cs typeface="DM Sans"/>
                <a:sym typeface="DM Sans"/>
              </a:rPr>
            </a:br>
            <a:r>
              <a:rPr lang="en" sz="1100">
                <a:solidFill>
                  <a:schemeClr val="dk1"/>
                </a:solidFill>
                <a:latin typeface="DM Sans"/>
                <a:ea typeface="DM Sans"/>
                <a:cs typeface="DM Sans"/>
                <a:sym typeface="DM Sans"/>
              </a:rPr>
              <a:t>Network</a:t>
            </a:r>
            <a:endParaRPr sz="1100">
              <a:solidFill>
                <a:schemeClr val="dk1"/>
              </a:solidFill>
              <a:latin typeface="DM Sans"/>
              <a:ea typeface="DM Sans"/>
              <a:cs typeface="DM Sans"/>
              <a:sym typeface="DM Sans"/>
            </a:endParaRPr>
          </a:p>
        </p:txBody>
      </p:sp>
      <p:sp>
        <p:nvSpPr>
          <p:cNvPr id="1017" name="Google Shape;1017;p97"/>
          <p:cNvSpPr/>
          <p:nvPr/>
        </p:nvSpPr>
        <p:spPr>
          <a:xfrm>
            <a:off x="9882927" y="4596533"/>
            <a:ext cx="1453500" cy="8037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LatinX</a:t>
            </a:r>
            <a:endParaRPr sz="1100">
              <a:solidFill>
                <a:schemeClr val="dk1"/>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rPr lang="en" sz="1100">
                <a:solidFill>
                  <a:schemeClr val="dk1"/>
                </a:solidFill>
                <a:latin typeface="DM Sans"/>
                <a:ea typeface="DM Sans"/>
                <a:cs typeface="DM Sans"/>
                <a:sym typeface="DM Sans"/>
              </a:rPr>
              <a:t>Network</a:t>
            </a:r>
            <a:endParaRPr sz="1100">
              <a:solidFill>
                <a:schemeClr val="dk1"/>
              </a:solidFill>
              <a:latin typeface="DM Sans"/>
              <a:ea typeface="DM Sans"/>
              <a:cs typeface="DM Sans"/>
              <a:sym typeface="DM Sans"/>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98"/>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023" name="Google Shape;1023;p98"/>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024" name="Google Shape;1024;p98"/>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Platform</a:t>
            </a:r>
            <a:endParaRPr/>
          </a:p>
        </p:txBody>
      </p:sp>
      <p:pic>
        <p:nvPicPr>
          <p:cNvPr id="1025" name="Google Shape;1025;p98"/>
          <p:cNvPicPr preferRelativeResize="0"/>
          <p:nvPr/>
        </p:nvPicPr>
        <p:blipFill rotWithShape="1">
          <a:blip r:embed="rId3">
            <a:alphaModFix/>
          </a:blip>
          <a:srcRect b="0" l="0" r="0" t="0"/>
          <a:stretch/>
        </p:blipFill>
        <p:spPr>
          <a:xfrm>
            <a:off x="9781417" y="3428989"/>
            <a:ext cx="755776" cy="755790"/>
          </a:xfrm>
          <a:prstGeom prst="rect">
            <a:avLst/>
          </a:prstGeom>
          <a:noFill/>
          <a:ln>
            <a:noFill/>
          </a:ln>
        </p:spPr>
      </p:pic>
      <p:pic>
        <p:nvPicPr>
          <p:cNvPr id="1026" name="Google Shape;1026;p98"/>
          <p:cNvPicPr preferRelativeResize="0"/>
          <p:nvPr/>
        </p:nvPicPr>
        <p:blipFill rotWithShape="1">
          <a:blip r:embed="rId4">
            <a:alphaModFix/>
          </a:blip>
          <a:srcRect b="0" l="0" r="0" t="0"/>
          <a:stretch/>
        </p:blipFill>
        <p:spPr>
          <a:xfrm>
            <a:off x="9781417" y="4324791"/>
            <a:ext cx="755776" cy="755790"/>
          </a:xfrm>
          <a:prstGeom prst="rect">
            <a:avLst/>
          </a:prstGeom>
          <a:noFill/>
          <a:ln>
            <a:noFill/>
          </a:ln>
        </p:spPr>
      </p:pic>
      <p:sp>
        <p:nvSpPr>
          <p:cNvPr id="1027" name="Google Shape;1027;p98"/>
          <p:cNvSpPr/>
          <p:nvPr/>
        </p:nvSpPr>
        <p:spPr>
          <a:xfrm>
            <a:off x="609447"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i="0" lang="en" sz="1400" u="none" cap="none" strike="noStrike">
                <a:solidFill>
                  <a:srgbClr val="3A3838"/>
                </a:solidFill>
                <a:latin typeface="DM Sans"/>
                <a:ea typeface="DM Sans"/>
                <a:cs typeface="DM Sans"/>
                <a:sym typeface="DM Sans"/>
              </a:rPr>
              <a:t>Analytics</a:t>
            </a:r>
            <a:endParaRPr i="0" sz="1100" u="none" cap="none" strike="noStrike">
              <a:solidFill>
                <a:srgbClr val="3A3838"/>
              </a:solidFill>
              <a:latin typeface="DM Sans"/>
              <a:ea typeface="DM Sans"/>
              <a:cs typeface="DM Sans"/>
              <a:sym typeface="DM Sans"/>
            </a:endParaRPr>
          </a:p>
        </p:txBody>
      </p:sp>
      <p:sp>
        <p:nvSpPr>
          <p:cNvPr id="1028" name="Google Shape;1028;p98"/>
          <p:cNvSpPr/>
          <p:nvPr/>
        </p:nvSpPr>
        <p:spPr>
          <a:xfrm>
            <a:off x="240913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i="0" lang="en" sz="1400" u="none" cap="none" strike="noStrike">
                <a:solidFill>
                  <a:srgbClr val="3A3838"/>
                </a:solidFill>
                <a:latin typeface="DM Sans"/>
                <a:ea typeface="DM Sans"/>
                <a:cs typeface="DM Sans"/>
                <a:sym typeface="DM Sans"/>
              </a:rPr>
              <a:t>Business Insights</a:t>
            </a:r>
            <a:endParaRPr i="0" sz="1100" u="none" cap="none" strike="noStrike">
              <a:solidFill>
                <a:srgbClr val="3A3838"/>
              </a:solidFill>
              <a:latin typeface="DM Sans"/>
              <a:ea typeface="DM Sans"/>
              <a:cs typeface="DM Sans"/>
              <a:sym typeface="DM Sans"/>
            </a:endParaRPr>
          </a:p>
        </p:txBody>
      </p:sp>
      <p:sp>
        <p:nvSpPr>
          <p:cNvPr id="1029" name="Google Shape;1029;p98"/>
          <p:cNvSpPr/>
          <p:nvPr/>
        </p:nvSpPr>
        <p:spPr>
          <a:xfrm>
            <a:off x="3957610" y="2595333"/>
            <a:ext cx="15687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i="0" lang="en" sz="1400" u="none" cap="none" strike="noStrike">
                <a:solidFill>
                  <a:srgbClr val="3A3838"/>
                </a:solidFill>
                <a:latin typeface="DM Sans"/>
                <a:ea typeface="DM Sans"/>
                <a:cs typeface="DM Sans"/>
                <a:sym typeface="DM Sans"/>
              </a:rPr>
              <a:t>Collaborative Data Science</a:t>
            </a:r>
            <a:endParaRPr i="0" sz="1100" u="none" cap="none" strike="noStrike">
              <a:solidFill>
                <a:srgbClr val="3A3838"/>
              </a:solidFill>
              <a:latin typeface="DM Sans"/>
              <a:ea typeface="DM Sans"/>
              <a:cs typeface="DM Sans"/>
              <a:sym typeface="DM Sans"/>
            </a:endParaRPr>
          </a:p>
        </p:txBody>
      </p:sp>
      <p:sp>
        <p:nvSpPr>
          <p:cNvPr id="1030" name="Google Shape;1030;p98"/>
          <p:cNvSpPr/>
          <p:nvPr/>
        </p:nvSpPr>
        <p:spPr>
          <a:xfrm>
            <a:off x="6024225"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i="0" lang="en" sz="1400" u="none" cap="none" strike="noStrike">
                <a:solidFill>
                  <a:srgbClr val="3A3838"/>
                </a:solidFill>
                <a:latin typeface="DM Sans"/>
                <a:ea typeface="DM Sans"/>
                <a:cs typeface="DM Sans"/>
                <a:sym typeface="DM Sans"/>
              </a:rPr>
              <a:t>Data Pipelines</a:t>
            </a:r>
            <a:endParaRPr i="0" sz="1100" u="none" cap="none" strike="noStrike">
              <a:solidFill>
                <a:srgbClr val="3A3838"/>
              </a:solidFill>
              <a:latin typeface="DM Sans"/>
              <a:ea typeface="DM Sans"/>
              <a:cs typeface="DM Sans"/>
              <a:sym typeface="DM Sans"/>
            </a:endParaRPr>
          </a:p>
        </p:txBody>
      </p:sp>
      <p:sp>
        <p:nvSpPr>
          <p:cNvPr id="1031" name="Google Shape;1031;p98"/>
          <p:cNvSpPr/>
          <p:nvPr/>
        </p:nvSpPr>
        <p:spPr>
          <a:xfrm>
            <a:off x="7814612"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i="0" lang="en" sz="1400" u="none" cap="none" strike="noStrike">
                <a:solidFill>
                  <a:srgbClr val="3A3838"/>
                </a:solidFill>
                <a:latin typeface="DM Sans"/>
                <a:ea typeface="DM Sans"/>
                <a:cs typeface="DM Sans"/>
                <a:sym typeface="DM Sans"/>
              </a:rPr>
              <a:t>Enterprise Security</a:t>
            </a:r>
            <a:endParaRPr i="0" sz="1100" u="none" cap="none" strike="noStrike">
              <a:solidFill>
                <a:srgbClr val="3A3838"/>
              </a:solidFill>
              <a:latin typeface="DM Sans"/>
              <a:ea typeface="DM Sans"/>
              <a:cs typeface="DM Sans"/>
              <a:sym typeface="DM Sans"/>
            </a:endParaRPr>
          </a:p>
        </p:txBody>
      </p:sp>
      <p:sp>
        <p:nvSpPr>
          <p:cNvPr id="1032" name="Google Shape;1032;p98"/>
          <p:cNvSpPr/>
          <p:nvPr/>
        </p:nvSpPr>
        <p:spPr>
          <a:xfrm>
            <a:off x="9627226" y="2595333"/>
            <a:ext cx="10380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Full Lifecycle ML</a:t>
            </a:r>
            <a:endParaRPr i="0" sz="1100" u="none" cap="none" strike="noStrike">
              <a:solidFill>
                <a:srgbClr val="1B3038"/>
              </a:solidFill>
              <a:latin typeface="DM Sans"/>
              <a:ea typeface="DM Sans"/>
              <a:cs typeface="DM Sans"/>
              <a:sym typeface="DM Sans"/>
            </a:endParaRPr>
          </a:p>
        </p:txBody>
      </p:sp>
      <p:pic>
        <p:nvPicPr>
          <p:cNvPr id="1033" name="Google Shape;1033;p98"/>
          <p:cNvPicPr preferRelativeResize="0"/>
          <p:nvPr/>
        </p:nvPicPr>
        <p:blipFill rotWithShape="1">
          <a:blip r:embed="rId5">
            <a:alphaModFix/>
          </a:blip>
          <a:srcRect b="0" l="0" r="0" t="0"/>
          <a:stretch/>
        </p:blipFill>
        <p:spPr>
          <a:xfrm>
            <a:off x="767840" y="3436956"/>
            <a:ext cx="755777" cy="755792"/>
          </a:xfrm>
          <a:prstGeom prst="rect">
            <a:avLst/>
          </a:prstGeom>
          <a:noFill/>
          <a:ln>
            <a:noFill/>
          </a:ln>
        </p:spPr>
      </p:pic>
      <p:pic>
        <p:nvPicPr>
          <p:cNvPr id="1034" name="Google Shape;1034;p98"/>
          <p:cNvPicPr preferRelativeResize="0"/>
          <p:nvPr/>
        </p:nvPicPr>
        <p:blipFill>
          <a:blip r:embed="rId6">
            <a:alphaModFix/>
          </a:blip>
          <a:stretch>
            <a:fillRect/>
          </a:stretch>
        </p:blipFill>
        <p:spPr>
          <a:xfrm>
            <a:off x="2570556" y="3436956"/>
            <a:ext cx="755776" cy="755792"/>
          </a:xfrm>
          <a:prstGeom prst="rect">
            <a:avLst/>
          </a:prstGeom>
          <a:noFill/>
          <a:ln>
            <a:noFill/>
          </a:ln>
        </p:spPr>
      </p:pic>
      <p:pic>
        <p:nvPicPr>
          <p:cNvPr id="1035" name="Google Shape;1035;p98"/>
          <p:cNvPicPr preferRelativeResize="0"/>
          <p:nvPr/>
        </p:nvPicPr>
        <p:blipFill rotWithShape="1">
          <a:blip r:embed="rId7">
            <a:alphaModFix/>
          </a:blip>
          <a:srcRect b="0" l="0" r="0" t="0"/>
          <a:stretch/>
        </p:blipFill>
        <p:spPr>
          <a:xfrm>
            <a:off x="4373273" y="3432973"/>
            <a:ext cx="755776" cy="755792"/>
          </a:xfrm>
          <a:prstGeom prst="rect">
            <a:avLst/>
          </a:prstGeom>
          <a:noFill/>
          <a:ln>
            <a:noFill/>
          </a:ln>
        </p:spPr>
      </p:pic>
      <p:pic>
        <p:nvPicPr>
          <p:cNvPr id="1036" name="Google Shape;1036;p98"/>
          <p:cNvPicPr preferRelativeResize="0"/>
          <p:nvPr/>
        </p:nvPicPr>
        <p:blipFill rotWithShape="1">
          <a:blip r:embed="rId8">
            <a:alphaModFix/>
          </a:blip>
          <a:srcRect b="0" l="0" r="0" t="0"/>
          <a:stretch/>
        </p:blipFill>
        <p:spPr>
          <a:xfrm>
            <a:off x="6175989" y="3490181"/>
            <a:ext cx="755777" cy="755763"/>
          </a:xfrm>
          <a:prstGeom prst="rect">
            <a:avLst/>
          </a:prstGeom>
          <a:noFill/>
          <a:ln>
            <a:noFill/>
          </a:ln>
        </p:spPr>
      </p:pic>
      <p:pic>
        <p:nvPicPr>
          <p:cNvPr id="1037" name="Google Shape;1037;p98"/>
          <p:cNvPicPr preferRelativeResize="0"/>
          <p:nvPr/>
        </p:nvPicPr>
        <p:blipFill rotWithShape="1">
          <a:blip r:embed="rId9">
            <a:alphaModFix/>
          </a:blip>
          <a:srcRect b="0" l="0" r="0" t="0"/>
          <a:stretch/>
        </p:blipFill>
        <p:spPr>
          <a:xfrm>
            <a:off x="7978706" y="3433031"/>
            <a:ext cx="755776" cy="755763"/>
          </a:xfrm>
          <a:prstGeom prst="rect">
            <a:avLst/>
          </a:prstGeom>
          <a:noFill/>
          <a:ln>
            <a:noFill/>
          </a:ln>
        </p:spPr>
      </p:pic>
      <p:pic>
        <p:nvPicPr>
          <p:cNvPr id="1038" name="Google Shape;1038;p98"/>
          <p:cNvPicPr preferRelativeResize="0"/>
          <p:nvPr/>
        </p:nvPicPr>
        <p:blipFill rotWithShape="1">
          <a:blip r:embed="rId10">
            <a:alphaModFix/>
          </a:blip>
          <a:srcRect b="0" l="0" r="0" t="0"/>
          <a:stretch/>
        </p:blipFill>
        <p:spPr>
          <a:xfrm>
            <a:off x="767840" y="4313090"/>
            <a:ext cx="755777" cy="755792"/>
          </a:xfrm>
          <a:prstGeom prst="rect">
            <a:avLst/>
          </a:prstGeom>
          <a:noFill/>
          <a:ln>
            <a:noFill/>
          </a:ln>
        </p:spPr>
      </p:pic>
      <p:pic>
        <p:nvPicPr>
          <p:cNvPr id="1039" name="Google Shape;1039;p98"/>
          <p:cNvPicPr preferRelativeResize="0"/>
          <p:nvPr/>
        </p:nvPicPr>
        <p:blipFill rotWithShape="1">
          <a:blip r:embed="rId11">
            <a:alphaModFix/>
          </a:blip>
          <a:srcRect b="0" l="0" r="0" t="0"/>
          <a:stretch/>
        </p:blipFill>
        <p:spPr>
          <a:xfrm>
            <a:off x="2570556" y="4313090"/>
            <a:ext cx="755776" cy="755792"/>
          </a:xfrm>
          <a:prstGeom prst="rect">
            <a:avLst/>
          </a:prstGeom>
          <a:noFill/>
          <a:ln>
            <a:noFill/>
          </a:ln>
        </p:spPr>
      </p:pic>
      <p:pic>
        <p:nvPicPr>
          <p:cNvPr id="1040" name="Google Shape;1040;p98"/>
          <p:cNvPicPr preferRelativeResize="0"/>
          <p:nvPr/>
        </p:nvPicPr>
        <p:blipFill rotWithShape="1">
          <a:blip r:embed="rId12">
            <a:alphaModFix/>
          </a:blip>
          <a:srcRect b="0" l="0" r="0" t="0"/>
          <a:stretch/>
        </p:blipFill>
        <p:spPr>
          <a:xfrm>
            <a:off x="4373273" y="4309106"/>
            <a:ext cx="755776" cy="755792"/>
          </a:xfrm>
          <a:prstGeom prst="rect">
            <a:avLst/>
          </a:prstGeom>
          <a:noFill/>
          <a:ln>
            <a:noFill/>
          </a:ln>
        </p:spPr>
      </p:pic>
      <p:pic>
        <p:nvPicPr>
          <p:cNvPr id="1041" name="Google Shape;1041;p98"/>
          <p:cNvPicPr preferRelativeResize="0"/>
          <p:nvPr/>
        </p:nvPicPr>
        <p:blipFill rotWithShape="1">
          <a:blip r:embed="rId13">
            <a:alphaModFix/>
          </a:blip>
          <a:srcRect b="0" l="0" r="0" t="0"/>
          <a:stretch/>
        </p:blipFill>
        <p:spPr>
          <a:xfrm>
            <a:off x="6175989" y="4366283"/>
            <a:ext cx="755777" cy="755763"/>
          </a:xfrm>
          <a:prstGeom prst="rect">
            <a:avLst/>
          </a:prstGeom>
          <a:noFill/>
          <a:ln>
            <a:noFill/>
          </a:ln>
        </p:spPr>
      </p:pic>
      <p:pic>
        <p:nvPicPr>
          <p:cNvPr id="1042" name="Google Shape;1042;p98"/>
          <p:cNvPicPr preferRelativeResize="0"/>
          <p:nvPr/>
        </p:nvPicPr>
        <p:blipFill rotWithShape="1">
          <a:blip r:embed="rId14">
            <a:alphaModFix/>
          </a:blip>
          <a:srcRect b="0" l="0" r="0" t="0"/>
          <a:stretch/>
        </p:blipFill>
        <p:spPr>
          <a:xfrm>
            <a:off x="7978706" y="4309133"/>
            <a:ext cx="755776" cy="755763"/>
          </a:xfrm>
          <a:prstGeom prst="rect">
            <a:avLst/>
          </a:prstGeom>
          <a:noFill/>
          <a:ln>
            <a:noFill/>
          </a:ln>
        </p:spPr>
      </p:pic>
      <p:pic>
        <p:nvPicPr>
          <p:cNvPr id="1043" name="Google Shape;1043;p98"/>
          <p:cNvPicPr preferRelativeResize="0"/>
          <p:nvPr/>
        </p:nvPicPr>
        <p:blipFill rotWithShape="1">
          <a:blip r:embed="rId15">
            <a:alphaModFix/>
          </a:blip>
          <a:srcRect b="0" l="0" r="0" t="0"/>
          <a:stretch/>
        </p:blipFill>
        <p:spPr>
          <a:xfrm>
            <a:off x="767840" y="5197188"/>
            <a:ext cx="755777" cy="755792"/>
          </a:xfrm>
          <a:prstGeom prst="rect">
            <a:avLst/>
          </a:prstGeom>
          <a:noFill/>
          <a:ln>
            <a:noFill/>
          </a:ln>
        </p:spPr>
      </p:pic>
      <p:pic>
        <p:nvPicPr>
          <p:cNvPr id="1044" name="Google Shape;1044;p98"/>
          <p:cNvPicPr preferRelativeResize="0"/>
          <p:nvPr/>
        </p:nvPicPr>
        <p:blipFill rotWithShape="1">
          <a:blip r:embed="rId16">
            <a:alphaModFix/>
          </a:blip>
          <a:srcRect b="0" l="0" r="0" t="0"/>
          <a:stretch/>
        </p:blipFill>
        <p:spPr>
          <a:xfrm>
            <a:off x="2570556" y="5197188"/>
            <a:ext cx="755776" cy="755792"/>
          </a:xfrm>
          <a:prstGeom prst="rect">
            <a:avLst/>
          </a:prstGeom>
          <a:noFill/>
          <a:ln>
            <a:noFill/>
          </a:ln>
        </p:spPr>
      </p:pic>
      <p:pic>
        <p:nvPicPr>
          <p:cNvPr id="1045" name="Google Shape;1045;p98"/>
          <p:cNvPicPr preferRelativeResize="0"/>
          <p:nvPr/>
        </p:nvPicPr>
        <p:blipFill rotWithShape="1">
          <a:blip r:embed="rId17">
            <a:alphaModFix/>
          </a:blip>
          <a:srcRect b="0" l="0" r="0" t="0"/>
          <a:stretch/>
        </p:blipFill>
        <p:spPr>
          <a:xfrm>
            <a:off x="4373273" y="5193204"/>
            <a:ext cx="755776" cy="755792"/>
          </a:xfrm>
          <a:prstGeom prst="rect">
            <a:avLst/>
          </a:prstGeom>
          <a:noFill/>
          <a:ln>
            <a:noFill/>
          </a:ln>
        </p:spPr>
      </p:pic>
      <p:pic>
        <p:nvPicPr>
          <p:cNvPr id="1046" name="Google Shape;1046;p98"/>
          <p:cNvPicPr preferRelativeResize="0"/>
          <p:nvPr/>
        </p:nvPicPr>
        <p:blipFill rotWithShape="1">
          <a:blip r:embed="rId18">
            <a:alphaModFix/>
          </a:blip>
          <a:srcRect b="0" l="0" r="0" t="0"/>
          <a:stretch/>
        </p:blipFill>
        <p:spPr>
          <a:xfrm>
            <a:off x="6175989" y="5250349"/>
            <a:ext cx="755777" cy="755763"/>
          </a:xfrm>
          <a:prstGeom prst="rect">
            <a:avLst/>
          </a:prstGeom>
          <a:noFill/>
          <a:ln>
            <a:noFill/>
          </a:ln>
        </p:spPr>
      </p:pic>
      <p:pic>
        <p:nvPicPr>
          <p:cNvPr id="1047" name="Google Shape;1047;p98"/>
          <p:cNvPicPr preferRelativeResize="0"/>
          <p:nvPr/>
        </p:nvPicPr>
        <p:blipFill rotWithShape="1">
          <a:blip r:embed="rId19">
            <a:alphaModFix/>
          </a:blip>
          <a:srcRect b="0" l="0" r="0" t="0"/>
          <a:stretch/>
        </p:blipFill>
        <p:spPr>
          <a:xfrm>
            <a:off x="7978706" y="5193199"/>
            <a:ext cx="755776" cy="755763"/>
          </a:xfrm>
          <a:prstGeom prst="rect">
            <a:avLst/>
          </a:prstGeom>
          <a:noFill/>
          <a:ln>
            <a:noFill/>
          </a:ln>
        </p:spPr>
      </p:pic>
      <p:pic>
        <p:nvPicPr>
          <p:cNvPr id="1048" name="Google Shape;1048;p98"/>
          <p:cNvPicPr preferRelativeResize="0"/>
          <p:nvPr/>
        </p:nvPicPr>
        <p:blipFill rotWithShape="1">
          <a:blip r:embed="rId20">
            <a:alphaModFix/>
          </a:blip>
          <a:srcRect b="0" l="0" r="0" t="0"/>
          <a:stretch/>
        </p:blipFill>
        <p:spPr>
          <a:xfrm>
            <a:off x="9781417" y="5189222"/>
            <a:ext cx="755779" cy="755792"/>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p99"/>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054" name="Google Shape;1054;p99"/>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055" name="Google Shape;1055;p99"/>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Platform (Cont.)</a:t>
            </a:r>
            <a:endParaRPr/>
          </a:p>
        </p:txBody>
      </p:sp>
      <p:pic>
        <p:nvPicPr>
          <p:cNvPr id="1056" name="Google Shape;1056;p99"/>
          <p:cNvPicPr preferRelativeResize="0"/>
          <p:nvPr/>
        </p:nvPicPr>
        <p:blipFill rotWithShape="1">
          <a:blip r:embed="rId3">
            <a:alphaModFix/>
          </a:blip>
          <a:srcRect b="0" l="0" r="0" t="0"/>
          <a:stretch/>
        </p:blipFill>
        <p:spPr>
          <a:xfrm>
            <a:off x="2561729" y="3433818"/>
            <a:ext cx="758809" cy="758797"/>
          </a:xfrm>
          <a:prstGeom prst="rect">
            <a:avLst/>
          </a:prstGeom>
          <a:noFill/>
          <a:ln>
            <a:noFill/>
          </a:ln>
        </p:spPr>
      </p:pic>
      <p:pic>
        <p:nvPicPr>
          <p:cNvPr id="1057" name="Google Shape;1057;p99"/>
          <p:cNvPicPr preferRelativeResize="0"/>
          <p:nvPr/>
        </p:nvPicPr>
        <p:blipFill rotWithShape="1">
          <a:blip r:embed="rId4">
            <a:alphaModFix/>
          </a:blip>
          <a:srcRect b="0" l="0" r="0" t="0"/>
          <a:stretch/>
        </p:blipFill>
        <p:spPr>
          <a:xfrm>
            <a:off x="4358643" y="3438569"/>
            <a:ext cx="758810" cy="758821"/>
          </a:xfrm>
          <a:prstGeom prst="rect">
            <a:avLst/>
          </a:prstGeom>
          <a:noFill/>
          <a:ln>
            <a:noFill/>
          </a:ln>
        </p:spPr>
      </p:pic>
      <p:pic>
        <p:nvPicPr>
          <p:cNvPr id="1058" name="Google Shape;1058;p99"/>
          <p:cNvPicPr preferRelativeResize="0"/>
          <p:nvPr/>
        </p:nvPicPr>
        <p:blipFill rotWithShape="1">
          <a:blip r:embed="rId5">
            <a:alphaModFix/>
          </a:blip>
          <a:srcRect b="0" l="0" r="0" t="0"/>
          <a:stretch/>
        </p:blipFill>
        <p:spPr>
          <a:xfrm>
            <a:off x="6155556" y="3443352"/>
            <a:ext cx="758810" cy="758821"/>
          </a:xfrm>
          <a:prstGeom prst="rect">
            <a:avLst/>
          </a:prstGeom>
          <a:noFill/>
          <a:ln>
            <a:noFill/>
          </a:ln>
        </p:spPr>
      </p:pic>
      <p:pic>
        <p:nvPicPr>
          <p:cNvPr id="1059" name="Google Shape;1059;p99"/>
          <p:cNvPicPr preferRelativeResize="0"/>
          <p:nvPr/>
        </p:nvPicPr>
        <p:blipFill rotWithShape="1">
          <a:blip r:embed="rId6">
            <a:alphaModFix/>
          </a:blip>
          <a:srcRect b="0" l="0" r="0" t="0"/>
          <a:stretch/>
        </p:blipFill>
        <p:spPr>
          <a:xfrm>
            <a:off x="2561729" y="4333185"/>
            <a:ext cx="758809" cy="758797"/>
          </a:xfrm>
          <a:prstGeom prst="rect">
            <a:avLst/>
          </a:prstGeom>
          <a:noFill/>
          <a:ln>
            <a:noFill/>
          </a:ln>
        </p:spPr>
      </p:pic>
      <p:pic>
        <p:nvPicPr>
          <p:cNvPr id="1060" name="Google Shape;1060;p99"/>
          <p:cNvPicPr preferRelativeResize="0"/>
          <p:nvPr/>
        </p:nvPicPr>
        <p:blipFill rotWithShape="1">
          <a:blip r:embed="rId7">
            <a:alphaModFix/>
          </a:blip>
          <a:srcRect b="0" l="0" r="0" t="0"/>
          <a:stretch/>
        </p:blipFill>
        <p:spPr>
          <a:xfrm>
            <a:off x="4358643" y="4337965"/>
            <a:ext cx="758810" cy="758821"/>
          </a:xfrm>
          <a:prstGeom prst="rect">
            <a:avLst/>
          </a:prstGeom>
          <a:noFill/>
          <a:ln>
            <a:noFill/>
          </a:ln>
        </p:spPr>
      </p:pic>
      <p:pic>
        <p:nvPicPr>
          <p:cNvPr id="1061" name="Google Shape;1061;p99"/>
          <p:cNvPicPr preferRelativeResize="0"/>
          <p:nvPr/>
        </p:nvPicPr>
        <p:blipFill rotWithShape="1">
          <a:blip r:embed="rId8">
            <a:alphaModFix/>
          </a:blip>
          <a:srcRect b="0" l="0" r="0" t="0"/>
          <a:stretch/>
        </p:blipFill>
        <p:spPr>
          <a:xfrm>
            <a:off x="6155556" y="4342748"/>
            <a:ext cx="758810" cy="758821"/>
          </a:xfrm>
          <a:prstGeom prst="rect">
            <a:avLst/>
          </a:prstGeom>
          <a:noFill/>
          <a:ln>
            <a:noFill/>
          </a:ln>
        </p:spPr>
      </p:pic>
      <p:pic>
        <p:nvPicPr>
          <p:cNvPr id="1062" name="Google Shape;1062;p99"/>
          <p:cNvPicPr preferRelativeResize="0"/>
          <p:nvPr/>
        </p:nvPicPr>
        <p:blipFill rotWithShape="1">
          <a:blip r:embed="rId9">
            <a:alphaModFix/>
          </a:blip>
          <a:srcRect b="0" l="0" r="0" t="0"/>
          <a:stretch/>
        </p:blipFill>
        <p:spPr>
          <a:xfrm>
            <a:off x="2561729" y="5222962"/>
            <a:ext cx="758809" cy="758797"/>
          </a:xfrm>
          <a:prstGeom prst="rect">
            <a:avLst/>
          </a:prstGeom>
          <a:noFill/>
          <a:ln>
            <a:noFill/>
          </a:ln>
        </p:spPr>
      </p:pic>
      <p:pic>
        <p:nvPicPr>
          <p:cNvPr id="1063" name="Google Shape;1063;p99"/>
          <p:cNvPicPr preferRelativeResize="0"/>
          <p:nvPr/>
        </p:nvPicPr>
        <p:blipFill rotWithShape="1">
          <a:blip r:embed="rId10">
            <a:alphaModFix/>
          </a:blip>
          <a:srcRect b="0" l="0" r="0" t="0"/>
          <a:stretch/>
        </p:blipFill>
        <p:spPr>
          <a:xfrm>
            <a:off x="4358643" y="5227771"/>
            <a:ext cx="758810" cy="758821"/>
          </a:xfrm>
          <a:prstGeom prst="rect">
            <a:avLst/>
          </a:prstGeom>
          <a:noFill/>
          <a:ln>
            <a:noFill/>
          </a:ln>
        </p:spPr>
      </p:pic>
      <p:pic>
        <p:nvPicPr>
          <p:cNvPr id="1064" name="Google Shape;1064;p99"/>
          <p:cNvPicPr preferRelativeResize="0"/>
          <p:nvPr/>
        </p:nvPicPr>
        <p:blipFill rotWithShape="1">
          <a:blip r:embed="rId11">
            <a:alphaModFix/>
          </a:blip>
          <a:srcRect b="0" l="0" r="0" t="0"/>
          <a:stretch/>
        </p:blipFill>
        <p:spPr>
          <a:xfrm>
            <a:off x="6155556" y="5232554"/>
            <a:ext cx="758810" cy="758821"/>
          </a:xfrm>
          <a:prstGeom prst="rect">
            <a:avLst/>
          </a:prstGeom>
          <a:noFill/>
          <a:ln>
            <a:noFill/>
          </a:ln>
        </p:spPr>
      </p:pic>
      <p:pic>
        <p:nvPicPr>
          <p:cNvPr id="1065" name="Google Shape;1065;p99"/>
          <p:cNvPicPr preferRelativeResize="0"/>
          <p:nvPr/>
        </p:nvPicPr>
        <p:blipFill rotWithShape="1">
          <a:blip r:embed="rId12">
            <a:alphaModFix/>
          </a:blip>
          <a:srcRect b="0" l="0" r="0" t="0"/>
          <a:stretch/>
        </p:blipFill>
        <p:spPr>
          <a:xfrm>
            <a:off x="764808" y="3428985"/>
            <a:ext cx="758810" cy="758821"/>
          </a:xfrm>
          <a:prstGeom prst="rect">
            <a:avLst/>
          </a:prstGeom>
          <a:noFill/>
          <a:ln>
            <a:noFill/>
          </a:ln>
        </p:spPr>
      </p:pic>
      <p:pic>
        <p:nvPicPr>
          <p:cNvPr id="1066" name="Google Shape;1066;p99"/>
          <p:cNvPicPr preferRelativeResize="0"/>
          <p:nvPr/>
        </p:nvPicPr>
        <p:blipFill rotWithShape="1">
          <a:blip r:embed="rId13">
            <a:alphaModFix/>
          </a:blip>
          <a:srcRect b="0" l="0" r="0" t="0"/>
          <a:stretch/>
        </p:blipFill>
        <p:spPr>
          <a:xfrm>
            <a:off x="764808" y="4328381"/>
            <a:ext cx="758810" cy="758821"/>
          </a:xfrm>
          <a:prstGeom prst="rect">
            <a:avLst/>
          </a:prstGeom>
          <a:noFill/>
          <a:ln>
            <a:noFill/>
          </a:ln>
        </p:spPr>
      </p:pic>
      <p:pic>
        <p:nvPicPr>
          <p:cNvPr id="1067" name="Google Shape;1067;p99"/>
          <p:cNvPicPr preferRelativeResize="0"/>
          <p:nvPr/>
        </p:nvPicPr>
        <p:blipFill rotWithShape="1">
          <a:blip r:embed="rId14">
            <a:alphaModFix/>
          </a:blip>
          <a:srcRect b="0" l="0" r="0" t="0"/>
          <a:stretch/>
        </p:blipFill>
        <p:spPr>
          <a:xfrm>
            <a:off x="764808" y="5218188"/>
            <a:ext cx="758810" cy="758821"/>
          </a:xfrm>
          <a:prstGeom prst="rect">
            <a:avLst/>
          </a:prstGeom>
          <a:noFill/>
          <a:ln>
            <a:noFill/>
          </a:ln>
        </p:spPr>
      </p:pic>
      <p:sp>
        <p:nvSpPr>
          <p:cNvPr id="1068" name="Google Shape;1068;p99"/>
          <p:cNvSpPr/>
          <p:nvPr/>
        </p:nvSpPr>
        <p:spPr>
          <a:xfrm>
            <a:off x="609447"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i="0" lang="en" sz="1400" u="none" cap="none" strike="noStrike">
                <a:solidFill>
                  <a:srgbClr val="3A3838"/>
                </a:solidFill>
                <a:latin typeface="DM Sans"/>
                <a:ea typeface="DM Sans"/>
                <a:cs typeface="DM Sans"/>
                <a:sym typeface="DM Sans"/>
              </a:rPr>
              <a:t>Analytics</a:t>
            </a:r>
            <a:endParaRPr i="0" sz="1100" u="none" cap="none" strike="noStrike">
              <a:solidFill>
                <a:srgbClr val="3A3838"/>
              </a:solidFill>
              <a:latin typeface="DM Sans"/>
              <a:ea typeface="DM Sans"/>
              <a:cs typeface="DM Sans"/>
              <a:sym typeface="DM Sans"/>
            </a:endParaRPr>
          </a:p>
        </p:txBody>
      </p:sp>
      <p:sp>
        <p:nvSpPr>
          <p:cNvPr id="1069" name="Google Shape;1069;p99"/>
          <p:cNvSpPr/>
          <p:nvPr/>
        </p:nvSpPr>
        <p:spPr>
          <a:xfrm>
            <a:off x="240913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i="0" lang="en" sz="1400" u="none" cap="none" strike="noStrike">
                <a:solidFill>
                  <a:srgbClr val="3A3838"/>
                </a:solidFill>
                <a:latin typeface="DM Sans"/>
                <a:ea typeface="DM Sans"/>
                <a:cs typeface="DM Sans"/>
                <a:sym typeface="DM Sans"/>
              </a:rPr>
              <a:t>Business Insights</a:t>
            </a:r>
            <a:endParaRPr i="0" sz="1100" u="none" cap="none" strike="noStrike">
              <a:solidFill>
                <a:srgbClr val="3A3838"/>
              </a:solidFill>
              <a:latin typeface="DM Sans"/>
              <a:ea typeface="DM Sans"/>
              <a:cs typeface="DM Sans"/>
              <a:sym typeface="DM Sans"/>
            </a:endParaRPr>
          </a:p>
        </p:txBody>
      </p:sp>
      <p:sp>
        <p:nvSpPr>
          <p:cNvPr id="1070" name="Google Shape;1070;p99"/>
          <p:cNvSpPr/>
          <p:nvPr/>
        </p:nvSpPr>
        <p:spPr>
          <a:xfrm>
            <a:off x="3957610" y="2595333"/>
            <a:ext cx="15687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i="0" lang="en" sz="1400" u="none" cap="none" strike="noStrike">
                <a:solidFill>
                  <a:srgbClr val="3A3838"/>
                </a:solidFill>
                <a:latin typeface="DM Sans"/>
                <a:ea typeface="DM Sans"/>
                <a:cs typeface="DM Sans"/>
                <a:sym typeface="DM Sans"/>
              </a:rPr>
              <a:t>Collaborative Data Science</a:t>
            </a:r>
            <a:endParaRPr i="0" sz="1100" u="none" cap="none" strike="noStrike">
              <a:solidFill>
                <a:srgbClr val="3A3838"/>
              </a:solidFill>
              <a:latin typeface="DM Sans"/>
              <a:ea typeface="DM Sans"/>
              <a:cs typeface="DM Sans"/>
              <a:sym typeface="DM Sans"/>
            </a:endParaRPr>
          </a:p>
        </p:txBody>
      </p:sp>
      <p:sp>
        <p:nvSpPr>
          <p:cNvPr id="1071" name="Google Shape;1071;p99"/>
          <p:cNvSpPr/>
          <p:nvPr/>
        </p:nvSpPr>
        <p:spPr>
          <a:xfrm>
            <a:off x="6024225"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i="0" lang="en" sz="1400" u="none" cap="none" strike="noStrike">
                <a:solidFill>
                  <a:srgbClr val="3A3838"/>
                </a:solidFill>
                <a:latin typeface="DM Sans"/>
                <a:ea typeface="DM Sans"/>
                <a:cs typeface="DM Sans"/>
                <a:sym typeface="DM Sans"/>
              </a:rPr>
              <a:t>Data Pipelines</a:t>
            </a:r>
            <a:endParaRPr i="0" sz="1100" u="none" cap="none" strike="noStrike">
              <a:solidFill>
                <a:srgbClr val="3A3838"/>
              </a:solidFill>
              <a:latin typeface="DM Sans"/>
              <a:ea typeface="DM Sans"/>
              <a:cs typeface="DM Sans"/>
              <a:sym typeface="DM Sans"/>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sp>
        <p:nvSpPr>
          <p:cNvPr id="1076" name="Google Shape;1076;p100"/>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077" name="Google Shape;1077;p100"/>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078" name="Google Shape;1078;p100"/>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Feature</a:t>
            </a:r>
            <a:endParaRPr/>
          </a:p>
        </p:txBody>
      </p:sp>
      <p:sp>
        <p:nvSpPr>
          <p:cNvPr id="1079" name="Google Shape;1079;p100"/>
          <p:cNvSpPr/>
          <p:nvPr/>
        </p:nvSpPr>
        <p:spPr>
          <a:xfrm>
            <a:off x="609447"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Accelerator-Aware</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Scheduler</a:t>
            </a:r>
            <a:endParaRPr sz="1400">
              <a:solidFill>
                <a:srgbClr val="3A3838"/>
              </a:solidFill>
              <a:latin typeface="DM Sans"/>
              <a:ea typeface="DM Sans"/>
              <a:cs typeface="DM Sans"/>
              <a:sym typeface="DM Sans"/>
            </a:endParaRPr>
          </a:p>
        </p:txBody>
      </p:sp>
      <p:sp>
        <p:nvSpPr>
          <p:cNvPr id="1080" name="Google Shape;1080;p100"/>
          <p:cNvSpPr/>
          <p:nvPr/>
        </p:nvSpPr>
        <p:spPr>
          <a:xfrm>
            <a:off x="240913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Built-in Functions</a:t>
            </a:r>
            <a:endParaRPr i="0" sz="1100" u="none" cap="none" strike="noStrike">
              <a:solidFill>
                <a:srgbClr val="3A3838"/>
              </a:solidFill>
              <a:latin typeface="DM Sans"/>
              <a:ea typeface="DM Sans"/>
              <a:cs typeface="DM Sans"/>
              <a:sym typeface="DM Sans"/>
            </a:endParaRPr>
          </a:p>
        </p:txBody>
      </p:sp>
      <p:sp>
        <p:nvSpPr>
          <p:cNvPr id="1081" name="Google Shape;1081;p100"/>
          <p:cNvSpPr/>
          <p:nvPr/>
        </p:nvSpPr>
        <p:spPr>
          <a:xfrm>
            <a:off x="3957610" y="2595333"/>
            <a:ext cx="15687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JDK 11 Support</a:t>
            </a:r>
            <a:endParaRPr i="0" sz="1100" u="none" cap="none" strike="noStrike">
              <a:solidFill>
                <a:srgbClr val="3A3838"/>
              </a:solidFill>
              <a:latin typeface="DM Sans"/>
              <a:ea typeface="DM Sans"/>
              <a:cs typeface="DM Sans"/>
              <a:sym typeface="DM Sans"/>
            </a:endParaRPr>
          </a:p>
        </p:txBody>
      </p:sp>
      <p:sp>
        <p:nvSpPr>
          <p:cNvPr id="1082" name="Google Shape;1082;p100"/>
          <p:cNvSpPr/>
          <p:nvPr/>
        </p:nvSpPr>
        <p:spPr>
          <a:xfrm>
            <a:off x="6024225"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Join Hints</a:t>
            </a:r>
            <a:endParaRPr i="0" sz="1100" u="none" cap="none" strike="noStrike">
              <a:solidFill>
                <a:srgbClr val="3A3838"/>
              </a:solidFill>
              <a:latin typeface="DM Sans"/>
              <a:ea typeface="DM Sans"/>
              <a:cs typeface="DM Sans"/>
              <a:sym typeface="DM Sans"/>
            </a:endParaRPr>
          </a:p>
        </p:txBody>
      </p:sp>
      <p:pic>
        <p:nvPicPr>
          <p:cNvPr id="1083" name="Google Shape;1083;p100"/>
          <p:cNvPicPr preferRelativeResize="0"/>
          <p:nvPr/>
        </p:nvPicPr>
        <p:blipFill rotWithShape="1">
          <a:blip r:embed="rId3">
            <a:alphaModFix/>
          </a:blip>
          <a:srcRect b="0" l="0" r="0" t="0"/>
          <a:stretch/>
        </p:blipFill>
        <p:spPr>
          <a:xfrm>
            <a:off x="764808" y="3428988"/>
            <a:ext cx="782185" cy="782188"/>
          </a:xfrm>
          <a:prstGeom prst="rect">
            <a:avLst/>
          </a:prstGeom>
          <a:noFill/>
          <a:ln>
            <a:noFill/>
          </a:ln>
        </p:spPr>
      </p:pic>
      <p:pic>
        <p:nvPicPr>
          <p:cNvPr id="1084" name="Google Shape;1084;p100"/>
          <p:cNvPicPr preferRelativeResize="0"/>
          <p:nvPr/>
        </p:nvPicPr>
        <p:blipFill rotWithShape="1">
          <a:blip r:embed="rId4">
            <a:alphaModFix/>
          </a:blip>
          <a:srcRect b="0" l="0" r="0" t="0"/>
          <a:stretch/>
        </p:blipFill>
        <p:spPr>
          <a:xfrm>
            <a:off x="2557847" y="3428988"/>
            <a:ext cx="782185" cy="782188"/>
          </a:xfrm>
          <a:prstGeom prst="rect">
            <a:avLst/>
          </a:prstGeom>
          <a:noFill/>
          <a:ln>
            <a:noFill/>
          </a:ln>
        </p:spPr>
      </p:pic>
      <p:pic>
        <p:nvPicPr>
          <p:cNvPr id="1085" name="Google Shape;1085;p100"/>
          <p:cNvPicPr preferRelativeResize="0"/>
          <p:nvPr/>
        </p:nvPicPr>
        <p:blipFill rotWithShape="1">
          <a:blip r:embed="rId5">
            <a:alphaModFix/>
          </a:blip>
          <a:srcRect b="0" l="0" r="0" t="0"/>
          <a:stretch/>
        </p:blipFill>
        <p:spPr>
          <a:xfrm>
            <a:off x="4350914" y="3428988"/>
            <a:ext cx="782185" cy="782188"/>
          </a:xfrm>
          <a:prstGeom prst="rect">
            <a:avLst/>
          </a:prstGeom>
          <a:noFill/>
          <a:ln>
            <a:noFill/>
          </a:ln>
        </p:spPr>
      </p:pic>
      <p:pic>
        <p:nvPicPr>
          <p:cNvPr id="1086" name="Google Shape;1086;p100"/>
          <p:cNvPicPr preferRelativeResize="0"/>
          <p:nvPr/>
        </p:nvPicPr>
        <p:blipFill rotWithShape="1">
          <a:blip r:embed="rId6">
            <a:alphaModFix/>
          </a:blip>
          <a:srcRect b="0" l="0" r="0" t="0"/>
          <a:stretch/>
        </p:blipFill>
        <p:spPr>
          <a:xfrm>
            <a:off x="6166392" y="3428988"/>
            <a:ext cx="782185" cy="782188"/>
          </a:xfrm>
          <a:prstGeom prst="rect">
            <a:avLst/>
          </a:prstGeom>
          <a:noFill/>
          <a:ln>
            <a:noFill/>
          </a:ln>
        </p:spPr>
      </p:pic>
      <p:pic>
        <p:nvPicPr>
          <p:cNvPr id="1087" name="Google Shape;1087;p100"/>
          <p:cNvPicPr preferRelativeResize="0"/>
          <p:nvPr/>
        </p:nvPicPr>
        <p:blipFill rotWithShape="1">
          <a:blip r:embed="rId7">
            <a:alphaModFix/>
          </a:blip>
          <a:srcRect b="0" l="0" r="0" t="0"/>
          <a:stretch/>
        </p:blipFill>
        <p:spPr>
          <a:xfrm>
            <a:off x="764808" y="4325447"/>
            <a:ext cx="782185" cy="782188"/>
          </a:xfrm>
          <a:prstGeom prst="rect">
            <a:avLst/>
          </a:prstGeom>
          <a:noFill/>
          <a:ln>
            <a:noFill/>
          </a:ln>
        </p:spPr>
      </p:pic>
      <p:pic>
        <p:nvPicPr>
          <p:cNvPr id="1088" name="Google Shape;1088;p100"/>
          <p:cNvPicPr preferRelativeResize="0"/>
          <p:nvPr/>
        </p:nvPicPr>
        <p:blipFill rotWithShape="1">
          <a:blip r:embed="rId8">
            <a:alphaModFix/>
          </a:blip>
          <a:srcRect b="0" l="0" r="0" t="0"/>
          <a:stretch/>
        </p:blipFill>
        <p:spPr>
          <a:xfrm>
            <a:off x="2557848" y="4325447"/>
            <a:ext cx="782185" cy="782188"/>
          </a:xfrm>
          <a:prstGeom prst="rect">
            <a:avLst/>
          </a:prstGeom>
          <a:noFill/>
          <a:ln>
            <a:noFill/>
          </a:ln>
        </p:spPr>
      </p:pic>
      <p:pic>
        <p:nvPicPr>
          <p:cNvPr id="1089" name="Google Shape;1089;p100"/>
          <p:cNvPicPr preferRelativeResize="0"/>
          <p:nvPr/>
        </p:nvPicPr>
        <p:blipFill rotWithShape="1">
          <a:blip r:embed="rId9">
            <a:alphaModFix/>
          </a:blip>
          <a:srcRect b="0" l="0" r="0" t="0"/>
          <a:stretch/>
        </p:blipFill>
        <p:spPr>
          <a:xfrm>
            <a:off x="4350915" y="4325447"/>
            <a:ext cx="782185" cy="782188"/>
          </a:xfrm>
          <a:prstGeom prst="rect">
            <a:avLst/>
          </a:prstGeom>
          <a:noFill/>
          <a:ln>
            <a:noFill/>
          </a:ln>
        </p:spPr>
      </p:pic>
      <p:pic>
        <p:nvPicPr>
          <p:cNvPr id="1090" name="Google Shape;1090;p100"/>
          <p:cNvPicPr preferRelativeResize="0"/>
          <p:nvPr/>
        </p:nvPicPr>
        <p:blipFill rotWithShape="1">
          <a:blip r:embed="rId10">
            <a:alphaModFix/>
          </a:blip>
          <a:srcRect b="0" l="0" r="0" t="0"/>
          <a:stretch/>
        </p:blipFill>
        <p:spPr>
          <a:xfrm>
            <a:off x="6166393" y="4325447"/>
            <a:ext cx="782185" cy="782188"/>
          </a:xfrm>
          <a:prstGeom prst="rect">
            <a:avLst/>
          </a:prstGeom>
          <a:noFill/>
          <a:ln>
            <a:noFill/>
          </a:ln>
        </p:spPr>
      </p:pic>
      <p:pic>
        <p:nvPicPr>
          <p:cNvPr id="1091" name="Google Shape;1091;p100"/>
          <p:cNvPicPr preferRelativeResize="0"/>
          <p:nvPr/>
        </p:nvPicPr>
        <p:blipFill rotWithShape="1">
          <a:blip r:embed="rId11">
            <a:alphaModFix/>
          </a:blip>
          <a:srcRect b="0" l="0" r="0" t="0"/>
          <a:stretch/>
        </p:blipFill>
        <p:spPr>
          <a:xfrm>
            <a:off x="764808" y="5215815"/>
            <a:ext cx="782185" cy="782188"/>
          </a:xfrm>
          <a:prstGeom prst="rect">
            <a:avLst/>
          </a:prstGeom>
          <a:noFill/>
          <a:ln>
            <a:noFill/>
          </a:ln>
        </p:spPr>
      </p:pic>
      <p:pic>
        <p:nvPicPr>
          <p:cNvPr id="1092" name="Google Shape;1092;p100"/>
          <p:cNvPicPr preferRelativeResize="0"/>
          <p:nvPr/>
        </p:nvPicPr>
        <p:blipFill rotWithShape="1">
          <a:blip r:embed="rId12">
            <a:alphaModFix/>
          </a:blip>
          <a:srcRect b="0" l="0" r="0" t="0"/>
          <a:stretch/>
        </p:blipFill>
        <p:spPr>
          <a:xfrm>
            <a:off x="2557848" y="5215815"/>
            <a:ext cx="782185" cy="782188"/>
          </a:xfrm>
          <a:prstGeom prst="rect">
            <a:avLst/>
          </a:prstGeom>
          <a:noFill/>
          <a:ln>
            <a:noFill/>
          </a:ln>
        </p:spPr>
      </p:pic>
      <p:pic>
        <p:nvPicPr>
          <p:cNvPr id="1093" name="Google Shape;1093;p100"/>
          <p:cNvPicPr preferRelativeResize="0"/>
          <p:nvPr/>
        </p:nvPicPr>
        <p:blipFill rotWithShape="1">
          <a:blip r:embed="rId13">
            <a:alphaModFix/>
          </a:blip>
          <a:srcRect b="0" l="0" r="0" t="0"/>
          <a:stretch/>
        </p:blipFill>
        <p:spPr>
          <a:xfrm>
            <a:off x="4350915" y="5215815"/>
            <a:ext cx="782185" cy="782188"/>
          </a:xfrm>
          <a:prstGeom prst="rect">
            <a:avLst/>
          </a:prstGeom>
          <a:noFill/>
          <a:ln>
            <a:noFill/>
          </a:ln>
        </p:spPr>
      </p:pic>
      <p:pic>
        <p:nvPicPr>
          <p:cNvPr id="1094" name="Google Shape;1094;p100"/>
          <p:cNvPicPr preferRelativeResize="0"/>
          <p:nvPr/>
        </p:nvPicPr>
        <p:blipFill rotWithShape="1">
          <a:blip r:embed="rId14">
            <a:alphaModFix/>
          </a:blip>
          <a:srcRect b="0" l="0" r="0" t="0"/>
          <a:stretch/>
        </p:blipFill>
        <p:spPr>
          <a:xfrm>
            <a:off x="6166393" y="5215815"/>
            <a:ext cx="782185" cy="782188"/>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8" name="Shape 1098"/>
        <p:cNvGrpSpPr/>
        <p:nvPr/>
      </p:nvGrpSpPr>
      <p:grpSpPr>
        <a:xfrm>
          <a:off x="0" y="0"/>
          <a:ext cx="0" cy="0"/>
          <a:chOff x="0" y="0"/>
          <a:chExt cx="0" cy="0"/>
        </a:xfrm>
      </p:grpSpPr>
      <p:sp>
        <p:nvSpPr>
          <p:cNvPr id="1099" name="Google Shape;1099;p101"/>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100" name="Google Shape;1100;p101"/>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101" name="Google Shape;1101;p101"/>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Monitoring</a:t>
            </a:r>
            <a:endParaRPr/>
          </a:p>
        </p:txBody>
      </p:sp>
      <p:sp>
        <p:nvSpPr>
          <p:cNvPr id="1102" name="Google Shape;1102;p101"/>
          <p:cNvSpPr/>
          <p:nvPr/>
        </p:nvSpPr>
        <p:spPr>
          <a:xfrm>
            <a:off x="609447"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Event Log Rollover</a:t>
            </a:r>
            <a:endParaRPr sz="1400">
              <a:solidFill>
                <a:srgbClr val="3A3838"/>
              </a:solidFill>
              <a:latin typeface="DM Sans"/>
              <a:ea typeface="DM Sans"/>
              <a:cs typeface="DM Sans"/>
              <a:sym typeface="DM Sans"/>
            </a:endParaRPr>
          </a:p>
        </p:txBody>
      </p:sp>
      <p:sp>
        <p:nvSpPr>
          <p:cNvPr id="1103" name="Google Shape;1103;p101"/>
          <p:cNvSpPr/>
          <p:nvPr/>
        </p:nvSpPr>
        <p:spPr>
          <a:xfrm>
            <a:off x="240913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JDBC Tab in SHS</a:t>
            </a:r>
            <a:endParaRPr i="0" sz="1100" u="none" cap="none" strike="noStrike">
              <a:solidFill>
                <a:srgbClr val="3A3838"/>
              </a:solidFill>
              <a:latin typeface="DM Sans"/>
              <a:ea typeface="DM Sans"/>
              <a:cs typeface="DM Sans"/>
              <a:sym typeface="DM Sans"/>
            </a:endParaRPr>
          </a:p>
        </p:txBody>
      </p:sp>
      <p:sp>
        <p:nvSpPr>
          <p:cNvPr id="1104" name="Google Shape;1104;p101"/>
          <p:cNvSpPr/>
          <p:nvPr/>
        </p:nvSpPr>
        <p:spPr>
          <a:xfrm>
            <a:off x="3957610" y="2595333"/>
            <a:ext cx="15687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Observable Metrics</a:t>
            </a:r>
            <a:endParaRPr i="0" sz="1100" u="none" cap="none" strike="noStrike">
              <a:solidFill>
                <a:srgbClr val="3A3838"/>
              </a:solidFill>
              <a:latin typeface="DM Sans"/>
              <a:ea typeface="DM Sans"/>
              <a:cs typeface="DM Sans"/>
              <a:sym typeface="DM Sans"/>
            </a:endParaRPr>
          </a:p>
        </p:txBody>
      </p:sp>
      <p:sp>
        <p:nvSpPr>
          <p:cNvPr id="1105" name="Google Shape;1105;p101"/>
          <p:cNvSpPr/>
          <p:nvPr/>
        </p:nvSpPr>
        <p:spPr>
          <a:xfrm>
            <a:off x="6024225"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Structured Streaming UI</a:t>
            </a:r>
            <a:endParaRPr i="0" sz="1100" u="none" cap="none" strike="noStrike">
              <a:solidFill>
                <a:srgbClr val="3A3838"/>
              </a:solidFill>
              <a:latin typeface="DM Sans"/>
              <a:ea typeface="DM Sans"/>
              <a:cs typeface="DM Sans"/>
              <a:sym typeface="DM Sans"/>
            </a:endParaRPr>
          </a:p>
        </p:txBody>
      </p:sp>
      <p:pic>
        <p:nvPicPr>
          <p:cNvPr id="1106" name="Google Shape;1106;p101"/>
          <p:cNvPicPr preferRelativeResize="0"/>
          <p:nvPr/>
        </p:nvPicPr>
        <p:blipFill rotWithShape="1">
          <a:blip r:embed="rId3">
            <a:alphaModFix/>
          </a:blip>
          <a:srcRect b="0" l="0" r="0" t="0"/>
          <a:stretch/>
        </p:blipFill>
        <p:spPr>
          <a:xfrm>
            <a:off x="764806" y="3428995"/>
            <a:ext cx="782185" cy="782185"/>
          </a:xfrm>
          <a:prstGeom prst="rect">
            <a:avLst/>
          </a:prstGeom>
          <a:noFill/>
          <a:ln>
            <a:noFill/>
          </a:ln>
        </p:spPr>
      </p:pic>
      <p:pic>
        <p:nvPicPr>
          <p:cNvPr id="1107" name="Google Shape;1107;p101"/>
          <p:cNvPicPr preferRelativeResize="0"/>
          <p:nvPr/>
        </p:nvPicPr>
        <p:blipFill rotWithShape="1">
          <a:blip r:embed="rId4">
            <a:alphaModFix/>
          </a:blip>
          <a:srcRect b="0" l="0" r="0" t="0"/>
          <a:stretch/>
        </p:blipFill>
        <p:spPr>
          <a:xfrm>
            <a:off x="2557861" y="3428995"/>
            <a:ext cx="782185" cy="782185"/>
          </a:xfrm>
          <a:prstGeom prst="rect">
            <a:avLst/>
          </a:prstGeom>
          <a:noFill/>
          <a:ln>
            <a:noFill/>
          </a:ln>
        </p:spPr>
      </p:pic>
      <p:pic>
        <p:nvPicPr>
          <p:cNvPr id="1108" name="Google Shape;1108;p101"/>
          <p:cNvPicPr preferRelativeResize="0"/>
          <p:nvPr/>
        </p:nvPicPr>
        <p:blipFill rotWithShape="1">
          <a:blip r:embed="rId5">
            <a:alphaModFix/>
          </a:blip>
          <a:srcRect b="0" l="0" r="0" t="0"/>
          <a:stretch/>
        </p:blipFill>
        <p:spPr>
          <a:xfrm>
            <a:off x="4350928" y="3428995"/>
            <a:ext cx="782185" cy="782185"/>
          </a:xfrm>
          <a:prstGeom prst="rect">
            <a:avLst/>
          </a:prstGeom>
          <a:noFill/>
          <a:ln>
            <a:noFill/>
          </a:ln>
        </p:spPr>
      </p:pic>
      <p:pic>
        <p:nvPicPr>
          <p:cNvPr id="1109" name="Google Shape;1109;p101"/>
          <p:cNvPicPr preferRelativeResize="0"/>
          <p:nvPr/>
        </p:nvPicPr>
        <p:blipFill rotWithShape="1">
          <a:blip r:embed="rId6">
            <a:alphaModFix/>
          </a:blip>
          <a:srcRect b="0" l="0" r="0" t="0"/>
          <a:stretch/>
        </p:blipFill>
        <p:spPr>
          <a:xfrm>
            <a:off x="6166406" y="3428995"/>
            <a:ext cx="782185" cy="782185"/>
          </a:xfrm>
          <a:prstGeom prst="rect">
            <a:avLst/>
          </a:prstGeom>
          <a:noFill/>
          <a:ln>
            <a:noFill/>
          </a:ln>
        </p:spPr>
      </p:pic>
      <p:pic>
        <p:nvPicPr>
          <p:cNvPr id="1110" name="Google Shape;1110;p101"/>
          <p:cNvPicPr preferRelativeResize="0"/>
          <p:nvPr/>
        </p:nvPicPr>
        <p:blipFill rotWithShape="1">
          <a:blip r:embed="rId7">
            <a:alphaModFix/>
          </a:blip>
          <a:srcRect b="0" l="0" r="0" t="0"/>
          <a:stretch/>
        </p:blipFill>
        <p:spPr>
          <a:xfrm>
            <a:off x="764806" y="4325450"/>
            <a:ext cx="782185" cy="782185"/>
          </a:xfrm>
          <a:prstGeom prst="rect">
            <a:avLst/>
          </a:prstGeom>
          <a:noFill/>
          <a:ln>
            <a:noFill/>
          </a:ln>
        </p:spPr>
      </p:pic>
      <p:pic>
        <p:nvPicPr>
          <p:cNvPr id="1111" name="Google Shape;1111;p101"/>
          <p:cNvPicPr preferRelativeResize="0"/>
          <p:nvPr/>
        </p:nvPicPr>
        <p:blipFill rotWithShape="1">
          <a:blip r:embed="rId8">
            <a:alphaModFix/>
          </a:blip>
          <a:srcRect b="0" l="0" r="0" t="0"/>
          <a:stretch/>
        </p:blipFill>
        <p:spPr>
          <a:xfrm>
            <a:off x="2557862" y="4325450"/>
            <a:ext cx="782185" cy="782185"/>
          </a:xfrm>
          <a:prstGeom prst="rect">
            <a:avLst/>
          </a:prstGeom>
          <a:noFill/>
          <a:ln>
            <a:noFill/>
          </a:ln>
        </p:spPr>
      </p:pic>
      <p:pic>
        <p:nvPicPr>
          <p:cNvPr id="1112" name="Google Shape;1112;p101"/>
          <p:cNvPicPr preferRelativeResize="0"/>
          <p:nvPr/>
        </p:nvPicPr>
        <p:blipFill rotWithShape="1">
          <a:blip r:embed="rId9">
            <a:alphaModFix/>
          </a:blip>
          <a:srcRect b="0" l="0" r="0" t="0"/>
          <a:stretch/>
        </p:blipFill>
        <p:spPr>
          <a:xfrm>
            <a:off x="4350929" y="4325450"/>
            <a:ext cx="782185" cy="782185"/>
          </a:xfrm>
          <a:prstGeom prst="rect">
            <a:avLst/>
          </a:prstGeom>
          <a:noFill/>
          <a:ln>
            <a:noFill/>
          </a:ln>
        </p:spPr>
      </p:pic>
      <p:pic>
        <p:nvPicPr>
          <p:cNvPr id="1113" name="Google Shape;1113;p101"/>
          <p:cNvPicPr preferRelativeResize="0"/>
          <p:nvPr/>
        </p:nvPicPr>
        <p:blipFill rotWithShape="1">
          <a:blip r:embed="rId10">
            <a:alphaModFix/>
          </a:blip>
          <a:srcRect b="0" l="0" r="0" t="0"/>
          <a:stretch/>
        </p:blipFill>
        <p:spPr>
          <a:xfrm>
            <a:off x="6166407" y="4325450"/>
            <a:ext cx="782185" cy="782185"/>
          </a:xfrm>
          <a:prstGeom prst="rect">
            <a:avLst/>
          </a:prstGeom>
          <a:noFill/>
          <a:ln>
            <a:noFill/>
          </a:ln>
        </p:spPr>
      </p:pic>
      <p:pic>
        <p:nvPicPr>
          <p:cNvPr id="1114" name="Google Shape;1114;p101"/>
          <p:cNvPicPr preferRelativeResize="0"/>
          <p:nvPr/>
        </p:nvPicPr>
        <p:blipFill rotWithShape="1">
          <a:blip r:embed="rId11">
            <a:alphaModFix/>
          </a:blip>
          <a:srcRect b="0" l="0" r="0" t="0"/>
          <a:stretch/>
        </p:blipFill>
        <p:spPr>
          <a:xfrm>
            <a:off x="764806" y="5215813"/>
            <a:ext cx="782185" cy="782185"/>
          </a:xfrm>
          <a:prstGeom prst="rect">
            <a:avLst/>
          </a:prstGeom>
          <a:noFill/>
          <a:ln>
            <a:noFill/>
          </a:ln>
        </p:spPr>
      </p:pic>
      <p:pic>
        <p:nvPicPr>
          <p:cNvPr id="1115" name="Google Shape;1115;p101"/>
          <p:cNvPicPr preferRelativeResize="0"/>
          <p:nvPr/>
        </p:nvPicPr>
        <p:blipFill rotWithShape="1">
          <a:blip r:embed="rId12">
            <a:alphaModFix/>
          </a:blip>
          <a:srcRect b="0" l="0" r="0" t="0"/>
          <a:stretch/>
        </p:blipFill>
        <p:spPr>
          <a:xfrm>
            <a:off x="2557862" y="5215813"/>
            <a:ext cx="782185" cy="782185"/>
          </a:xfrm>
          <a:prstGeom prst="rect">
            <a:avLst/>
          </a:prstGeom>
          <a:noFill/>
          <a:ln>
            <a:noFill/>
          </a:ln>
        </p:spPr>
      </p:pic>
      <p:pic>
        <p:nvPicPr>
          <p:cNvPr id="1116" name="Google Shape;1116;p101"/>
          <p:cNvPicPr preferRelativeResize="0"/>
          <p:nvPr/>
        </p:nvPicPr>
        <p:blipFill rotWithShape="1">
          <a:blip r:embed="rId13">
            <a:alphaModFix/>
          </a:blip>
          <a:srcRect b="0" l="0" r="0" t="0"/>
          <a:stretch/>
        </p:blipFill>
        <p:spPr>
          <a:xfrm>
            <a:off x="4350929" y="5215813"/>
            <a:ext cx="782185" cy="782185"/>
          </a:xfrm>
          <a:prstGeom prst="rect">
            <a:avLst/>
          </a:prstGeom>
          <a:noFill/>
          <a:ln>
            <a:noFill/>
          </a:ln>
        </p:spPr>
      </p:pic>
      <p:pic>
        <p:nvPicPr>
          <p:cNvPr id="1117" name="Google Shape;1117;p101"/>
          <p:cNvPicPr preferRelativeResize="0"/>
          <p:nvPr/>
        </p:nvPicPr>
        <p:blipFill rotWithShape="1">
          <a:blip r:embed="rId14">
            <a:alphaModFix/>
          </a:blip>
          <a:srcRect b="0" l="0" r="0" t="0"/>
          <a:stretch/>
        </p:blipFill>
        <p:spPr>
          <a:xfrm>
            <a:off x="6166407" y="5215813"/>
            <a:ext cx="782185" cy="78218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p102"/>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123" name="Google Shape;1123;p102"/>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124" name="Google Shape;1124;p102"/>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Connectors</a:t>
            </a:r>
            <a:endParaRPr/>
          </a:p>
        </p:txBody>
      </p:sp>
      <p:sp>
        <p:nvSpPr>
          <p:cNvPr id="1125" name="Google Shape;1125;p102"/>
          <p:cNvSpPr/>
          <p:nvPr/>
        </p:nvSpPr>
        <p:spPr>
          <a:xfrm>
            <a:off x="609447"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CSV Filter Pushdown</a:t>
            </a:r>
            <a:endParaRPr sz="1400">
              <a:solidFill>
                <a:srgbClr val="3A3838"/>
              </a:solidFill>
              <a:latin typeface="DM Sans"/>
              <a:ea typeface="DM Sans"/>
              <a:cs typeface="DM Sans"/>
              <a:sym typeface="DM Sans"/>
            </a:endParaRPr>
          </a:p>
        </p:txBody>
      </p:sp>
      <p:sp>
        <p:nvSpPr>
          <p:cNvPr id="1126" name="Google Shape;1126;p102"/>
          <p:cNvSpPr/>
          <p:nvPr/>
        </p:nvSpPr>
        <p:spPr>
          <a:xfrm>
            <a:off x="240913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New Binary Data Source</a:t>
            </a:r>
            <a:endParaRPr i="0" sz="1100" u="none" cap="none" strike="noStrike">
              <a:solidFill>
                <a:srgbClr val="3A3838"/>
              </a:solidFill>
              <a:latin typeface="DM Sans"/>
              <a:ea typeface="DM Sans"/>
              <a:cs typeface="DM Sans"/>
              <a:sym typeface="DM Sans"/>
            </a:endParaRPr>
          </a:p>
        </p:txBody>
      </p:sp>
      <p:sp>
        <p:nvSpPr>
          <p:cNvPr id="1127" name="Google Shape;1127;p102"/>
          <p:cNvSpPr/>
          <p:nvPr/>
        </p:nvSpPr>
        <p:spPr>
          <a:xfrm>
            <a:off x="3957610" y="2595333"/>
            <a:ext cx="15687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New NOOP Data Source</a:t>
            </a:r>
            <a:endParaRPr i="0" sz="1100" u="none" cap="none" strike="noStrike">
              <a:solidFill>
                <a:srgbClr val="3A3838"/>
              </a:solidFill>
              <a:latin typeface="DM Sans"/>
              <a:ea typeface="DM Sans"/>
              <a:cs typeface="DM Sans"/>
              <a:sym typeface="DM Sans"/>
            </a:endParaRPr>
          </a:p>
        </p:txBody>
      </p:sp>
      <p:sp>
        <p:nvSpPr>
          <p:cNvPr id="1128" name="Google Shape;1128;p102"/>
          <p:cNvSpPr/>
          <p:nvPr/>
        </p:nvSpPr>
        <p:spPr>
          <a:xfrm>
            <a:off x="5736065" y="2595333"/>
            <a:ext cx="16428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Parquet-ORC- Nested Column Pruning</a:t>
            </a:r>
            <a:endParaRPr i="0" sz="1100" u="none" cap="none" strike="noStrike">
              <a:solidFill>
                <a:srgbClr val="3A3838"/>
              </a:solidFill>
              <a:latin typeface="DM Sans"/>
              <a:ea typeface="DM Sans"/>
              <a:cs typeface="DM Sans"/>
              <a:sym typeface="DM Sans"/>
            </a:endParaRPr>
          </a:p>
        </p:txBody>
      </p:sp>
      <p:pic>
        <p:nvPicPr>
          <p:cNvPr id="1129" name="Google Shape;1129;p102"/>
          <p:cNvPicPr preferRelativeResize="0"/>
          <p:nvPr/>
        </p:nvPicPr>
        <p:blipFill rotWithShape="1">
          <a:blip r:embed="rId3">
            <a:alphaModFix/>
          </a:blip>
          <a:srcRect b="0" l="0" r="0" t="0"/>
          <a:stretch/>
        </p:blipFill>
        <p:spPr>
          <a:xfrm>
            <a:off x="764806" y="3428995"/>
            <a:ext cx="782185" cy="782185"/>
          </a:xfrm>
          <a:prstGeom prst="rect">
            <a:avLst/>
          </a:prstGeom>
          <a:noFill/>
          <a:ln>
            <a:noFill/>
          </a:ln>
        </p:spPr>
      </p:pic>
      <p:pic>
        <p:nvPicPr>
          <p:cNvPr id="1130" name="Google Shape;1130;p102"/>
          <p:cNvPicPr preferRelativeResize="0"/>
          <p:nvPr/>
        </p:nvPicPr>
        <p:blipFill rotWithShape="1">
          <a:blip r:embed="rId4">
            <a:alphaModFix/>
          </a:blip>
          <a:srcRect b="0" l="0" r="0" t="0"/>
          <a:stretch/>
        </p:blipFill>
        <p:spPr>
          <a:xfrm>
            <a:off x="2557861" y="3428995"/>
            <a:ext cx="782185" cy="782185"/>
          </a:xfrm>
          <a:prstGeom prst="rect">
            <a:avLst/>
          </a:prstGeom>
          <a:noFill/>
          <a:ln>
            <a:noFill/>
          </a:ln>
        </p:spPr>
      </p:pic>
      <p:pic>
        <p:nvPicPr>
          <p:cNvPr id="1131" name="Google Shape;1131;p102"/>
          <p:cNvPicPr preferRelativeResize="0"/>
          <p:nvPr/>
        </p:nvPicPr>
        <p:blipFill rotWithShape="1">
          <a:blip r:embed="rId5">
            <a:alphaModFix/>
          </a:blip>
          <a:srcRect b="0" l="0" r="0" t="0"/>
          <a:stretch/>
        </p:blipFill>
        <p:spPr>
          <a:xfrm>
            <a:off x="4350928" y="3428995"/>
            <a:ext cx="782185" cy="782185"/>
          </a:xfrm>
          <a:prstGeom prst="rect">
            <a:avLst/>
          </a:prstGeom>
          <a:noFill/>
          <a:ln>
            <a:noFill/>
          </a:ln>
        </p:spPr>
      </p:pic>
      <p:pic>
        <p:nvPicPr>
          <p:cNvPr id="1132" name="Google Shape;1132;p102"/>
          <p:cNvPicPr preferRelativeResize="0"/>
          <p:nvPr/>
        </p:nvPicPr>
        <p:blipFill rotWithShape="1">
          <a:blip r:embed="rId6">
            <a:alphaModFix/>
          </a:blip>
          <a:srcRect b="0" l="0" r="0" t="0"/>
          <a:stretch/>
        </p:blipFill>
        <p:spPr>
          <a:xfrm>
            <a:off x="6166406" y="3428995"/>
            <a:ext cx="782185" cy="782185"/>
          </a:xfrm>
          <a:prstGeom prst="rect">
            <a:avLst/>
          </a:prstGeom>
          <a:noFill/>
          <a:ln>
            <a:noFill/>
          </a:ln>
        </p:spPr>
      </p:pic>
      <p:pic>
        <p:nvPicPr>
          <p:cNvPr id="1133" name="Google Shape;1133;p102"/>
          <p:cNvPicPr preferRelativeResize="0"/>
          <p:nvPr/>
        </p:nvPicPr>
        <p:blipFill rotWithShape="1">
          <a:blip r:embed="rId7">
            <a:alphaModFix/>
          </a:blip>
          <a:srcRect b="0" l="0" r="0" t="0"/>
          <a:stretch/>
        </p:blipFill>
        <p:spPr>
          <a:xfrm>
            <a:off x="764806" y="4325450"/>
            <a:ext cx="782185" cy="782185"/>
          </a:xfrm>
          <a:prstGeom prst="rect">
            <a:avLst/>
          </a:prstGeom>
          <a:noFill/>
          <a:ln>
            <a:noFill/>
          </a:ln>
        </p:spPr>
      </p:pic>
      <p:pic>
        <p:nvPicPr>
          <p:cNvPr id="1134" name="Google Shape;1134;p102"/>
          <p:cNvPicPr preferRelativeResize="0"/>
          <p:nvPr/>
        </p:nvPicPr>
        <p:blipFill rotWithShape="1">
          <a:blip r:embed="rId8">
            <a:alphaModFix/>
          </a:blip>
          <a:srcRect b="0" l="0" r="0" t="0"/>
          <a:stretch/>
        </p:blipFill>
        <p:spPr>
          <a:xfrm>
            <a:off x="2557862" y="4325450"/>
            <a:ext cx="782185" cy="782185"/>
          </a:xfrm>
          <a:prstGeom prst="rect">
            <a:avLst/>
          </a:prstGeom>
          <a:noFill/>
          <a:ln>
            <a:noFill/>
          </a:ln>
        </p:spPr>
      </p:pic>
      <p:pic>
        <p:nvPicPr>
          <p:cNvPr id="1135" name="Google Shape;1135;p102"/>
          <p:cNvPicPr preferRelativeResize="0"/>
          <p:nvPr/>
        </p:nvPicPr>
        <p:blipFill rotWithShape="1">
          <a:blip r:embed="rId9">
            <a:alphaModFix/>
          </a:blip>
          <a:srcRect b="0" l="0" r="0" t="0"/>
          <a:stretch/>
        </p:blipFill>
        <p:spPr>
          <a:xfrm>
            <a:off x="4350929" y="4325450"/>
            <a:ext cx="782185" cy="782185"/>
          </a:xfrm>
          <a:prstGeom prst="rect">
            <a:avLst/>
          </a:prstGeom>
          <a:noFill/>
          <a:ln>
            <a:noFill/>
          </a:ln>
        </p:spPr>
      </p:pic>
      <p:pic>
        <p:nvPicPr>
          <p:cNvPr id="1136" name="Google Shape;1136;p102"/>
          <p:cNvPicPr preferRelativeResize="0"/>
          <p:nvPr/>
        </p:nvPicPr>
        <p:blipFill rotWithShape="1">
          <a:blip r:embed="rId10">
            <a:alphaModFix/>
          </a:blip>
          <a:srcRect b="0" l="0" r="0" t="0"/>
          <a:stretch/>
        </p:blipFill>
        <p:spPr>
          <a:xfrm>
            <a:off x="6166407" y="4325450"/>
            <a:ext cx="782185" cy="782185"/>
          </a:xfrm>
          <a:prstGeom prst="rect">
            <a:avLst/>
          </a:prstGeom>
          <a:noFill/>
          <a:ln>
            <a:noFill/>
          </a:ln>
        </p:spPr>
      </p:pic>
      <p:pic>
        <p:nvPicPr>
          <p:cNvPr id="1137" name="Google Shape;1137;p102"/>
          <p:cNvPicPr preferRelativeResize="0"/>
          <p:nvPr/>
        </p:nvPicPr>
        <p:blipFill rotWithShape="1">
          <a:blip r:embed="rId11">
            <a:alphaModFix/>
          </a:blip>
          <a:srcRect b="0" l="0" r="0" t="0"/>
          <a:stretch/>
        </p:blipFill>
        <p:spPr>
          <a:xfrm>
            <a:off x="764806" y="5215813"/>
            <a:ext cx="782185" cy="782185"/>
          </a:xfrm>
          <a:prstGeom prst="rect">
            <a:avLst/>
          </a:prstGeom>
          <a:noFill/>
          <a:ln>
            <a:noFill/>
          </a:ln>
        </p:spPr>
      </p:pic>
      <p:pic>
        <p:nvPicPr>
          <p:cNvPr id="1138" name="Google Shape;1138;p102"/>
          <p:cNvPicPr preferRelativeResize="0"/>
          <p:nvPr/>
        </p:nvPicPr>
        <p:blipFill rotWithShape="1">
          <a:blip r:embed="rId12">
            <a:alphaModFix/>
          </a:blip>
          <a:srcRect b="0" l="0" r="0" t="0"/>
          <a:stretch/>
        </p:blipFill>
        <p:spPr>
          <a:xfrm>
            <a:off x="2557862" y="5215813"/>
            <a:ext cx="782185" cy="782185"/>
          </a:xfrm>
          <a:prstGeom prst="rect">
            <a:avLst/>
          </a:prstGeom>
          <a:noFill/>
          <a:ln>
            <a:noFill/>
          </a:ln>
        </p:spPr>
      </p:pic>
      <p:pic>
        <p:nvPicPr>
          <p:cNvPr id="1139" name="Google Shape;1139;p102"/>
          <p:cNvPicPr preferRelativeResize="0"/>
          <p:nvPr/>
        </p:nvPicPr>
        <p:blipFill rotWithShape="1">
          <a:blip r:embed="rId13">
            <a:alphaModFix/>
          </a:blip>
          <a:srcRect b="0" l="0" r="0" t="0"/>
          <a:stretch/>
        </p:blipFill>
        <p:spPr>
          <a:xfrm>
            <a:off x="4350929" y="5215813"/>
            <a:ext cx="782185" cy="782185"/>
          </a:xfrm>
          <a:prstGeom prst="rect">
            <a:avLst/>
          </a:prstGeom>
          <a:noFill/>
          <a:ln>
            <a:noFill/>
          </a:ln>
        </p:spPr>
      </p:pic>
      <p:pic>
        <p:nvPicPr>
          <p:cNvPr id="1140" name="Google Shape;1140;p102"/>
          <p:cNvPicPr preferRelativeResize="0"/>
          <p:nvPr/>
        </p:nvPicPr>
        <p:blipFill rotWithShape="1">
          <a:blip r:embed="rId14">
            <a:alphaModFix/>
          </a:blip>
          <a:srcRect b="0" l="0" r="0" t="0"/>
          <a:stretch/>
        </p:blipFill>
        <p:spPr>
          <a:xfrm>
            <a:off x="6166407" y="5215813"/>
            <a:ext cx="782185" cy="78218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sp>
        <p:nvSpPr>
          <p:cNvPr id="1145" name="Google Shape;1145;p103"/>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146" name="Google Shape;1146;p103"/>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147" name="Google Shape;1147;p103"/>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Performance</a:t>
            </a:r>
            <a:endParaRPr/>
          </a:p>
        </p:txBody>
      </p:sp>
      <p:sp>
        <p:nvSpPr>
          <p:cNvPr id="1148" name="Google Shape;1148;p103"/>
          <p:cNvSpPr/>
          <p:nvPr/>
        </p:nvSpPr>
        <p:spPr>
          <a:xfrm>
            <a:off x="609447"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Adaptive Query</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Execution</a:t>
            </a:r>
            <a:endParaRPr sz="1400">
              <a:solidFill>
                <a:srgbClr val="3A3838"/>
              </a:solidFill>
              <a:latin typeface="DM Sans"/>
              <a:ea typeface="DM Sans"/>
              <a:cs typeface="DM Sans"/>
              <a:sym typeface="DM Sans"/>
            </a:endParaRPr>
          </a:p>
        </p:txBody>
      </p:sp>
      <p:sp>
        <p:nvSpPr>
          <p:cNvPr id="1149" name="Google Shape;1149;p103"/>
          <p:cNvSpPr/>
          <p:nvPr/>
        </p:nvSpPr>
        <p:spPr>
          <a:xfrm>
            <a:off x="240913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Dynamic Partition Pruning</a:t>
            </a:r>
            <a:endParaRPr sz="1400">
              <a:solidFill>
                <a:srgbClr val="3A3838"/>
              </a:solidFill>
              <a:latin typeface="DM Sans"/>
              <a:ea typeface="DM Sans"/>
              <a:cs typeface="DM Sans"/>
              <a:sym typeface="DM Sans"/>
            </a:endParaRPr>
          </a:p>
        </p:txBody>
      </p:sp>
      <p:sp>
        <p:nvSpPr>
          <p:cNvPr id="1150" name="Google Shape;1150;p103"/>
          <p:cNvSpPr/>
          <p:nvPr/>
        </p:nvSpPr>
        <p:spPr>
          <a:xfrm>
            <a:off x="3957610" y="2595333"/>
            <a:ext cx="15687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40% Compiler Time Reduction</a:t>
            </a:r>
            <a:endParaRPr sz="1400">
              <a:solidFill>
                <a:srgbClr val="3A3838"/>
              </a:solidFill>
              <a:latin typeface="DM Sans"/>
              <a:ea typeface="DM Sans"/>
              <a:cs typeface="DM Sans"/>
              <a:sym typeface="DM Sans"/>
            </a:endParaRPr>
          </a:p>
        </p:txBody>
      </p:sp>
      <p:sp>
        <p:nvSpPr>
          <p:cNvPr id="1151" name="Google Shape;1151;p103"/>
          <p:cNvSpPr/>
          <p:nvPr/>
        </p:nvSpPr>
        <p:spPr>
          <a:xfrm>
            <a:off x="5736065" y="2595333"/>
            <a:ext cx="16428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Cache Sync Reduction</a:t>
            </a:r>
            <a:endParaRPr sz="1400">
              <a:solidFill>
                <a:srgbClr val="3A3838"/>
              </a:solidFill>
              <a:latin typeface="DM Sans"/>
              <a:ea typeface="DM Sans"/>
              <a:cs typeface="DM Sans"/>
              <a:sym typeface="DM Sans"/>
            </a:endParaRPr>
          </a:p>
        </p:txBody>
      </p:sp>
      <p:pic>
        <p:nvPicPr>
          <p:cNvPr id="1152" name="Google Shape;1152;p103"/>
          <p:cNvPicPr preferRelativeResize="0"/>
          <p:nvPr/>
        </p:nvPicPr>
        <p:blipFill rotWithShape="1">
          <a:blip r:embed="rId3">
            <a:alphaModFix/>
          </a:blip>
          <a:srcRect b="0" l="0" r="0" t="0"/>
          <a:stretch/>
        </p:blipFill>
        <p:spPr>
          <a:xfrm>
            <a:off x="764806" y="3429002"/>
            <a:ext cx="782185" cy="782185"/>
          </a:xfrm>
          <a:prstGeom prst="rect">
            <a:avLst/>
          </a:prstGeom>
          <a:noFill/>
          <a:ln>
            <a:noFill/>
          </a:ln>
        </p:spPr>
      </p:pic>
      <p:pic>
        <p:nvPicPr>
          <p:cNvPr id="1153" name="Google Shape;1153;p103"/>
          <p:cNvPicPr preferRelativeResize="0"/>
          <p:nvPr/>
        </p:nvPicPr>
        <p:blipFill rotWithShape="1">
          <a:blip r:embed="rId4">
            <a:alphaModFix/>
          </a:blip>
          <a:srcRect b="0" l="0" r="0" t="0"/>
          <a:stretch/>
        </p:blipFill>
        <p:spPr>
          <a:xfrm>
            <a:off x="2557861" y="3429002"/>
            <a:ext cx="782185" cy="782185"/>
          </a:xfrm>
          <a:prstGeom prst="rect">
            <a:avLst/>
          </a:prstGeom>
          <a:noFill/>
          <a:ln>
            <a:noFill/>
          </a:ln>
        </p:spPr>
      </p:pic>
      <p:pic>
        <p:nvPicPr>
          <p:cNvPr id="1154" name="Google Shape;1154;p103"/>
          <p:cNvPicPr preferRelativeResize="0"/>
          <p:nvPr/>
        </p:nvPicPr>
        <p:blipFill rotWithShape="1">
          <a:blip r:embed="rId5">
            <a:alphaModFix/>
          </a:blip>
          <a:srcRect b="0" l="0" r="0" t="0"/>
          <a:stretch/>
        </p:blipFill>
        <p:spPr>
          <a:xfrm>
            <a:off x="4350928" y="3429002"/>
            <a:ext cx="782185" cy="782185"/>
          </a:xfrm>
          <a:prstGeom prst="rect">
            <a:avLst/>
          </a:prstGeom>
          <a:noFill/>
          <a:ln>
            <a:noFill/>
          </a:ln>
        </p:spPr>
      </p:pic>
      <p:pic>
        <p:nvPicPr>
          <p:cNvPr id="1155" name="Google Shape;1155;p103"/>
          <p:cNvPicPr preferRelativeResize="0"/>
          <p:nvPr/>
        </p:nvPicPr>
        <p:blipFill rotWithShape="1">
          <a:blip r:embed="rId6">
            <a:alphaModFix/>
          </a:blip>
          <a:srcRect b="0" l="0" r="0" t="0"/>
          <a:stretch/>
        </p:blipFill>
        <p:spPr>
          <a:xfrm>
            <a:off x="6166373" y="3429002"/>
            <a:ext cx="782185" cy="782185"/>
          </a:xfrm>
          <a:prstGeom prst="rect">
            <a:avLst/>
          </a:prstGeom>
          <a:noFill/>
          <a:ln>
            <a:noFill/>
          </a:ln>
        </p:spPr>
      </p:pic>
      <p:pic>
        <p:nvPicPr>
          <p:cNvPr id="1156" name="Google Shape;1156;p103"/>
          <p:cNvPicPr preferRelativeResize="0"/>
          <p:nvPr/>
        </p:nvPicPr>
        <p:blipFill rotWithShape="1">
          <a:blip r:embed="rId7">
            <a:alphaModFix/>
          </a:blip>
          <a:srcRect b="0" l="0" r="0" t="0"/>
          <a:stretch/>
        </p:blipFill>
        <p:spPr>
          <a:xfrm>
            <a:off x="764806" y="4325456"/>
            <a:ext cx="782185" cy="782185"/>
          </a:xfrm>
          <a:prstGeom prst="rect">
            <a:avLst/>
          </a:prstGeom>
          <a:noFill/>
          <a:ln>
            <a:noFill/>
          </a:ln>
        </p:spPr>
      </p:pic>
      <p:pic>
        <p:nvPicPr>
          <p:cNvPr id="1157" name="Google Shape;1157;p103"/>
          <p:cNvPicPr preferRelativeResize="0"/>
          <p:nvPr/>
        </p:nvPicPr>
        <p:blipFill rotWithShape="1">
          <a:blip r:embed="rId8">
            <a:alphaModFix/>
          </a:blip>
          <a:srcRect b="0" l="0" r="0" t="0"/>
          <a:stretch/>
        </p:blipFill>
        <p:spPr>
          <a:xfrm>
            <a:off x="2557862" y="4325456"/>
            <a:ext cx="782185" cy="782185"/>
          </a:xfrm>
          <a:prstGeom prst="rect">
            <a:avLst/>
          </a:prstGeom>
          <a:noFill/>
          <a:ln>
            <a:noFill/>
          </a:ln>
        </p:spPr>
      </p:pic>
      <p:pic>
        <p:nvPicPr>
          <p:cNvPr id="1158" name="Google Shape;1158;p103"/>
          <p:cNvPicPr preferRelativeResize="0"/>
          <p:nvPr/>
        </p:nvPicPr>
        <p:blipFill rotWithShape="1">
          <a:blip r:embed="rId9">
            <a:alphaModFix/>
          </a:blip>
          <a:srcRect b="0" l="0" r="0" t="0"/>
          <a:stretch/>
        </p:blipFill>
        <p:spPr>
          <a:xfrm>
            <a:off x="4350929" y="4325456"/>
            <a:ext cx="782185" cy="782185"/>
          </a:xfrm>
          <a:prstGeom prst="rect">
            <a:avLst/>
          </a:prstGeom>
          <a:noFill/>
          <a:ln>
            <a:noFill/>
          </a:ln>
        </p:spPr>
      </p:pic>
      <p:pic>
        <p:nvPicPr>
          <p:cNvPr id="1159" name="Google Shape;1159;p103"/>
          <p:cNvPicPr preferRelativeResize="0"/>
          <p:nvPr/>
        </p:nvPicPr>
        <p:blipFill rotWithShape="1">
          <a:blip r:embed="rId10">
            <a:alphaModFix/>
          </a:blip>
          <a:srcRect b="0" l="0" r="0" t="0"/>
          <a:stretch/>
        </p:blipFill>
        <p:spPr>
          <a:xfrm>
            <a:off x="6166374" y="4325456"/>
            <a:ext cx="782185" cy="782185"/>
          </a:xfrm>
          <a:prstGeom prst="rect">
            <a:avLst/>
          </a:prstGeom>
          <a:noFill/>
          <a:ln>
            <a:noFill/>
          </a:ln>
        </p:spPr>
      </p:pic>
      <p:pic>
        <p:nvPicPr>
          <p:cNvPr id="1160" name="Google Shape;1160;p103"/>
          <p:cNvPicPr preferRelativeResize="0"/>
          <p:nvPr/>
        </p:nvPicPr>
        <p:blipFill rotWithShape="1">
          <a:blip r:embed="rId11">
            <a:alphaModFix/>
          </a:blip>
          <a:srcRect b="0" l="0" r="0" t="0"/>
          <a:stretch/>
        </p:blipFill>
        <p:spPr>
          <a:xfrm>
            <a:off x="764806" y="5238046"/>
            <a:ext cx="782185" cy="782185"/>
          </a:xfrm>
          <a:prstGeom prst="rect">
            <a:avLst/>
          </a:prstGeom>
          <a:noFill/>
          <a:ln>
            <a:noFill/>
          </a:ln>
        </p:spPr>
      </p:pic>
      <p:pic>
        <p:nvPicPr>
          <p:cNvPr id="1161" name="Google Shape;1161;p103"/>
          <p:cNvPicPr preferRelativeResize="0"/>
          <p:nvPr/>
        </p:nvPicPr>
        <p:blipFill rotWithShape="1">
          <a:blip r:embed="rId12">
            <a:alphaModFix/>
          </a:blip>
          <a:srcRect b="0" l="0" r="0" t="0"/>
          <a:stretch/>
        </p:blipFill>
        <p:spPr>
          <a:xfrm>
            <a:off x="2557862" y="5238046"/>
            <a:ext cx="782185" cy="782185"/>
          </a:xfrm>
          <a:prstGeom prst="rect">
            <a:avLst/>
          </a:prstGeom>
          <a:noFill/>
          <a:ln>
            <a:noFill/>
          </a:ln>
        </p:spPr>
      </p:pic>
      <p:pic>
        <p:nvPicPr>
          <p:cNvPr id="1162" name="Google Shape;1162;p103"/>
          <p:cNvPicPr preferRelativeResize="0"/>
          <p:nvPr/>
        </p:nvPicPr>
        <p:blipFill rotWithShape="1">
          <a:blip r:embed="rId13">
            <a:alphaModFix/>
          </a:blip>
          <a:srcRect b="0" l="0" r="0" t="0"/>
          <a:stretch/>
        </p:blipFill>
        <p:spPr>
          <a:xfrm>
            <a:off x="4350929" y="5238046"/>
            <a:ext cx="782185" cy="782185"/>
          </a:xfrm>
          <a:prstGeom prst="rect">
            <a:avLst/>
          </a:prstGeom>
          <a:noFill/>
          <a:ln>
            <a:noFill/>
          </a:ln>
        </p:spPr>
      </p:pic>
      <p:pic>
        <p:nvPicPr>
          <p:cNvPr id="1163" name="Google Shape;1163;p103"/>
          <p:cNvPicPr preferRelativeResize="0"/>
          <p:nvPr/>
        </p:nvPicPr>
        <p:blipFill rotWithShape="1">
          <a:blip r:embed="rId14">
            <a:alphaModFix/>
          </a:blip>
          <a:srcRect b="0" l="0" r="0" t="0"/>
          <a:stretch/>
        </p:blipFill>
        <p:spPr>
          <a:xfrm>
            <a:off x="6166374" y="5238046"/>
            <a:ext cx="782185" cy="78218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p104"/>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169" name="Google Shape;1169;p104"/>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170" name="Google Shape;1170;p104"/>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SQL Compatibility</a:t>
            </a:r>
            <a:endParaRPr/>
          </a:p>
        </p:txBody>
      </p:sp>
      <p:sp>
        <p:nvSpPr>
          <p:cNvPr id="1171" name="Google Shape;1171;p104"/>
          <p:cNvSpPr/>
          <p:nvPr/>
        </p:nvSpPr>
        <p:spPr>
          <a:xfrm>
            <a:off x="609447"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Overflow Checking</a:t>
            </a:r>
            <a:endParaRPr sz="1400">
              <a:solidFill>
                <a:srgbClr val="3A3838"/>
              </a:solidFill>
              <a:latin typeface="DM Sans"/>
              <a:ea typeface="DM Sans"/>
              <a:cs typeface="DM Sans"/>
              <a:sym typeface="DM Sans"/>
            </a:endParaRPr>
          </a:p>
        </p:txBody>
      </p:sp>
      <p:sp>
        <p:nvSpPr>
          <p:cNvPr id="1172" name="Google Shape;1172;p104"/>
          <p:cNvSpPr/>
          <p:nvPr/>
        </p:nvSpPr>
        <p:spPr>
          <a:xfrm>
            <a:off x="240913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Proleptic Gregorian Calendar</a:t>
            </a:r>
            <a:endParaRPr sz="1400">
              <a:solidFill>
                <a:srgbClr val="3A3838"/>
              </a:solidFill>
              <a:latin typeface="DM Sans"/>
              <a:ea typeface="DM Sans"/>
              <a:cs typeface="DM Sans"/>
              <a:sym typeface="DM Sans"/>
            </a:endParaRPr>
          </a:p>
        </p:txBody>
      </p:sp>
      <p:sp>
        <p:nvSpPr>
          <p:cNvPr id="1173" name="Google Shape;1173;p104"/>
          <p:cNvSpPr/>
          <p:nvPr/>
        </p:nvSpPr>
        <p:spPr>
          <a:xfrm>
            <a:off x="3957610" y="2595333"/>
            <a:ext cx="15687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Reserved Keywords in Parser</a:t>
            </a:r>
            <a:endParaRPr sz="1400">
              <a:solidFill>
                <a:srgbClr val="3A3838"/>
              </a:solidFill>
              <a:latin typeface="DM Sans"/>
              <a:ea typeface="DM Sans"/>
              <a:cs typeface="DM Sans"/>
              <a:sym typeface="DM Sans"/>
            </a:endParaRPr>
          </a:p>
        </p:txBody>
      </p:sp>
      <p:sp>
        <p:nvSpPr>
          <p:cNvPr id="1174" name="Google Shape;1174;p104"/>
          <p:cNvSpPr/>
          <p:nvPr/>
        </p:nvSpPr>
        <p:spPr>
          <a:xfrm>
            <a:off x="5736065" y="2595333"/>
            <a:ext cx="16428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Store Assignment in INSERT</a:t>
            </a:r>
            <a:endParaRPr sz="1400">
              <a:solidFill>
                <a:srgbClr val="3A3838"/>
              </a:solidFill>
              <a:latin typeface="DM Sans"/>
              <a:ea typeface="DM Sans"/>
              <a:cs typeface="DM Sans"/>
              <a:sym typeface="DM Sans"/>
            </a:endParaRPr>
          </a:p>
        </p:txBody>
      </p:sp>
      <p:pic>
        <p:nvPicPr>
          <p:cNvPr id="1175" name="Google Shape;1175;p104"/>
          <p:cNvPicPr preferRelativeResize="0"/>
          <p:nvPr/>
        </p:nvPicPr>
        <p:blipFill rotWithShape="1">
          <a:blip r:embed="rId3">
            <a:alphaModFix/>
          </a:blip>
          <a:srcRect b="0" l="0" r="0" t="0"/>
          <a:stretch/>
        </p:blipFill>
        <p:spPr>
          <a:xfrm>
            <a:off x="764806" y="3428995"/>
            <a:ext cx="782185" cy="782185"/>
          </a:xfrm>
          <a:prstGeom prst="rect">
            <a:avLst/>
          </a:prstGeom>
          <a:noFill/>
          <a:ln>
            <a:noFill/>
          </a:ln>
        </p:spPr>
      </p:pic>
      <p:pic>
        <p:nvPicPr>
          <p:cNvPr id="1176" name="Google Shape;1176;p104"/>
          <p:cNvPicPr preferRelativeResize="0"/>
          <p:nvPr/>
        </p:nvPicPr>
        <p:blipFill rotWithShape="1">
          <a:blip r:embed="rId4">
            <a:alphaModFix/>
          </a:blip>
          <a:srcRect b="0" l="0" r="0" t="0"/>
          <a:stretch/>
        </p:blipFill>
        <p:spPr>
          <a:xfrm>
            <a:off x="2557861" y="3428995"/>
            <a:ext cx="782185" cy="782185"/>
          </a:xfrm>
          <a:prstGeom prst="rect">
            <a:avLst/>
          </a:prstGeom>
          <a:noFill/>
          <a:ln>
            <a:noFill/>
          </a:ln>
        </p:spPr>
      </p:pic>
      <p:pic>
        <p:nvPicPr>
          <p:cNvPr id="1177" name="Google Shape;1177;p104"/>
          <p:cNvPicPr preferRelativeResize="0"/>
          <p:nvPr/>
        </p:nvPicPr>
        <p:blipFill rotWithShape="1">
          <a:blip r:embed="rId5">
            <a:alphaModFix/>
          </a:blip>
          <a:srcRect b="0" l="0" r="0" t="0"/>
          <a:stretch/>
        </p:blipFill>
        <p:spPr>
          <a:xfrm>
            <a:off x="4350928" y="3428995"/>
            <a:ext cx="782185" cy="782185"/>
          </a:xfrm>
          <a:prstGeom prst="rect">
            <a:avLst/>
          </a:prstGeom>
          <a:noFill/>
          <a:ln>
            <a:noFill/>
          </a:ln>
        </p:spPr>
      </p:pic>
      <p:pic>
        <p:nvPicPr>
          <p:cNvPr id="1178" name="Google Shape;1178;p104"/>
          <p:cNvPicPr preferRelativeResize="0"/>
          <p:nvPr/>
        </p:nvPicPr>
        <p:blipFill rotWithShape="1">
          <a:blip r:embed="rId6">
            <a:alphaModFix/>
          </a:blip>
          <a:srcRect b="0" l="0" r="0" t="0"/>
          <a:stretch/>
        </p:blipFill>
        <p:spPr>
          <a:xfrm>
            <a:off x="6166373" y="3428995"/>
            <a:ext cx="782185" cy="782185"/>
          </a:xfrm>
          <a:prstGeom prst="rect">
            <a:avLst/>
          </a:prstGeom>
          <a:noFill/>
          <a:ln>
            <a:noFill/>
          </a:ln>
        </p:spPr>
      </p:pic>
      <p:pic>
        <p:nvPicPr>
          <p:cNvPr id="1179" name="Google Shape;1179;p104"/>
          <p:cNvPicPr preferRelativeResize="0"/>
          <p:nvPr/>
        </p:nvPicPr>
        <p:blipFill rotWithShape="1">
          <a:blip r:embed="rId7">
            <a:alphaModFix/>
          </a:blip>
          <a:srcRect b="0" l="0" r="0" t="0"/>
          <a:stretch/>
        </p:blipFill>
        <p:spPr>
          <a:xfrm>
            <a:off x="764806" y="4325450"/>
            <a:ext cx="782185" cy="782185"/>
          </a:xfrm>
          <a:prstGeom prst="rect">
            <a:avLst/>
          </a:prstGeom>
          <a:noFill/>
          <a:ln>
            <a:noFill/>
          </a:ln>
        </p:spPr>
      </p:pic>
      <p:pic>
        <p:nvPicPr>
          <p:cNvPr id="1180" name="Google Shape;1180;p104"/>
          <p:cNvPicPr preferRelativeResize="0"/>
          <p:nvPr/>
        </p:nvPicPr>
        <p:blipFill rotWithShape="1">
          <a:blip r:embed="rId8">
            <a:alphaModFix/>
          </a:blip>
          <a:srcRect b="0" l="0" r="0" t="0"/>
          <a:stretch/>
        </p:blipFill>
        <p:spPr>
          <a:xfrm>
            <a:off x="2557862" y="4325450"/>
            <a:ext cx="782185" cy="782185"/>
          </a:xfrm>
          <a:prstGeom prst="rect">
            <a:avLst/>
          </a:prstGeom>
          <a:noFill/>
          <a:ln>
            <a:noFill/>
          </a:ln>
        </p:spPr>
      </p:pic>
      <p:pic>
        <p:nvPicPr>
          <p:cNvPr id="1181" name="Google Shape;1181;p104"/>
          <p:cNvPicPr preferRelativeResize="0"/>
          <p:nvPr/>
        </p:nvPicPr>
        <p:blipFill rotWithShape="1">
          <a:blip r:embed="rId9">
            <a:alphaModFix/>
          </a:blip>
          <a:srcRect b="0" l="0" r="0" t="0"/>
          <a:stretch/>
        </p:blipFill>
        <p:spPr>
          <a:xfrm>
            <a:off x="4350929" y="4325450"/>
            <a:ext cx="782185" cy="782185"/>
          </a:xfrm>
          <a:prstGeom prst="rect">
            <a:avLst/>
          </a:prstGeom>
          <a:noFill/>
          <a:ln>
            <a:noFill/>
          </a:ln>
        </p:spPr>
      </p:pic>
      <p:pic>
        <p:nvPicPr>
          <p:cNvPr id="1182" name="Google Shape;1182;p104"/>
          <p:cNvPicPr preferRelativeResize="0"/>
          <p:nvPr/>
        </p:nvPicPr>
        <p:blipFill rotWithShape="1">
          <a:blip r:embed="rId10">
            <a:alphaModFix/>
          </a:blip>
          <a:srcRect b="0" l="0" r="0" t="0"/>
          <a:stretch/>
        </p:blipFill>
        <p:spPr>
          <a:xfrm>
            <a:off x="6166374" y="4325450"/>
            <a:ext cx="782185" cy="782185"/>
          </a:xfrm>
          <a:prstGeom prst="rect">
            <a:avLst/>
          </a:prstGeom>
          <a:noFill/>
          <a:ln>
            <a:noFill/>
          </a:ln>
        </p:spPr>
      </p:pic>
      <p:pic>
        <p:nvPicPr>
          <p:cNvPr id="1183" name="Google Shape;1183;p104"/>
          <p:cNvPicPr preferRelativeResize="0"/>
          <p:nvPr/>
        </p:nvPicPr>
        <p:blipFill rotWithShape="1">
          <a:blip r:embed="rId11">
            <a:alphaModFix/>
          </a:blip>
          <a:srcRect b="0" l="0" r="0" t="0"/>
          <a:stretch/>
        </p:blipFill>
        <p:spPr>
          <a:xfrm>
            <a:off x="764806" y="5215813"/>
            <a:ext cx="782185" cy="782185"/>
          </a:xfrm>
          <a:prstGeom prst="rect">
            <a:avLst/>
          </a:prstGeom>
          <a:noFill/>
          <a:ln>
            <a:noFill/>
          </a:ln>
        </p:spPr>
      </p:pic>
      <p:pic>
        <p:nvPicPr>
          <p:cNvPr id="1184" name="Google Shape;1184;p104"/>
          <p:cNvPicPr preferRelativeResize="0"/>
          <p:nvPr/>
        </p:nvPicPr>
        <p:blipFill rotWithShape="1">
          <a:blip r:embed="rId12">
            <a:alphaModFix/>
          </a:blip>
          <a:srcRect b="0" l="0" r="0" t="0"/>
          <a:stretch/>
        </p:blipFill>
        <p:spPr>
          <a:xfrm>
            <a:off x="2557862" y="5215813"/>
            <a:ext cx="782185" cy="782185"/>
          </a:xfrm>
          <a:prstGeom prst="rect">
            <a:avLst/>
          </a:prstGeom>
          <a:noFill/>
          <a:ln>
            <a:noFill/>
          </a:ln>
        </p:spPr>
      </p:pic>
      <p:pic>
        <p:nvPicPr>
          <p:cNvPr id="1185" name="Google Shape;1185;p104"/>
          <p:cNvPicPr preferRelativeResize="0"/>
          <p:nvPr/>
        </p:nvPicPr>
        <p:blipFill rotWithShape="1">
          <a:blip r:embed="rId13">
            <a:alphaModFix/>
          </a:blip>
          <a:srcRect b="0" l="0" r="0" t="0"/>
          <a:stretch/>
        </p:blipFill>
        <p:spPr>
          <a:xfrm>
            <a:off x="4350929" y="5215813"/>
            <a:ext cx="782185" cy="782185"/>
          </a:xfrm>
          <a:prstGeom prst="rect">
            <a:avLst/>
          </a:prstGeom>
          <a:noFill/>
          <a:ln>
            <a:noFill/>
          </a:ln>
        </p:spPr>
      </p:pic>
      <p:pic>
        <p:nvPicPr>
          <p:cNvPr id="1186" name="Google Shape;1186;p104"/>
          <p:cNvPicPr preferRelativeResize="0"/>
          <p:nvPr/>
        </p:nvPicPr>
        <p:blipFill rotWithShape="1">
          <a:blip r:embed="rId14">
            <a:alphaModFix/>
          </a:blip>
          <a:srcRect b="0" l="0" r="0" t="0"/>
          <a:stretch/>
        </p:blipFill>
        <p:spPr>
          <a:xfrm>
            <a:off x="6166374" y="5215813"/>
            <a:ext cx="782185" cy="78218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p105"/>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192" name="Google Shape;1192;p105"/>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193" name="Google Shape;1193;p105"/>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PySpark and SparkR</a:t>
            </a:r>
            <a:endParaRPr/>
          </a:p>
        </p:txBody>
      </p:sp>
      <p:sp>
        <p:nvSpPr>
          <p:cNvPr id="1194" name="Google Shape;1194;p105"/>
          <p:cNvSpPr/>
          <p:nvPr/>
        </p:nvSpPr>
        <p:spPr>
          <a:xfrm>
            <a:off x="416329" y="2595333"/>
            <a:ext cx="14529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Eager Execution</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in R Shell</a:t>
            </a:r>
            <a:endParaRPr sz="1400">
              <a:solidFill>
                <a:srgbClr val="3A3838"/>
              </a:solidFill>
              <a:latin typeface="DM Sans"/>
              <a:ea typeface="DM Sans"/>
              <a:cs typeface="DM Sans"/>
              <a:sym typeface="DM Sans"/>
            </a:endParaRPr>
          </a:p>
        </p:txBody>
      </p:sp>
      <p:sp>
        <p:nvSpPr>
          <p:cNvPr id="1195" name="Google Shape;1195;p105"/>
          <p:cNvSpPr/>
          <p:nvPr/>
        </p:nvSpPr>
        <p:spPr>
          <a:xfrm>
            <a:off x="2157993" y="2595333"/>
            <a:ext cx="15687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New Pandas UDF</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Using Type Hints</a:t>
            </a:r>
            <a:endParaRPr sz="1400">
              <a:solidFill>
                <a:srgbClr val="3A3838"/>
              </a:solidFill>
              <a:latin typeface="DM Sans"/>
              <a:ea typeface="DM Sans"/>
              <a:cs typeface="DM Sans"/>
              <a:sym typeface="DM Sans"/>
            </a:endParaRPr>
          </a:p>
          <a:p>
            <a:pPr indent="0" lvl="0" marL="0" marR="0" rtl="0" algn="l">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1196" name="Google Shape;1196;p105"/>
          <p:cNvSpPr/>
          <p:nvPr/>
        </p:nvSpPr>
        <p:spPr>
          <a:xfrm>
            <a:off x="3957610" y="2595333"/>
            <a:ext cx="15687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Pandas UDF</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Enhancements</a:t>
            </a:r>
            <a:endParaRPr sz="1400">
              <a:solidFill>
                <a:srgbClr val="3A3838"/>
              </a:solidFill>
              <a:latin typeface="DM Sans"/>
              <a:ea typeface="DM Sans"/>
              <a:cs typeface="DM Sans"/>
              <a:sym typeface="DM Sans"/>
            </a:endParaRPr>
          </a:p>
        </p:txBody>
      </p:sp>
      <p:sp>
        <p:nvSpPr>
          <p:cNvPr id="1197" name="Google Shape;1197;p105"/>
          <p:cNvSpPr/>
          <p:nvPr/>
        </p:nvSpPr>
        <p:spPr>
          <a:xfrm>
            <a:off x="5736065" y="2595333"/>
            <a:ext cx="16428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Vectorization in SparkR</a:t>
            </a:r>
            <a:endParaRPr sz="1400">
              <a:solidFill>
                <a:srgbClr val="3A3838"/>
              </a:solidFill>
              <a:latin typeface="DM Sans"/>
              <a:ea typeface="DM Sans"/>
              <a:cs typeface="DM Sans"/>
              <a:sym typeface="DM Sans"/>
            </a:endParaRPr>
          </a:p>
        </p:txBody>
      </p:sp>
      <p:pic>
        <p:nvPicPr>
          <p:cNvPr id="1198" name="Google Shape;1198;p105"/>
          <p:cNvPicPr preferRelativeResize="0"/>
          <p:nvPr/>
        </p:nvPicPr>
        <p:blipFill rotWithShape="1">
          <a:blip r:embed="rId3">
            <a:alphaModFix/>
          </a:blip>
          <a:srcRect b="0" l="0" r="0" t="0"/>
          <a:stretch/>
        </p:blipFill>
        <p:spPr>
          <a:xfrm>
            <a:off x="764806" y="3428995"/>
            <a:ext cx="782185" cy="782185"/>
          </a:xfrm>
          <a:prstGeom prst="rect">
            <a:avLst/>
          </a:prstGeom>
          <a:noFill/>
          <a:ln>
            <a:noFill/>
          </a:ln>
        </p:spPr>
      </p:pic>
      <p:pic>
        <p:nvPicPr>
          <p:cNvPr id="1199" name="Google Shape;1199;p105"/>
          <p:cNvPicPr preferRelativeResize="0"/>
          <p:nvPr/>
        </p:nvPicPr>
        <p:blipFill rotWithShape="1">
          <a:blip r:embed="rId4">
            <a:alphaModFix/>
          </a:blip>
          <a:srcRect b="0" l="0" r="0" t="0"/>
          <a:stretch/>
        </p:blipFill>
        <p:spPr>
          <a:xfrm>
            <a:off x="2557861" y="3428995"/>
            <a:ext cx="782185" cy="782185"/>
          </a:xfrm>
          <a:prstGeom prst="rect">
            <a:avLst/>
          </a:prstGeom>
          <a:noFill/>
          <a:ln>
            <a:noFill/>
          </a:ln>
        </p:spPr>
      </p:pic>
      <p:pic>
        <p:nvPicPr>
          <p:cNvPr id="1200" name="Google Shape;1200;p105"/>
          <p:cNvPicPr preferRelativeResize="0"/>
          <p:nvPr/>
        </p:nvPicPr>
        <p:blipFill rotWithShape="1">
          <a:blip r:embed="rId5">
            <a:alphaModFix/>
          </a:blip>
          <a:srcRect b="0" l="0" r="0" t="0"/>
          <a:stretch/>
        </p:blipFill>
        <p:spPr>
          <a:xfrm>
            <a:off x="4350928" y="3428995"/>
            <a:ext cx="782185" cy="782185"/>
          </a:xfrm>
          <a:prstGeom prst="rect">
            <a:avLst/>
          </a:prstGeom>
          <a:noFill/>
          <a:ln>
            <a:noFill/>
          </a:ln>
        </p:spPr>
      </p:pic>
      <p:pic>
        <p:nvPicPr>
          <p:cNvPr id="1201" name="Google Shape;1201;p105"/>
          <p:cNvPicPr preferRelativeResize="0"/>
          <p:nvPr/>
        </p:nvPicPr>
        <p:blipFill rotWithShape="1">
          <a:blip r:embed="rId6">
            <a:alphaModFix/>
          </a:blip>
          <a:srcRect b="0" l="0" r="0" t="0"/>
          <a:stretch/>
        </p:blipFill>
        <p:spPr>
          <a:xfrm>
            <a:off x="6166373" y="3428995"/>
            <a:ext cx="782185" cy="782185"/>
          </a:xfrm>
          <a:prstGeom prst="rect">
            <a:avLst/>
          </a:prstGeom>
          <a:noFill/>
          <a:ln>
            <a:noFill/>
          </a:ln>
        </p:spPr>
      </p:pic>
      <p:pic>
        <p:nvPicPr>
          <p:cNvPr id="1202" name="Google Shape;1202;p105"/>
          <p:cNvPicPr preferRelativeResize="0"/>
          <p:nvPr/>
        </p:nvPicPr>
        <p:blipFill rotWithShape="1">
          <a:blip r:embed="rId7">
            <a:alphaModFix/>
          </a:blip>
          <a:srcRect b="0" l="0" r="0" t="0"/>
          <a:stretch/>
        </p:blipFill>
        <p:spPr>
          <a:xfrm>
            <a:off x="764806" y="4325450"/>
            <a:ext cx="782185" cy="782185"/>
          </a:xfrm>
          <a:prstGeom prst="rect">
            <a:avLst/>
          </a:prstGeom>
          <a:noFill/>
          <a:ln>
            <a:noFill/>
          </a:ln>
        </p:spPr>
      </p:pic>
      <p:pic>
        <p:nvPicPr>
          <p:cNvPr id="1203" name="Google Shape;1203;p105"/>
          <p:cNvPicPr preferRelativeResize="0"/>
          <p:nvPr/>
        </p:nvPicPr>
        <p:blipFill rotWithShape="1">
          <a:blip r:embed="rId8">
            <a:alphaModFix/>
          </a:blip>
          <a:srcRect b="0" l="0" r="0" t="0"/>
          <a:stretch/>
        </p:blipFill>
        <p:spPr>
          <a:xfrm>
            <a:off x="2557862" y="4325450"/>
            <a:ext cx="782185" cy="782185"/>
          </a:xfrm>
          <a:prstGeom prst="rect">
            <a:avLst/>
          </a:prstGeom>
          <a:noFill/>
          <a:ln>
            <a:noFill/>
          </a:ln>
        </p:spPr>
      </p:pic>
      <p:pic>
        <p:nvPicPr>
          <p:cNvPr id="1204" name="Google Shape;1204;p105"/>
          <p:cNvPicPr preferRelativeResize="0"/>
          <p:nvPr/>
        </p:nvPicPr>
        <p:blipFill rotWithShape="1">
          <a:blip r:embed="rId9">
            <a:alphaModFix/>
          </a:blip>
          <a:srcRect b="0" l="0" r="0" t="0"/>
          <a:stretch/>
        </p:blipFill>
        <p:spPr>
          <a:xfrm>
            <a:off x="4350929" y="4325450"/>
            <a:ext cx="782185" cy="782185"/>
          </a:xfrm>
          <a:prstGeom prst="rect">
            <a:avLst/>
          </a:prstGeom>
          <a:noFill/>
          <a:ln>
            <a:noFill/>
          </a:ln>
        </p:spPr>
      </p:pic>
      <p:pic>
        <p:nvPicPr>
          <p:cNvPr id="1205" name="Google Shape;1205;p105"/>
          <p:cNvPicPr preferRelativeResize="0"/>
          <p:nvPr/>
        </p:nvPicPr>
        <p:blipFill rotWithShape="1">
          <a:blip r:embed="rId10">
            <a:alphaModFix/>
          </a:blip>
          <a:srcRect b="0" l="0" r="0" t="0"/>
          <a:stretch/>
        </p:blipFill>
        <p:spPr>
          <a:xfrm>
            <a:off x="6166374" y="4325450"/>
            <a:ext cx="782185" cy="782185"/>
          </a:xfrm>
          <a:prstGeom prst="rect">
            <a:avLst/>
          </a:prstGeom>
          <a:noFill/>
          <a:ln>
            <a:noFill/>
          </a:ln>
        </p:spPr>
      </p:pic>
      <p:pic>
        <p:nvPicPr>
          <p:cNvPr id="1206" name="Google Shape;1206;p105"/>
          <p:cNvPicPr preferRelativeResize="0"/>
          <p:nvPr/>
        </p:nvPicPr>
        <p:blipFill rotWithShape="1">
          <a:blip r:embed="rId11">
            <a:alphaModFix/>
          </a:blip>
          <a:srcRect b="0" l="0" r="0" t="0"/>
          <a:stretch/>
        </p:blipFill>
        <p:spPr>
          <a:xfrm>
            <a:off x="764806" y="5215813"/>
            <a:ext cx="782185" cy="782185"/>
          </a:xfrm>
          <a:prstGeom prst="rect">
            <a:avLst/>
          </a:prstGeom>
          <a:noFill/>
          <a:ln>
            <a:noFill/>
          </a:ln>
        </p:spPr>
      </p:pic>
      <p:pic>
        <p:nvPicPr>
          <p:cNvPr id="1207" name="Google Shape;1207;p105"/>
          <p:cNvPicPr preferRelativeResize="0"/>
          <p:nvPr/>
        </p:nvPicPr>
        <p:blipFill rotWithShape="1">
          <a:blip r:embed="rId12">
            <a:alphaModFix/>
          </a:blip>
          <a:srcRect b="0" l="0" r="0" t="0"/>
          <a:stretch/>
        </p:blipFill>
        <p:spPr>
          <a:xfrm>
            <a:off x="2557862" y="5215813"/>
            <a:ext cx="782185" cy="782185"/>
          </a:xfrm>
          <a:prstGeom prst="rect">
            <a:avLst/>
          </a:prstGeom>
          <a:noFill/>
          <a:ln>
            <a:noFill/>
          </a:ln>
        </p:spPr>
      </p:pic>
      <p:pic>
        <p:nvPicPr>
          <p:cNvPr id="1208" name="Google Shape;1208;p105"/>
          <p:cNvPicPr preferRelativeResize="0"/>
          <p:nvPr/>
        </p:nvPicPr>
        <p:blipFill rotWithShape="1">
          <a:blip r:embed="rId13">
            <a:alphaModFix/>
          </a:blip>
          <a:srcRect b="0" l="0" r="0" t="0"/>
          <a:stretch/>
        </p:blipFill>
        <p:spPr>
          <a:xfrm>
            <a:off x="4350929" y="5215813"/>
            <a:ext cx="782185" cy="782185"/>
          </a:xfrm>
          <a:prstGeom prst="rect">
            <a:avLst/>
          </a:prstGeom>
          <a:noFill/>
          <a:ln>
            <a:noFill/>
          </a:ln>
        </p:spPr>
      </p:pic>
      <p:pic>
        <p:nvPicPr>
          <p:cNvPr id="1209" name="Google Shape;1209;p105"/>
          <p:cNvPicPr preferRelativeResize="0"/>
          <p:nvPr/>
        </p:nvPicPr>
        <p:blipFill rotWithShape="1">
          <a:blip r:embed="rId14">
            <a:alphaModFix/>
          </a:blip>
          <a:srcRect b="0" l="0" r="0" t="0"/>
          <a:stretch/>
        </p:blipFill>
        <p:spPr>
          <a:xfrm>
            <a:off x="6166374" y="5215813"/>
            <a:ext cx="782185" cy="78218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3" name="Shape 1213"/>
        <p:cNvGrpSpPr/>
        <p:nvPr/>
      </p:nvGrpSpPr>
      <p:grpSpPr>
        <a:xfrm>
          <a:off x="0" y="0"/>
          <a:ext cx="0" cy="0"/>
          <a:chOff x="0" y="0"/>
          <a:chExt cx="0" cy="0"/>
        </a:xfrm>
      </p:grpSpPr>
      <p:sp>
        <p:nvSpPr>
          <p:cNvPr id="1214" name="Google Shape;1214;p106"/>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215" name="Google Shape;1215;p106"/>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216" name="Google Shape;1216;p106"/>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Extensibility &amp; Document</a:t>
            </a:r>
            <a:endParaRPr/>
          </a:p>
        </p:txBody>
      </p:sp>
      <p:sp>
        <p:nvSpPr>
          <p:cNvPr id="1217" name="Google Shape;1217;p106"/>
          <p:cNvSpPr/>
          <p:nvPr/>
        </p:nvSpPr>
        <p:spPr>
          <a:xfrm>
            <a:off x="416329" y="2595333"/>
            <a:ext cx="14529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Extensibility &amp; Document</a:t>
            </a:r>
            <a:endParaRPr sz="1400">
              <a:solidFill>
                <a:srgbClr val="3A3838"/>
              </a:solidFill>
              <a:latin typeface="DM Sans"/>
              <a:ea typeface="DM Sans"/>
              <a:cs typeface="DM Sans"/>
              <a:sym typeface="DM Sans"/>
            </a:endParaRPr>
          </a:p>
        </p:txBody>
      </p:sp>
      <p:sp>
        <p:nvSpPr>
          <p:cNvPr id="1218" name="Google Shape;1218;p106"/>
          <p:cNvSpPr/>
          <p:nvPr/>
        </p:nvSpPr>
        <p:spPr>
          <a:xfrm>
            <a:off x="2157993" y="2595333"/>
            <a:ext cx="1568700" cy="2304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None/>
            </a:pPr>
            <a:r>
              <a:rPr lang="en" sz="1400">
                <a:solidFill>
                  <a:srgbClr val="3A3838"/>
                </a:solidFill>
                <a:latin typeface="DM Sans"/>
                <a:ea typeface="DM Sans"/>
                <a:cs typeface="DM Sans"/>
                <a:sym typeface="DM Sans"/>
              </a:rPr>
              <a:t>Hadoop 3 Support</a:t>
            </a:r>
            <a:endParaRPr sz="1400">
              <a:solidFill>
                <a:srgbClr val="3A3838"/>
              </a:solidFill>
              <a:latin typeface="DM Sans"/>
              <a:ea typeface="DM Sans"/>
              <a:cs typeface="DM Sans"/>
              <a:sym typeface="DM Sans"/>
            </a:endParaRPr>
          </a:p>
        </p:txBody>
      </p:sp>
      <p:sp>
        <p:nvSpPr>
          <p:cNvPr id="1219" name="Google Shape;1219;p106"/>
          <p:cNvSpPr/>
          <p:nvPr/>
        </p:nvSpPr>
        <p:spPr>
          <a:xfrm>
            <a:off x="3957610" y="2595333"/>
            <a:ext cx="15687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Hadoop 3 Support</a:t>
            </a:r>
            <a:endParaRPr sz="1400">
              <a:solidFill>
                <a:srgbClr val="3A3838"/>
              </a:solidFill>
              <a:latin typeface="DM Sans"/>
              <a:ea typeface="DM Sans"/>
              <a:cs typeface="DM Sans"/>
              <a:sym typeface="DM Sans"/>
            </a:endParaRPr>
          </a:p>
        </p:txBody>
      </p:sp>
      <p:sp>
        <p:nvSpPr>
          <p:cNvPr id="1220" name="Google Shape;1220;p106"/>
          <p:cNvSpPr/>
          <p:nvPr/>
        </p:nvSpPr>
        <p:spPr>
          <a:xfrm>
            <a:off x="5736065" y="2595333"/>
            <a:ext cx="16428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SQL Reference</a:t>
            </a:r>
            <a:endParaRPr sz="1400">
              <a:solidFill>
                <a:srgbClr val="3A3838"/>
              </a:solidFill>
              <a:latin typeface="DM Sans"/>
              <a:ea typeface="DM Sans"/>
              <a:cs typeface="DM Sans"/>
              <a:sym typeface="DM Sans"/>
            </a:endParaRPr>
          </a:p>
        </p:txBody>
      </p:sp>
      <p:pic>
        <p:nvPicPr>
          <p:cNvPr id="1221" name="Google Shape;1221;p106"/>
          <p:cNvPicPr preferRelativeResize="0"/>
          <p:nvPr/>
        </p:nvPicPr>
        <p:blipFill rotWithShape="1">
          <a:blip r:embed="rId3">
            <a:alphaModFix/>
          </a:blip>
          <a:srcRect b="0" l="0" r="0" t="0"/>
          <a:stretch/>
        </p:blipFill>
        <p:spPr>
          <a:xfrm>
            <a:off x="764806" y="3428995"/>
            <a:ext cx="782185" cy="782185"/>
          </a:xfrm>
          <a:prstGeom prst="rect">
            <a:avLst/>
          </a:prstGeom>
          <a:noFill/>
          <a:ln>
            <a:noFill/>
          </a:ln>
        </p:spPr>
      </p:pic>
      <p:pic>
        <p:nvPicPr>
          <p:cNvPr id="1222" name="Google Shape;1222;p106"/>
          <p:cNvPicPr preferRelativeResize="0"/>
          <p:nvPr/>
        </p:nvPicPr>
        <p:blipFill rotWithShape="1">
          <a:blip r:embed="rId4">
            <a:alphaModFix/>
          </a:blip>
          <a:srcRect b="0" l="0" r="0" t="0"/>
          <a:stretch/>
        </p:blipFill>
        <p:spPr>
          <a:xfrm>
            <a:off x="2557861" y="3428995"/>
            <a:ext cx="782185" cy="782185"/>
          </a:xfrm>
          <a:prstGeom prst="rect">
            <a:avLst/>
          </a:prstGeom>
          <a:noFill/>
          <a:ln>
            <a:noFill/>
          </a:ln>
        </p:spPr>
      </p:pic>
      <p:pic>
        <p:nvPicPr>
          <p:cNvPr id="1223" name="Google Shape;1223;p106"/>
          <p:cNvPicPr preferRelativeResize="0"/>
          <p:nvPr/>
        </p:nvPicPr>
        <p:blipFill rotWithShape="1">
          <a:blip r:embed="rId5">
            <a:alphaModFix/>
          </a:blip>
          <a:srcRect b="0" l="0" r="0" t="0"/>
          <a:stretch/>
        </p:blipFill>
        <p:spPr>
          <a:xfrm>
            <a:off x="4350928" y="3428995"/>
            <a:ext cx="782185" cy="782185"/>
          </a:xfrm>
          <a:prstGeom prst="rect">
            <a:avLst/>
          </a:prstGeom>
          <a:noFill/>
          <a:ln>
            <a:noFill/>
          </a:ln>
        </p:spPr>
      </p:pic>
      <p:pic>
        <p:nvPicPr>
          <p:cNvPr id="1224" name="Google Shape;1224;p106"/>
          <p:cNvPicPr preferRelativeResize="0"/>
          <p:nvPr/>
        </p:nvPicPr>
        <p:blipFill rotWithShape="1">
          <a:blip r:embed="rId6">
            <a:alphaModFix/>
          </a:blip>
          <a:srcRect b="0" l="0" r="0" t="0"/>
          <a:stretch/>
        </p:blipFill>
        <p:spPr>
          <a:xfrm>
            <a:off x="6166373" y="3428995"/>
            <a:ext cx="782185" cy="782185"/>
          </a:xfrm>
          <a:prstGeom prst="rect">
            <a:avLst/>
          </a:prstGeom>
          <a:noFill/>
          <a:ln>
            <a:noFill/>
          </a:ln>
        </p:spPr>
      </p:pic>
      <p:pic>
        <p:nvPicPr>
          <p:cNvPr id="1225" name="Google Shape;1225;p106"/>
          <p:cNvPicPr preferRelativeResize="0"/>
          <p:nvPr/>
        </p:nvPicPr>
        <p:blipFill rotWithShape="1">
          <a:blip r:embed="rId7">
            <a:alphaModFix/>
          </a:blip>
          <a:srcRect b="0" l="0" r="0" t="0"/>
          <a:stretch/>
        </p:blipFill>
        <p:spPr>
          <a:xfrm>
            <a:off x="764806" y="4325450"/>
            <a:ext cx="782185" cy="782185"/>
          </a:xfrm>
          <a:prstGeom prst="rect">
            <a:avLst/>
          </a:prstGeom>
          <a:noFill/>
          <a:ln>
            <a:noFill/>
          </a:ln>
        </p:spPr>
      </p:pic>
      <p:pic>
        <p:nvPicPr>
          <p:cNvPr id="1226" name="Google Shape;1226;p106"/>
          <p:cNvPicPr preferRelativeResize="0"/>
          <p:nvPr/>
        </p:nvPicPr>
        <p:blipFill rotWithShape="1">
          <a:blip r:embed="rId8">
            <a:alphaModFix/>
          </a:blip>
          <a:srcRect b="0" l="0" r="0" t="0"/>
          <a:stretch/>
        </p:blipFill>
        <p:spPr>
          <a:xfrm>
            <a:off x="2557862" y="4325450"/>
            <a:ext cx="782185" cy="782185"/>
          </a:xfrm>
          <a:prstGeom prst="rect">
            <a:avLst/>
          </a:prstGeom>
          <a:noFill/>
          <a:ln>
            <a:noFill/>
          </a:ln>
        </p:spPr>
      </p:pic>
      <p:pic>
        <p:nvPicPr>
          <p:cNvPr id="1227" name="Google Shape;1227;p106"/>
          <p:cNvPicPr preferRelativeResize="0"/>
          <p:nvPr/>
        </p:nvPicPr>
        <p:blipFill rotWithShape="1">
          <a:blip r:embed="rId9">
            <a:alphaModFix/>
          </a:blip>
          <a:srcRect b="0" l="0" r="0" t="0"/>
          <a:stretch/>
        </p:blipFill>
        <p:spPr>
          <a:xfrm>
            <a:off x="4350929" y="4325450"/>
            <a:ext cx="782185" cy="782185"/>
          </a:xfrm>
          <a:prstGeom prst="rect">
            <a:avLst/>
          </a:prstGeom>
          <a:noFill/>
          <a:ln>
            <a:noFill/>
          </a:ln>
        </p:spPr>
      </p:pic>
      <p:pic>
        <p:nvPicPr>
          <p:cNvPr id="1228" name="Google Shape;1228;p106"/>
          <p:cNvPicPr preferRelativeResize="0"/>
          <p:nvPr/>
        </p:nvPicPr>
        <p:blipFill rotWithShape="1">
          <a:blip r:embed="rId10">
            <a:alphaModFix/>
          </a:blip>
          <a:srcRect b="0" l="0" r="0" t="0"/>
          <a:stretch/>
        </p:blipFill>
        <p:spPr>
          <a:xfrm>
            <a:off x="6166374" y="4325450"/>
            <a:ext cx="782185" cy="782185"/>
          </a:xfrm>
          <a:prstGeom prst="rect">
            <a:avLst/>
          </a:prstGeom>
          <a:noFill/>
          <a:ln>
            <a:noFill/>
          </a:ln>
        </p:spPr>
      </p:pic>
      <p:pic>
        <p:nvPicPr>
          <p:cNvPr id="1229" name="Google Shape;1229;p106"/>
          <p:cNvPicPr preferRelativeResize="0"/>
          <p:nvPr/>
        </p:nvPicPr>
        <p:blipFill rotWithShape="1">
          <a:blip r:embed="rId11">
            <a:alphaModFix/>
          </a:blip>
          <a:srcRect b="0" l="0" r="0" t="0"/>
          <a:stretch/>
        </p:blipFill>
        <p:spPr>
          <a:xfrm>
            <a:off x="764806" y="5215813"/>
            <a:ext cx="782185" cy="782185"/>
          </a:xfrm>
          <a:prstGeom prst="rect">
            <a:avLst/>
          </a:prstGeom>
          <a:noFill/>
          <a:ln>
            <a:noFill/>
          </a:ln>
        </p:spPr>
      </p:pic>
      <p:pic>
        <p:nvPicPr>
          <p:cNvPr id="1230" name="Google Shape;1230;p106"/>
          <p:cNvPicPr preferRelativeResize="0"/>
          <p:nvPr/>
        </p:nvPicPr>
        <p:blipFill rotWithShape="1">
          <a:blip r:embed="rId12">
            <a:alphaModFix/>
          </a:blip>
          <a:srcRect b="0" l="0" r="0" t="0"/>
          <a:stretch/>
        </p:blipFill>
        <p:spPr>
          <a:xfrm>
            <a:off x="2557862" y="5215813"/>
            <a:ext cx="782185" cy="782185"/>
          </a:xfrm>
          <a:prstGeom prst="rect">
            <a:avLst/>
          </a:prstGeom>
          <a:noFill/>
          <a:ln>
            <a:noFill/>
          </a:ln>
        </p:spPr>
      </p:pic>
      <p:pic>
        <p:nvPicPr>
          <p:cNvPr id="1231" name="Google Shape;1231;p106"/>
          <p:cNvPicPr preferRelativeResize="0"/>
          <p:nvPr/>
        </p:nvPicPr>
        <p:blipFill rotWithShape="1">
          <a:blip r:embed="rId13">
            <a:alphaModFix/>
          </a:blip>
          <a:srcRect b="0" l="0" r="0" t="0"/>
          <a:stretch/>
        </p:blipFill>
        <p:spPr>
          <a:xfrm>
            <a:off x="4350929" y="5215813"/>
            <a:ext cx="782185" cy="782185"/>
          </a:xfrm>
          <a:prstGeom prst="rect">
            <a:avLst/>
          </a:prstGeom>
          <a:noFill/>
          <a:ln>
            <a:noFill/>
          </a:ln>
        </p:spPr>
      </p:pic>
      <p:pic>
        <p:nvPicPr>
          <p:cNvPr id="1232" name="Google Shape;1232;p106"/>
          <p:cNvPicPr preferRelativeResize="0"/>
          <p:nvPr/>
        </p:nvPicPr>
        <p:blipFill rotWithShape="1">
          <a:blip r:embed="rId14">
            <a:alphaModFix/>
          </a:blip>
          <a:srcRect b="0" l="0" r="0" t="0"/>
          <a:stretch/>
        </p:blipFill>
        <p:spPr>
          <a:xfrm>
            <a:off x="6166374" y="5215813"/>
            <a:ext cx="782185" cy="78218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6" name="Shape 1236"/>
        <p:cNvGrpSpPr/>
        <p:nvPr/>
      </p:nvGrpSpPr>
      <p:grpSpPr>
        <a:xfrm>
          <a:off x="0" y="0"/>
          <a:ext cx="0" cy="0"/>
          <a:chOff x="0" y="0"/>
          <a:chExt cx="0" cy="0"/>
        </a:xfrm>
      </p:grpSpPr>
      <p:sp>
        <p:nvSpPr>
          <p:cNvPr id="1237" name="Google Shape;1237;p107"/>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238" name="Google Shape;1238;p107"/>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239" name="Google Shape;1239;p107"/>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Usability and Stability</a:t>
            </a:r>
            <a:endParaRPr/>
          </a:p>
        </p:txBody>
      </p:sp>
      <p:sp>
        <p:nvSpPr>
          <p:cNvPr id="1240" name="Google Shape;1240;p107"/>
          <p:cNvSpPr/>
          <p:nvPr/>
        </p:nvSpPr>
        <p:spPr>
          <a:xfrm>
            <a:off x="416329" y="2595333"/>
            <a:ext cx="14529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Describe Query</a:t>
            </a:r>
            <a:endParaRPr sz="1400">
              <a:solidFill>
                <a:srgbClr val="3A3838"/>
              </a:solidFill>
              <a:latin typeface="DM Sans"/>
              <a:ea typeface="DM Sans"/>
              <a:cs typeface="DM Sans"/>
              <a:sym typeface="DM Sans"/>
            </a:endParaRPr>
          </a:p>
        </p:txBody>
      </p:sp>
      <p:sp>
        <p:nvSpPr>
          <p:cNvPr id="1241" name="Google Shape;1241;p107"/>
          <p:cNvSpPr/>
          <p:nvPr/>
        </p:nvSpPr>
        <p:spPr>
          <a:xfrm>
            <a:off x="2157993" y="2595333"/>
            <a:ext cx="15687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Dump Plan</a:t>
            </a:r>
            <a:endParaRPr sz="1400">
              <a:solidFill>
                <a:srgbClr val="3A3838"/>
              </a:solidFill>
              <a:latin typeface="DM Sans"/>
              <a:ea typeface="DM Sans"/>
              <a:cs typeface="DM Sans"/>
              <a:sym typeface="DM Sans"/>
            </a:endParaRPr>
          </a:p>
        </p:txBody>
      </p:sp>
      <p:sp>
        <p:nvSpPr>
          <p:cNvPr id="1242" name="Google Shape;1242;p107"/>
          <p:cNvSpPr/>
          <p:nvPr/>
        </p:nvSpPr>
        <p:spPr>
          <a:xfrm>
            <a:off x="3957610" y="2595333"/>
            <a:ext cx="15687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Explain Formatted</a:t>
            </a:r>
            <a:endParaRPr sz="1400">
              <a:solidFill>
                <a:srgbClr val="3A3838"/>
              </a:solidFill>
              <a:latin typeface="DM Sans"/>
              <a:ea typeface="DM Sans"/>
              <a:cs typeface="DM Sans"/>
              <a:sym typeface="DM Sans"/>
            </a:endParaRPr>
          </a:p>
        </p:txBody>
      </p:sp>
      <p:sp>
        <p:nvSpPr>
          <p:cNvPr id="1243" name="Google Shape;1243;p107"/>
          <p:cNvSpPr/>
          <p:nvPr/>
        </p:nvSpPr>
        <p:spPr>
          <a:xfrm>
            <a:off x="5736065" y="2595333"/>
            <a:ext cx="16428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Test Coverage</a:t>
            </a:r>
            <a:endParaRPr sz="1400">
              <a:solidFill>
                <a:srgbClr val="3A3838"/>
              </a:solidFill>
              <a:latin typeface="DM Sans"/>
              <a:ea typeface="DM Sans"/>
              <a:cs typeface="DM Sans"/>
              <a:sym typeface="DM Sans"/>
            </a:endParaRPr>
          </a:p>
        </p:txBody>
      </p:sp>
      <p:pic>
        <p:nvPicPr>
          <p:cNvPr id="1244" name="Google Shape;1244;p107"/>
          <p:cNvPicPr preferRelativeResize="0"/>
          <p:nvPr/>
        </p:nvPicPr>
        <p:blipFill rotWithShape="1">
          <a:blip r:embed="rId3">
            <a:alphaModFix/>
          </a:blip>
          <a:srcRect b="0" l="0" r="0" t="0"/>
          <a:stretch/>
        </p:blipFill>
        <p:spPr>
          <a:xfrm>
            <a:off x="764806" y="3428995"/>
            <a:ext cx="782185" cy="782185"/>
          </a:xfrm>
          <a:prstGeom prst="rect">
            <a:avLst/>
          </a:prstGeom>
          <a:noFill/>
          <a:ln>
            <a:noFill/>
          </a:ln>
        </p:spPr>
      </p:pic>
      <p:pic>
        <p:nvPicPr>
          <p:cNvPr id="1245" name="Google Shape;1245;p107"/>
          <p:cNvPicPr preferRelativeResize="0"/>
          <p:nvPr/>
        </p:nvPicPr>
        <p:blipFill rotWithShape="1">
          <a:blip r:embed="rId4">
            <a:alphaModFix/>
          </a:blip>
          <a:srcRect b="0" l="0" r="0" t="0"/>
          <a:stretch/>
        </p:blipFill>
        <p:spPr>
          <a:xfrm>
            <a:off x="2569558" y="3428995"/>
            <a:ext cx="782185" cy="782185"/>
          </a:xfrm>
          <a:prstGeom prst="rect">
            <a:avLst/>
          </a:prstGeom>
          <a:noFill/>
          <a:ln>
            <a:noFill/>
          </a:ln>
        </p:spPr>
      </p:pic>
      <p:pic>
        <p:nvPicPr>
          <p:cNvPr id="1246" name="Google Shape;1246;p107"/>
          <p:cNvPicPr preferRelativeResize="0"/>
          <p:nvPr/>
        </p:nvPicPr>
        <p:blipFill rotWithShape="1">
          <a:blip r:embed="rId5">
            <a:alphaModFix/>
          </a:blip>
          <a:srcRect b="0" l="0" r="0" t="0"/>
          <a:stretch/>
        </p:blipFill>
        <p:spPr>
          <a:xfrm>
            <a:off x="4374339" y="3428995"/>
            <a:ext cx="782185" cy="782185"/>
          </a:xfrm>
          <a:prstGeom prst="rect">
            <a:avLst/>
          </a:prstGeom>
          <a:noFill/>
          <a:ln>
            <a:noFill/>
          </a:ln>
        </p:spPr>
      </p:pic>
      <p:pic>
        <p:nvPicPr>
          <p:cNvPr id="1247" name="Google Shape;1247;p107"/>
          <p:cNvPicPr preferRelativeResize="0"/>
          <p:nvPr/>
        </p:nvPicPr>
        <p:blipFill rotWithShape="1">
          <a:blip r:embed="rId6">
            <a:alphaModFix/>
          </a:blip>
          <a:srcRect b="0" l="0" r="0" t="0"/>
          <a:stretch/>
        </p:blipFill>
        <p:spPr>
          <a:xfrm>
            <a:off x="6166373" y="3428995"/>
            <a:ext cx="782185" cy="782185"/>
          </a:xfrm>
          <a:prstGeom prst="rect">
            <a:avLst/>
          </a:prstGeom>
          <a:noFill/>
          <a:ln>
            <a:noFill/>
          </a:ln>
        </p:spPr>
      </p:pic>
      <p:pic>
        <p:nvPicPr>
          <p:cNvPr id="1248" name="Google Shape;1248;p107"/>
          <p:cNvPicPr preferRelativeResize="0"/>
          <p:nvPr/>
        </p:nvPicPr>
        <p:blipFill rotWithShape="1">
          <a:blip r:embed="rId7">
            <a:alphaModFix/>
          </a:blip>
          <a:srcRect b="0" l="0" r="0" t="0"/>
          <a:stretch/>
        </p:blipFill>
        <p:spPr>
          <a:xfrm>
            <a:off x="764806" y="4325450"/>
            <a:ext cx="782185" cy="782185"/>
          </a:xfrm>
          <a:prstGeom prst="rect">
            <a:avLst/>
          </a:prstGeom>
          <a:noFill/>
          <a:ln>
            <a:noFill/>
          </a:ln>
        </p:spPr>
      </p:pic>
      <p:pic>
        <p:nvPicPr>
          <p:cNvPr id="1249" name="Google Shape;1249;p107"/>
          <p:cNvPicPr preferRelativeResize="0"/>
          <p:nvPr/>
        </p:nvPicPr>
        <p:blipFill rotWithShape="1">
          <a:blip r:embed="rId8">
            <a:alphaModFix/>
          </a:blip>
          <a:srcRect b="0" l="0" r="0" t="0"/>
          <a:stretch/>
        </p:blipFill>
        <p:spPr>
          <a:xfrm>
            <a:off x="2569559" y="4325450"/>
            <a:ext cx="782185" cy="782185"/>
          </a:xfrm>
          <a:prstGeom prst="rect">
            <a:avLst/>
          </a:prstGeom>
          <a:noFill/>
          <a:ln>
            <a:noFill/>
          </a:ln>
        </p:spPr>
      </p:pic>
      <p:pic>
        <p:nvPicPr>
          <p:cNvPr id="1250" name="Google Shape;1250;p107"/>
          <p:cNvPicPr preferRelativeResize="0"/>
          <p:nvPr/>
        </p:nvPicPr>
        <p:blipFill rotWithShape="1">
          <a:blip r:embed="rId9">
            <a:alphaModFix/>
          </a:blip>
          <a:srcRect b="0" l="0" r="0" t="0"/>
          <a:stretch/>
        </p:blipFill>
        <p:spPr>
          <a:xfrm>
            <a:off x="4374340" y="4325450"/>
            <a:ext cx="782185" cy="782185"/>
          </a:xfrm>
          <a:prstGeom prst="rect">
            <a:avLst/>
          </a:prstGeom>
          <a:noFill/>
          <a:ln>
            <a:noFill/>
          </a:ln>
        </p:spPr>
      </p:pic>
      <p:pic>
        <p:nvPicPr>
          <p:cNvPr id="1251" name="Google Shape;1251;p107"/>
          <p:cNvPicPr preferRelativeResize="0"/>
          <p:nvPr/>
        </p:nvPicPr>
        <p:blipFill rotWithShape="1">
          <a:blip r:embed="rId10">
            <a:alphaModFix/>
          </a:blip>
          <a:srcRect b="0" l="0" r="0" t="0"/>
          <a:stretch/>
        </p:blipFill>
        <p:spPr>
          <a:xfrm>
            <a:off x="6166374" y="4325450"/>
            <a:ext cx="782185" cy="782185"/>
          </a:xfrm>
          <a:prstGeom prst="rect">
            <a:avLst/>
          </a:prstGeom>
          <a:noFill/>
          <a:ln>
            <a:noFill/>
          </a:ln>
        </p:spPr>
      </p:pic>
      <p:pic>
        <p:nvPicPr>
          <p:cNvPr id="1252" name="Google Shape;1252;p107"/>
          <p:cNvPicPr preferRelativeResize="0"/>
          <p:nvPr/>
        </p:nvPicPr>
        <p:blipFill rotWithShape="1">
          <a:blip r:embed="rId11">
            <a:alphaModFix/>
          </a:blip>
          <a:srcRect b="0" l="0" r="0" t="0"/>
          <a:stretch/>
        </p:blipFill>
        <p:spPr>
          <a:xfrm>
            <a:off x="764806" y="5215813"/>
            <a:ext cx="782185" cy="782185"/>
          </a:xfrm>
          <a:prstGeom prst="rect">
            <a:avLst/>
          </a:prstGeom>
          <a:noFill/>
          <a:ln>
            <a:noFill/>
          </a:ln>
        </p:spPr>
      </p:pic>
      <p:pic>
        <p:nvPicPr>
          <p:cNvPr id="1253" name="Google Shape;1253;p107"/>
          <p:cNvPicPr preferRelativeResize="0"/>
          <p:nvPr/>
        </p:nvPicPr>
        <p:blipFill rotWithShape="1">
          <a:blip r:embed="rId12">
            <a:alphaModFix/>
          </a:blip>
          <a:srcRect b="0" l="0" r="0" t="0"/>
          <a:stretch/>
        </p:blipFill>
        <p:spPr>
          <a:xfrm>
            <a:off x="2569559" y="5215813"/>
            <a:ext cx="782185" cy="782185"/>
          </a:xfrm>
          <a:prstGeom prst="rect">
            <a:avLst/>
          </a:prstGeom>
          <a:noFill/>
          <a:ln>
            <a:noFill/>
          </a:ln>
        </p:spPr>
      </p:pic>
      <p:pic>
        <p:nvPicPr>
          <p:cNvPr id="1254" name="Google Shape;1254;p107"/>
          <p:cNvPicPr preferRelativeResize="0"/>
          <p:nvPr/>
        </p:nvPicPr>
        <p:blipFill rotWithShape="1">
          <a:blip r:embed="rId13">
            <a:alphaModFix/>
          </a:blip>
          <a:srcRect b="0" l="0" r="0" t="0"/>
          <a:stretch/>
        </p:blipFill>
        <p:spPr>
          <a:xfrm>
            <a:off x="4374340" y="5215813"/>
            <a:ext cx="782185" cy="782185"/>
          </a:xfrm>
          <a:prstGeom prst="rect">
            <a:avLst/>
          </a:prstGeom>
          <a:noFill/>
          <a:ln>
            <a:noFill/>
          </a:ln>
        </p:spPr>
      </p:pic>
      <p:pic>
        <p:nvPicPr>
          <p:cNvPr id="1255" name="Google Shape;1255;p107"/>
          <p:cNvPicPr preferRelativeResize="0"/>
          <p:nvPr/>
        </p:nvPicPr>
        <p:blipFill rotWithShape="1">
          <a:blip r:embed="rId14">
            <a:alphaModFix/>
          </a:blip>
          <a:srcRect b="0" l="0" r="0" t="0"/>
          <a:stretch/>
        </p:blipFill>
        <p:spPr>
          <a:xfrm>
            <a:off x="6166374" y="5215813"/>
            <a:ext cx="782185" cy="782185"/>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sp>
        <p:nvSpPr>
          <p:cNvPr id="1260" name="Google Shape;1260;p108"/>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261" name="Google Shape;1261;p108"/>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262" name="Google Shape;1262;p108"/>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Financial Services</a:t>
            </a:r>
            <a:endParaRPr/>
          </a:p>
        </p:txBody>
      </p:sp>
      <p:sp>
        <p:nvSpPr>
          <p:cNvPr id="1263" name="Google Shape;1263;p108"/>
          <p:cNvSpPr/>
          <p:nvPr/>
        </p:nvSpPr>
        <p:spPr>
          <a:xfrm>
            <a:off x="609447"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Credit Analysis</a:t>
            </a:r>
            <a:endParaRPr sz="1400">
              <a:solidFill>
                <a:srgbClr val="3A3838"/>
              </a:solidFill>
              <a:latin typeface="DM Sans"/>
              <a:ea typeface="DM Sans"/>
              <a:cs typeface="DM Sans"/>
              <a:sym typeface="DM Sans"/>
            </a:endParaRPr>
          </a:p>
        </p:txBody>
      </p:sp>
      <p:sp>
        <p:nvSpPr>
          <p:cNvPr id="1264" name="Google Shape;1264;p108"/>
          <p:cNvSpPr/>
          <p:nvPr/>
        </p:nvSpPr>
        <p:spPr>
          <a:xfrm>
            <a:off x="240913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Customer Analysis</a:t>
            </a:r>
            <a:endParaRPr sz="1400">
              <a:solidFill>
                <a:srgbClr val="3A3838"/>
              </a:solidFill>
              <a:latin typeface="DM Sans"/>
              <a:ea typeface="DM Sans"/>
              <a:cs typeface="DM Sans"/>
              <a:sym typeface="DM Sans"/>
            </a:endParaRPr>
          </a:p>
        </p:txBody>
      </p:sp>
      <p:sp>
        <p:nvSpPr>
          <p:cNvPr id="1265" name="Google Shape;1265;p108"/>
          <p:cNvSpPr/>
          <p:nvPr/>
        </p:nvSpPr>
        <p:spPr>
          <a:xfrm>
            <a:off x="4203382" y="2595333"/>
            <a:ext cx="10773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Financial Modeling</a:t>
            </a:r>
            <a:endParaRPr sz="1400">
              <a:solidFill>
                <a:srgbClr val="3A3838"/>
              </a:solidFill>
              <a:latin typeface="DM Sans"/>
              <a:ea typeface="DM Sans"/>
              <a:cs typeface="DM Sans"/>
              <a:sym typeface="DM Sans"/>
            </a:endParaRPr>
          </a:p>
        </p:txBody>
      </p:sp>
      <p:sp>
        <p:nvSpPr>
          <p:cNvPr id="1266" name="Google Shape;1266;p108"/>
          <p:cNvSpPr/>
          <p:nvPr/>
        </p:nvSpPr>
        <p:spPr>
          <a:xfrm>
            <a:off x="6024225" y="2595333"/>
            <a:ext cx="1066500" cy="230400"/>
          </a:xfrm>
          <a:prstGeom prst="rect">
            <a:avLst/>
          </a:prstGeom>
          <a:noFill/>
          <a:ln>
            <a:noFill/>
          </a:ln>
        </p:spPr>
        <p:txBody>
          <a:bodyPr anchorCtr="0" anchor="t" bIns="60925" lIns="0" spcFirstLastPara="1" rIns="0" wrap="square" tIns="60925">
            <a:noAutofit/>
          </a:bodyPr>
          <a:lstStyle/>
          <a:p>
            <a:pPr indent="0" lvl="0" marL="0" rtl="0" algn="ctr">
              <a:spcBef>
                <a:spcPts val="0"/>
              </a:spcBef>
              <a:spcAft>
                <a:spcPts val="0"/>
              </a:spcAft>
              <a:buClr>
                <a:srgbClr val="3A3838"/>
              </a:buClr>
              <a:buSzPts val="1400"/>
              <a:buFont typeface="Barlow"/>
              <a:buNone/>
            </a:pPr>
            <a:r>
              <a:rPr lang="en" sz="1400">
                <a:solidFill>
                  <a:srgbClr val="3A3838"/>
                </a:solidFill>
                <a:latin typeface="Barlow"/>
                <a:ea typeface="Barlow"/>
                <a:cs typeface="Barlow"/>
                <a:sym typeface="Barlow"/>
              </a:rPr>
              <a:t>Financial Services</a:t>
            </a:r>
            <a:endParaRPr sz="1400">
              <a:solidFill>
                <a:srgbClr val="3A3838"/>
              </a:solidFill>
              <a:latin typeface="DM Sans"/>
              <a:ea typeface="DM Sans"/>
              <a:cs typeface="DM Sans"/>
              <a:sym typeface="DM Sans"/>
            </a:endParaRPr>
          </a:p>
        </p:txBody>
      </p:sp>
      <p:pic>
        <p:nvPicPr>
          <p:cNvPr id="1267" name="Google Shape;1267;p108"/>
          <p:cNvPicPr preferRelativeResize="0"/>
          <p:nvPr/>
        </p:nvPicPr>
        <p:blipFill rotWithShape="1">
          <a:blip r:embed="rId3">
            <a:alphaModFix/>
          </a:blip>
          <a:srcRect b="0" l="0" r="0" t="0"/>
          <a:stretch/>
        </p:blipFill>
        <p:spPr>
          <a:xfrm>
            <a:off x="764806" y="3429015"/>
            <a:ext cx="747009" cy="747007"/>
          </a:xfrm>
          <a:prstGeom prst="rect">
            <a:avLst/>
          </a:prstGeom>
          <a:noFill/>
          <a:ln>
            <a:noFill/>
          </a:ln>
        </p:spPr>
      </p:pic>
      <p:pic>
        <p:nvPicPr>
          <p:cNvPr id="1268" name="Google Shape;1268;p108"/>
          <p:cNvPicPr preferRelativeResize="0"/>
          <p:nvPr/>
        </p:nvPicPr>
        <p:blipFill rotWithShape="1">
          <a:blip r:embed="rId4">
            <a:alphaModFix/>
          </a:blip>
          <a:srcRect b="0" l="0" r="0" t="0"/>
          <a:stretch/>
        </p:blipFill>
        <p:spPr>
          <a:xfrm>
            <a:off x="2568895" y="3429015"/>
            <a:ext cx="747009" cy="747007"/>
          </a:xfrm>
          <a:prstGeom prst="rect">
            <a:avLst/>
          </a:prstGeom>
          <a:noFill/>
          <a:ln>
            <a:noFill/>
          </a:ln>
        </p:spPr>
      </p:pic>
      <p:pic>
        <p:nvPicPr>
          <p:cNvPr id="1269" name="Google Shape;1269;p108"/>
          <p:cNvPicPr preferRelativeResize="0"/>
          <p:nvPr/>
        </p:nvPicPr>
        <p:blipFill rotWithShape="1">
          <a:blip r:embed="rId5">
            <a:alphaModFix/>
          </a:blip>
          <a:srcRect b="0" l="0" r="0" t="0"/>
          <a:stretch/>
        </p:blipFill>
        <p:spPr>
          <a:xfrm>
            <a:off x="4372984" y="3429015"/>
            <a:ext cx="747009" cy="747007"/>
          </a:xfrm>
          <a:prstGeom prst="rect">
            <a:avLst/>
          </a:prstGeom>
          <a:noFill/>
          <a:ln>
            <a:noFill/>
          </a:ln>
        </p:spPr>
      </p:pic>
      <p:pic>
        <p:nvPicPr>
          <p:cNvPr id="1270" name="Google Shape;1270;p108"/>
          <p:cNvPicPr preferRelativeResize="0"/>
          <p:nvPr/>
        </p:nvPicPr>
        <p:blipFill rotWithShape="1">
          <a:blip r:embed="rId6">
            <a:alphaModFix/>
          </a:blip>
          <a:srcRect b="0" l="0" r="0" t="0"/>
          <a:stretch/>
        </p:blipFill>
        <p:spPr>
          <a:xfrm>
            <a:off x="6177041" y="3429015"/>
            <a:ext cx="747009" cy="747007"/>
          </a:xfrm>
          <a:prstGeom prst="rect">
            <a:avLst/>
          </a:prstGeom>
          <a:noFill/>
          <a:ln>
            <a:noFill/>
          </a:ln>
        </p:spPr>
      </p:pic>
      <p:pic>
        <p:nvPicPr>
          <p:cNvPr id="1271" name="Google Shape;1271;p108"/>
          <p:cNvPicPr preferRelativeResize="0"/>
          <p:nvPr/>
        </p:nvPicPr>
        <p:blipFill rotWithShape="1">
          <a:blip r:embed="rId7">
            <a:alphaModFix/>
          </a:blip>
          <a:srcRect b="0" l="0" r="0" t="0"/>
          <a:stretch/>
        </p:blipFill>
        <p:spPr>
          <a:xfrm>
            <a:off x="7981097" y="3429015"/>
            <a:ext cx="747009" cy="747007"/>
          </a:xfrm>
          <a:prstGeom prst="rect">
            <a:avLst/>
          </a:prstGeom>
          <a:noFill/>
          <a:ln>
            <a:noFill/>
          </a:ln>
        </p:spPr>
      </p:pic>
      <p:pic>
        <p:nvPicPr>
          <p:cNvPr id="1272" name="Google Shape;1272;p108"/>
          <p:cNvPicPr preferRelativeResize="0"/>
          <p:nvPr/>
        </p:nvPicPr>
        <p:blipFill rotWithShape="1">
          <a:blip r:embed="rId8">
            <a:alphaModFix/>
          </a:blip>
          <a:srcRect b="0" l="0" r="0" t="0"/>
          <a:stretch/>
        </p:blipFill>
        <p:spPr>
          <a:xfrm>
            <a:off x="9785186" y="3429015"/>
            <a:ext cx="747009" cy="747007"/>
          </a:xfrm>
          <a:prstGeom prst="rect">
            <a:avLst/>
          </a:prstGeom>
          <a:noFill/>
          <a:ln>
            <a:noFill/>
          </a:ln>
        </p:spPr>
      </p:pic>
      <p:pic>
        <p:nvPicPr>
          <p:cNvPr id="1273" name="Google Shape;1273;p108"/>
          <p:cNvPicPr preferRelativeResize="0"/>
          <p:nvPr/>
        </p:nvPicPr>
        <p:blipFill rotWithShape="1">
          <a:blip r:embed="rId9">
            <a:alphaModFix/>
          </a:blip>
          <a:srcRect b="0" l="0" r="0" t="0"/>
          <a:stretch/>
        </p:blipFill>
        <p:spPr>
          <a:xfrm>
            <a:off x="764806" y="4292841"/>
            <a:ext cx="747009" cy="747007"/>
          </a:xfrm>
          <a:prstGeom prst="rect">
            <a:avLst/>
          </a:prstGeom>
          <a:noFill/>
          <a:ln>
            <a:noFill/>
          </a:ln>
        </p:spPr>
      </p:pic>
      <p:pic>
        <p:nvPicPr>
          <p:cNvPr id="1274" name="Google Shape;1274;p108"/>
          <p:cNvPicPr preferRelativeResize="0"/>
          <p:nvPr/>
        </p:nvPicPr>
        <p:blipFill rotWithShape="1">
          <a:blip r:embed="rId10">
            <a:alphaModFix/>
          </a:blip>
          <a:srcRect b="0" l="0" r="0" t="0"/>
          <a:stretch/>
        </p:blipFill>
        <p:spPr>
          <a:xfrm>
            <a:off x="2568895" y="4292841"/>
            <a:ext cx="747009" cy="747007"/>
          </a:xfrm>
          <a:prstGeom prst="rect">
            <a:avLst/>
          </a:prstGeom>
          <a:noFill/>
          <a:ln>
            <a:noFill/>
          </a:ln>
        </p:spPr>
      </p:pic>
      <p:pic>
        <p:nvPicPr>
          <p:cNvPr id="1275" name="Google Shape;1275;p108"/>
          <p:cNvPicPr preferRelativeResize="0"/>
          <p:nvPr/>
        </p:nvPicPr>
        <p:blipFill rotWithShape="1">
          <a:blip r:embed="rId11">
            <a:alphaModFix/>
          </a:blip>
          <a:srcRect b="0" l="0" r="0" t="0"/>
          <a:stretch/>
        </p:blipFill>
        <p:spPr>
          <a:xfrm>
            <a:off x="4372984" y="4292841"/>
            <a:ext cx="747009" cy="747007"/>
          </a:xfrm>
          <a:prstGeom prst="rect">
            <a:avLst/>
          </a:prstGeom>
          <a:noFill/>
          <a:ln>
            <a:noFill/>
          </a:ln>
        </p:spPr>
      </p:pic>
      <p:pic>
        <p:nvPicPr>
          <p:cNvPr id="1276" name="Google Shape;1276;p108"/>
          <p:cNvPicPr preferRelativeResize="0"/>
          <p:nvPr/>
        </p:nvPicPr>
        <p:blipFill rotWithShape="1">
          <a:blip r:embed="rId12">
            <a:alphaModFix/>
          </a:blip>
          <a:srcRect b="0" l="0" r="0" t="0"/>
          <a:stretch/>
        </p:blipFill>
        <p:spPr>
          <a:xfrm>
            <a:off x="6177041" y="4292841"/>
            <a:ext cx="747009" cy="747007"/>
          </a:xfrm>
          <a:prstGeom prst="rect">
            <a:avLst/>
          </a:prstGeom>
          <a:noFill/>
          <a:ln>
            <a:noFill/>
          </a:ln>
        </p:spPr>
      </p:pic>
      <p:pic>
        <p:nvPicPr>
          <p:cNvPr id="1277" name="Google Shape;1277;p108"/>
          <p:cNvPicPr preferRelativeResize="0"/>
          <p:nvPr/>
        </p:nvPicPr>
        <p:blipFill rotWithShape="1">
          <a:blip r:embed="rId13">
            <a:alphaModFix/>
          </a:blip>
          <a:srcRect b="0" l="0" r="0" t="0"/>
          <a:stretch/>
        </p:blipFill>
        <p:spPr>
          <a:xfrm>
            <a:off x="7981097" y="4292841"/>
            <a:ext cx="747009" cy="747007"/>
          </a:xfrm>
          <a:prstGeom prst="rect">
            <a:avLst/>
          </a:prstGeom>
          <a:noFill/>
          <a:ln>
            <a:noFill/>
          </a:ln>
        </p:spPr>
      </p:pic>
      <p:pic>
        <p:nvPicPr>
          <p:cNvPr id="1278" name="Google Shape;1278;p108"/>
          <p:cNvPicPr preferRelativeResize="0"/>
          <p:nvPr/>
        </p:nvPicPr>
        <p:blipFill rotWithShape="1">
          <a:blip r:embed="rId14">
            <a:alphaModFix/>
          </a:blip>
          <a:srcRect b="0" l="0" r="0" t="0"/>
          <a:stretch/>
        </p:blipFill>
        <p:spPr>
          <a:xfrm>
            <a:off x="9785186" y="4292841"/>
            <a:ext cx="747009" cy="747007"/>
          </a:xfrm>
          <a:prstGeom prst="rect">
            <a:avLst/>
          </a:prstGeom>
          <a:noFill/>
          <a:ln>
            <a:noFill/>
          </a:ln>
        </p:spPr>
      </p:pic>
      <p:pic>
        <p:nvPicPr>
          <p:cNvPr id="1279" name="Google Shape;1279;p108"/>
          <p:cNvPicPr preferRelativeResize="0"/>
          <p:nvPr/>
        </p:nvPicPr>
        <p:blipFill rotWithShape="1">
          <a:blip r:embed="rId15">
            <a:alphaModFix/>
          </a:blip>
          <a:srcRect b="0" l="0" r="0" t="0"/>
          <a:stretch/>
        </p:blipFill>
        <p:spPr>
          <a:xfrm>
            <a:off x="764806" y="5157337"/>
            <a:ext cx="747009" cy="747007"/>
          </a:xfrm>
          <a:prstGeom prst="rect">
            <a:avLst/>
          </a:prstGeom>
          <a:noFill/>
          <a:ln>
            <a:noFill/>
          </a:ln>
        </p:spPr>
      </p:pic>
      <p:pic>
        <p:nvPicPr>
          <p:cNvPr id="1280" name="Google Shape;1280;p108"/>
          <p:cNvPicPr preferRelativeResize="0"/>
          <p:nvPr/>
        </p:nvPicPr>
        <p:blipFill rotWithShape="1">
          <a:blip r:embed="rId16">
            <a:alphaModFix/>
          </a:blip>
          <a:srcRect b="0" l="0" r="0" t="0"/>
          <a:stretch/>
        </p:blipFill>
        <p:spPr>
          <a:xfrm>
            <a:off x="2568895" y="5157337"/>
            <a:ext cx="747009" cy="747007"/>
          </a:xfrm>
          <a:prstGeom prst="rect">
            <a:avLst/>
          </a:prstGeom>
          <a:noFill/>
          <a:ln>
            <a:noFill/>
          </a:ln>
        </p:spPr>
      </p:pic>
      <p:pic>
        <p:nvPicPr>
          <p:cNvPr id="1281" name="Google Shape;1281;p108"/>
          <p:cNvPicPr preferRelativeResize="0"/>
          <p:nvPr/>
        </p:nvPicPr>
        <p:blipFill rotWithShape="1">
          <a:blip r:embed="rId17">
            <a:alphaModFix/>
          </a:blip>
          <a:srcRect b="0" l="0" r="0" t="0"/>
          <a:stretch/>
        </p:blipFill>
        <p:spPr>
          <a:xfrm>
            <a:off x="4372984" y="5157337"/>
            <a:ext cx="747009" cy="747007"/>
          </a:xfrm>
          <a:prstGeom prst="rect">
            <a:avLst/>
          </a:prstGeom>
          <a:noFill/>
          <a:ln>
            <a:noFill/>
          </a:ln>
        </p:spPr>
      </p:pic>
      <p:pic>
        <p:nvPicPr>
          <p:cNvPr id="1282" name="Google Shape;1282;p108"/>
          <p:cNvPicPr preferRelativeResize="0"/>
          <p:nvPr/>
        </p:nvPicPr>
        <p:blipFill rotWithShape="1">
          <a:blip r:embed="rId18">
            <a:alphaModFix/>
          </a:blip>
          <a:srcRect b="0" l="0" r="0" t="0"/>
          <a:stretch/>
        </p:blipFill>
        <p:spPr>
          <a:xfrm>
            <a:off x="6177041" y="5157337"/>
            <a:ext cx="747009" cy="747007"/>
          </a:xfrm>
          <a:prstGeom prst="rect">
            <a:avLst/>
          </a:prstGeom>
          <a:noFill/>
          <a:ln>
            <a:noFill/>
          </a:ln>
        </p:spPr>
      </p:pic>
      <p:pic>
        <p:nvPicPr>
          <p:cNvPr id="1283" name="Google Shape;1283;p108"/>
          <p:cNvPicPr preferRelativeResize="0"/>
          <p:nvPr/>
        </p:nvPicPr>
        <p:blipFill rotWithShape="1">
          <a:blip r:embed="rId19">
            <a:alphaModFix/>
          </a:blip>
          <a:srcRect b="0" l="0" r="0" t="0"/>
          <a:stretch/>
        </p:blipFill>
        <p:spPr>
          <a:xfrm>
            <a:off x="7981097" y="5157337"/>
            <a:ext cx="747009" cy="747007"/>
          </a:xfrm>
          <a:prstGeom prst="rect">
            <a:avLst/>
          </a:prstGeom>
          <a:noFill/>
          <a:ln>
            <a:noFill/>
          </a:ln>
        </p:spPr>
      </p:pic>
      <p:pic>
        <p:nvPicPr>
          <p:cNvPr id="1284" name="Google Shape;1284;p108"/>
          <p:cNvPicPr preferRelativeResize="0"/>
          <p:nvPr/>
        </p:nvPicPr>
        <p:blipFill rotWithShape="1">
          <a:blip r:embed="rId20">
            <a:alphaModFix/>
          </a:blip>
          <a:srcRect b="0" l="0" r="0" t="0"/>
          <a:stretch/>
        </p:blipFill>
        <p:spPr>
          <a:xfrm>
            <a:off x="9785186" y="5157337"/>
            <a:ext cx="747009" cy="747007"/>
          </a:xfrm>
          <a:prstGeom prst="rect">
            <a:avLst/>
          </a:prstGeom>
          <a:noFill/>
          <a:ln>
            <a:noFill/>
          </a:ln>
        </p:spPr>
      </p:pic>
      <p:sp>
        <p:nvSpPr>
          <p:cNvPr id="1285" name="Google Shape;1285;p108"/>
          <p:cNvSpPr/>
          <p:nvPr/>
        </p:nvSpPr>
        <p:spPr>
          <a:xfrm>
            <a:off x="7808046"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Marketing Analysis</a:t>
            </a:r>
            <a:endParaRPr sz="1400">
              <a:solidFill>
                <a:srgbClr val="3A3838"/>
              </a:solidFill>
              <a:latin typeface="DM Sans"/>
              <a:ea typeface="DM Sans"/>
              <a:cs typeface="DM Sans"/>
              <a:sym typeface="DM Sans"/>
            </a:endParaRPr>
          </a:p>
        </p:txBody>
      </p:sp>
      <p:sp>
        <p:nvSpPr>
          <p:cNvPr id="1286" name="Google Shape;1286;p108"/>
          <p:cNvSpPr/>
          <p:nvPr/>
        </p:nvSpPr>
        <p:spPr>
          <a:xfrm>
            <a:off x="9591866"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Risk/Fraud Detection</a:t>
            </a:r>
            <a:endParaRPr i="0" sz="1100" u="none" cap="none" strike="noStrike">
              <a:solidFill>
                <a:srgbClr val="3A3838"/>
              </a:solidFill>
              <a:latin typeface="DM Sans"/>
              <a:ea typeface="DM Sans"/>
              <a:cs typeface="DM Sans"/>
              <a:sym typeface="DM Sans"/>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0" name="Shape 1290"/>
        <p:cNvGrpSpPr/>
        <p:nvPr/>
      </p:nvGrpSpPr>
      <p:grpSpPr>
        <a:xfrm>
          <a:off x="0" y="0"/>
          <a:ext cx="0" cy="0"/>
          <a:chOff x="0" y="0"/>
          <a:chExt cx="0" cy="0"/>
        </a:xfrm>
      </p:grpSpPr>
      <p:sp>
        <p:nvSpPr>
          <p:cNvPr id="1291" name="Google Shape;1291;p109"/>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292" name="Google Shape;1292;p109"/>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293" name="Google Shape;1293;p109"/>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Healthcare and Life Sciences</a:t>
            </a:r>
            <a:endParaRPr/>
          </a:p>
        </p:txBody>
      </p:sp>
      <p:sp>
        <p:nvSpPr>
          <p:cNvPr id="1294" name="Google Shape;1294;p109"/>
          <p:cNvSpPr/>
          <p:nvPr/>
        </p:nvSpPr>
        <p:spPr>
          <a:xfrm>
            <a:off x="609447"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Clinical Data</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1295" name="Google Shape;1295;p109"/>
          <p:cNvSpPr/>
          <p:nvPr/>
        </p:nvSpPr>
        <p:spPr>
          <a:xfrm>
            <a:off x="240913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Genomics</a:t>
            </a:r>
            <a:endParaRPr sz="1400">
              <a:solidFill>
                <a:srgbClr val="3A3838"/>
              </a:solidFill>
              <a:latin typeface="DM Sans"/>
              <a:ea typeface="DM Sans"/>
              <a:cs typeface="DM Sans"/>
              <a:sym typeface="DM Sans"/>
            </a:endParaRPr>
          </a:p>
        </p:txBody>
      </p:sp>
      <p:sp>
        <p:nvSpPr>
          <p:cNvPr id="1296" name="Google Shape;1296;p109"/>
          <p:cNvSpPr/>
          <p:nvPr/>
        </p:nvSpPr>
        <p:spPr>
          <a:xfrm>
            <a:off x="4203382" y="2595333"/>
            <a:ext cx="10773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Healthcare</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1297" name="Google Shape;1297;p109"/>
          <p:cNvSpPr/>
          <p:nvPr/>
        </p:nvSpPr>
        <p:spPr>
          <a:xfrm>
            <a:off x="6024225" y="2595333"/>
            <a:ext cx="1066500" cy="230400"/>
          </a:xfrm>
          <a:prstGeom prst="rect">
            <a:avLst/>
          </a:prstGeom>
          <a:noFill/>
          <a:ln>
            <a:noFill/>
          </a:ln>
        </p:spPr>
        <p:txBody>
          <a:bodyPr anchorCtr="0" anchor="t" bIns="60925" lIns="0" spcFirstLastPara="1" rIns="0" wrap="square" tIns="60925">
            <a:noAutofit/>
          </a:bodyPr>
          <a:lstStyle/>
          <a:p>
            <a:pPr indent="0" lvl="0" marL="0" rtl="0" algn="ctr">
              <a:spcBef>
                <a:spcPts val="0"/>
              </a:spcBef>
              <a:spcAft>
                <a:spcPts val="0"/>
              </a:spcAft>
              <a:buNone/>
            </a:pPr>
            <a:r>
              <a:rPr lang="en" sz="1400">
                <a:solidFill>
                  <a:srgbClr val="3A3838"/>
                </a:solidFill>
                <a:latin typeface="Barlow"/>
                <a:ea typeface="Barlow"/>
                <a:cs typeface="Barlow"/>
                <a:sym typeface="Barlow"/>
              </a:rPr>
              <a:t>Medical Imaging</a:t>
            </a:r>
            <a:endParaRPr sz="1400">
              <a:solidFill>
                <a:srgbClr val="3A3838"/>
              </a:solidFill>
              <a:latin typeface="Barlow"/>
              <a:ea typeface="Barlow"/>
              <a:cs typeface="Barlow"/>
              <a:sym typeface="Barlow"/>
            </a:endParaRPr>
          </a:p>
          <a:p>
            <a:pPr indent="0" lvl="0" marL="0" rtl="0" algn="ctr">
              <a:spcBef>
                <a:spcPts val="0"/>
              </a:spcBef>
              <a:spcAft>
                <a:spcPts val="0"/>
              </a:spcAft>
              <a:buNone/>
            </a:pPr>
            <a:r>
              <a:t/>
            </a:r>
            <a:endParaRPr sz="1400">
              <a:solidFill>
                <a:srgbClr val="3A3838"/>
              </a:solidFill>
              <a:latin typeface="Barlow"/>
              <a:ea typeface="Barlow"/>
              <a:cs typeface="Barlow"/>
              <a:sym typeface="Barlow"/>
            </a:endParaRPr>
          </a:p>
          <a:p>
            <a:pPr indent="0" lvl="0" marL="0" rtl="0" algn="ctr">
              <a:spcBef>
                <a:spcPts val="0"/>
              </a:spcBef>
              <a:spcAft>
                <a:spcPts val="0"/>
              </a:spcAft>
              <a:buClr>
                <a:srgbClr val="3A3838"/>
              </a:buClr>
              <a:buSzPts val="1400"/>
              <a:buFont typeface="Barlow"/>
              <a:buNone/>
            </a:pPr>
            <a:r>
              <a:t/>
            </a:r>
            <a:endParaRPr sz="1400">
              <a:solidFill>
                <a:srgbClr val="3A3838"/>
              </a:solidFill>
              <a:latin typeface="Barlow"/>
              <a:ea typeface="Barlow"/>
              <a:cs typeface="Barlow"/>
              <a:sym typeface="Barlow"/>
            </a:endParaRPr>
          </a:p>
        </p:txBody>
      </p:sp>
      <p:sp>
        <p:nvSpPr>
          <p:cNvPr id="1298" name="Google Shape;1298;p109"/>
          <p:cNvSpPr/>
          <p:nvPr/>
        </p:nvSpPr>
        <p:spPr>
          <a:xfrm>
            <a:off x="7808046"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Medical IoT</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1299" name="Google Shape;1299;p109"/>
          <p:cNvSpPr/>
          <p:nvPr/>
        </p:nvSpPr>
        <p:spPr>
          <a:xfrm>
            <a:off x="9591866"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Social Medicine</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pic>
        <p:nvPicPr>
          <p:cNvPr id="1300" name="Google Shape;1300;p109"/>
          <p:cNvPicPr preferRelativeResize="0"/>
          <p:nvPr/>
        </p:nvPicPr>
        <p:blipFill rotWithShape="1">
          <a:blip r:embed="rId3">
            <a:alphaModFix/>
          </a:blip>
          <a:srcRect b="0" l="0" r="0" t="0"/>
          <a:stretch/>
        </p:blipFill>
        <p:spPr>
          <a:xfrm>
            <a:off x="764812" y="3429005"/>
            <a:ext cx="748172" cy="748168"/>
          </a:xfrm>
          <a:prstGeom prst="rect">
            <a:avLst/>
          </a:prstGeom>
          <a:noFill/>
          <a:ln>
            <a:noFill/>
          </a:ln>
        </p:spPr>
      </p:pic>
      <p:pic>
        <p:nvPicPr>
          <p:cNvPr id="1301" name="Google Shape;1301;p109"/>
          <p:cNvPicPr preferRelativeResize="0"/>
          <p:nvPr/>
        </p:nvPicPr>
        <p:blipFill rotWithShape="1">
          <a:blip r:embed="rId4">
            <a:alphaModFix/>
          </a:blip>
          <a:srcRect b="0" l="0" r="0" t="0"/>
          <a:stretch/>
        </p:blipFill>
        <p:spPr>
          <a:xfrm>
            <a:off x="2565425" y="3429005"/>
            <a:ext cx="748172" cy="748168"/>
          </a:xfrm>
          <a:prstGeom prst="rect">
            <a:avLst/>
          </a:prstGeom>
          <a:noFill/>
          <a:ln>
            <a:noFill/>
          </a:ln>
        </p:spPr>
      </p:pic>
      <p:pic>
        <p:nvPicPr>
          <p:cNvPr id="1302" name="Google Shape;1302;p109"/>
          <p:cNvPicPr preferRelativeResize="0"/>
          <p:nvPr/>
        </p:nvPicPr>
        <p:blipFill rotWithShape="1">
          <a:blip r:embed="rId5">
            <a:alphaModFix/>
          </a:blip>
          <a:srcRect b="0" l="0" r="0" t="0"/>
          <a:stretch/>
        </p:blipFill>
        <p:spPr>
          <a:xfrm>
            <a:off x="4366031" y="3429005"/>
            <a:ext cx="748171" cy="748168"/>
          </a:xfrm>
          <a:prstGeom prst="rect">
            <a:avLst/>
          </a:prstGeom>
          <a:noFill/>
          <a:ln>
            <a:noFill/>
          </a:ln>
        </p:spPr>
      </p:pic>
      <p:pic>
        <p:nvPicPr>
          <p:cNvPr id="1303" name="Google Shape;1303;p109"/>
          <p:cNvPicPr preferRelativeResize="0"/>
          <p:nvPr/>
        </p:nvPicPr>
        <p:blipFill rotWithShape="1">
          <a:blip r:embed="rId6">
            <a:alphaModFix/>
          </a:blip>
          <a:srcRect b="0" l="0" r="0" t="0"/>
          <a:stretch/>
        </p:blipFill>
        <p:spPr>
          <a:xfrm>
            <a:off x="6146826" y="3429005"/>
            <a:ext cx="748172" cy="748168"/>
          </a:xfrm>
          <a:prstGeom prst="rect">
            <a:avLst/>
          </a:prstGeom>
          <a:noFill/>
          <a:ln>
            <a:noFill/>
          </a:ln>
        </p:spPr>
      </p:pic>
      <p:pic>
        <p:nvPicPr>
          <p:cNvPr id="1304" name="Google Shape;1304;p109"/>
          <p:cNvPicPr preferRelativeResize="0"/>
          <p:nvPr/>
        </p:nvPicPr>
        <p:blipFill rotWithShape="1">
          <a:blip r:embed="rId7">
            <a:alphaModFix/>
          </a:blip>
          <a:srcRect b="0" l="0" r="0" t="0"/>
          <a:stretch/>
        </p:blipFill>
        <p:spPr>
          <a:xfrm>
            <a:off x="7967227" y="3429005"/>
            <a:ext cx="748171" cy="748168"/>
          </a:xfrm>
          <a:prstGeom prst="rect">
            <a:avLst/>
          </a:prstGeom>
          <a:noFill/>
          <a:ln>
            <a:noFill/>
          </a:ln>
        </p:spPr>
      </p:pic>
      <p:pic>
        <p:nvPicPr>
          <p:cNvPr id="1305" name="Google Shape;1305;p109"/>
          <p:cNvPicPr preferRelativeResize="0"/>
          <p:nvPr/>
        </p:nvPicPr>
        <p:blipFill rotWithShape="1">
          <a:blip r:embed="rId8">
            <a:alphaModFix/>
          </a:blip>
          <a:srcRect b="0" l="0" r="0" t="0"/>
          <a:stretch/>
        </p:blipFill>
        <p:spPr>
          <a:xfrm>
            <a:off x="9787629" y="3429005"/>
            <a:ext cx="748171" cy="748168"/>
          </a:xfrm>
          <a:prstGeom prst="rect">
            <a:avLst/>
          </a:prstGeom>
          <a:noFill/>
          <a:ln>
            <a:noFill/>
          </a:ln>
        </p:spPr>
      </p:pic>
      <p:pic>
        <p:nvPicPr>
          <p:cNvPr id="1306" name="Google Shape;1306;p109"/>
          <p:cNvPicPr preferRelativeResize="0"/>
          <p:nvPr/>
        </p:nvPicPr>
        <p:blipFill rotWithShape="1">
          <a:blip r:embed="rId9">
            <a:alphaModFix/>
          </a:blip>
          <a:srcRect b="0" l="0" r="0" t="0"/>
          <a:stretch/>
        </p:blipFill>
        <p:spPr>
          <a:xfrm>
            <a:off x="764812" y="4294176"/>
            <a:ext cx="748172" cy="748168"/>
          </a:xfrm>
          <a:prstGeom prst="rect">
            <a:avLst/>
          </a:prstGeom>
          <a:noFill/>
          <a:ln>
            <a:noFill/>
          </a:ln>
        </p:spPr>
      </p:pic>
      <p:pic>
        <p:nvPicPr>
          <p:cNvPr id="1307" name="Google Shape;1307;p109"/>
          <p:cNvPicPr preferRelativeResize="0"/>
          <p:nvPr/>
        </p:nvPicPr>
        <p:blipFill rotWithShape="1">
          <a:blip r:embed="rId10">
            <a:alphaModFix/>
          </a:blip>
          <a:srcRect b="0" l="0" r="0" t="0"/>
          <a:stretch/>
        </p:blipFill>
        <p:spPr>
          <a:xfrm>
            <a:off x="2565425" y="4294176"/>
            <a:ext cx="748172" cy="748168"/>
          </a:xfrm>
          <a:prstGeom prst="rect">
            <a:avLst/>
          </a:prstGeom>
          <a:noFill/>
          <a:ln>
            <a:noFill/>
          </a:ln>
        </p:spPr>
      </p:pic>
      <p:pic>
        <p:nvPicPr>
          <p:cNvPr id="1308" name="Google Shape;1308;p109"/>
          <p:cNvPicPr preferRelativeResize="0"/>
          <p:nvPr/>
        </p:nvPicPr>
        <p:blipFill rotWithShape="1">
          <a:blip r:embed="rId11">
            <a:alphaModFix/>
          </a:blip>
          <a:srcRect b="0" l="0" r="0" t="0"/>
          <a:stretch/>
        </p:blipFill>
        <p:spPr>
          <a:xfrm>
            <a:off x="4366031" y="4294176"/>
            <a:ext cx="748171" cy="748168"/>
          </a:xfrm>
          <a:prstGeom prst="rect">
            <a:avLst/>
          </a:prstGeom>
          <a:noFill/>
          <a:ln>
            <a:noFill/>
          </a:ln>
        </p:spPr>
      </p:pic>
      <p:pic>
        <p:nvPicPr>
          <p:cNvPr id="1309" name="Google Shape;1309;p109"/>
          <p:cNvPicPr preferRelativeResize="0"/>
          <p:nvPr/>
        </p:nvPicPr>
        <p:blipFill rotWithShape="1">
          <a:blip r:embed="rId12">
            <a:alphaModFix/>
          </a:blip>
          <a:srcRect b="0" l="0" r="0" t="0"/>
          <a:stretch/>
        </p:blipFill>
        <p:spPr>
          <a:xfrm>
            <a:off x="6146826" y="4294176"/>
            <a:ext cx="748172" cy="748168"/>
          </a:xfrm>
          <a:prstGeom prst="rect">
            <a:avLst/>
          </a:prstGeom>
          <a:noFill/>
          <a:ln>
            <a:noFill/>
          </a:ln>
        </p:spPr>
      </p:pic>
      <p:pic>
        <p:nvPicPr>
          <p:cNvPr id="1310" name="Google Shape;1310;p109"/>
          <p:cNvPicPr preferRelativeResize="0"/>
          <p:nvPr/>
        </p:nvPicPr>
        <p:blipFill rotWithShape="1">
          <a:blip r:embed="rId13">
            <a:alphaModFix/>
          </a:blip>
          <a:srcRect b="0" l="0" r="0" t="0"/>
          <a:stretch/>
        </p:blipFill>
        <p:spPr>
          <a:xfrm>
            <a:off x="7967227" y="4294176"/>
            <a:ext cx="748171" cy="748168"/>
          </a:xfrm>
          <a:prstGeom prst="rect">
            <a:avLst/>
          </a:prstGeom>
          <a:noFill/>
          <a:ln>
            <a:noFill/>
          </a:ln>
        </p:spPr>
      </p:pic>
      <p:pic>
        <p:nvPicPr>
          <p:cNvPr id="1311" name="Google Shape;1311;p109"/>
          <p:cNvPicPr preferRelativeResize="0"/>
          <p:nvPr/>
        </p:nvPicPr>
        <p:blipFill rotWithShape="1">
          <a:blip r:embed="rId14">
            <a:alphaModFix/>
          </a:blip>
          <a:srcRect b="0" l="0" r="0" t="0"/>
          <a:stretch/>
        </p:blipFill>
        <p:spPr>
          <a:xfrm>
            <a:off x="9787629" y="4294176"/>
            <a:ext cx="748171" cy="748168"/>
          </a:xfrm>
          <a:prstGeom prst="rect">
            <a:avLst/>
          </a:prstGeom>
          <a:noFill/>
          <a:ln>
            <a:noFill/>
          </a:ln>
        </p:spPr>
      </p:pic>
      <p:pic>
        <p:nvPicPr>
          <p:cNvPr id="1312" name="Google Shape;1312;p109"/>
          <p:cNvPicPr preferRelativeResize="0"/>
          <p:nvPr/>
        </p:nvPicPr>
        <p:blipFill rotWithShape="1">
          <a:blip r:embed="rId15">
            <a:alphaModFix/>
          </a:blip>
          <a:srcRect b="0" l="0" r="0" t="0"/>
          <a:stretch/>
        </p:blipFill>
        <p:spPr>
          <a:xfrm>
            <a:off x="764812" y="5164740"/>
            <a:ext cx="748172" cy="748168"/>
          </a:xfrm>
          <a:prstGeom prst="rect">
            <a:avLst/>
          </a:prstGeom>
          <a:noFill/>
          <a:ln>
            <a:noFill/>
          </a:ln>
        </p:spPr>
      </p:pic>
      <p:pic>
        <p:nvPicPr>
          <p:cNvPr id="1313" name="Google Shape;1313;p109"/>
          <p:cNvPicPr preferRelativeResize="0"/>
          <p:nvPr/>
        </p:nvPicPr>
        <p:blipFill rotWithShape="1">
          <a:blip r:embed="rId16">
            <a:alphaModFix/>
          </a:blip>
          <a:srcRect b="0" l="0" r="0" t="0"/>
          <a:stretch/>
        </p:blipFill>
        <p:spPr>
          <a:xfrm>
            <a:off x="2565425" y="5164740"/>
            <a:ext cx="748172" cy="748168"/>
          </a:xfrm>
          <a:prstGeom prst="rect">
            <a:avLst/>
          </a:prstGeom>
          <a:noFill/>
          <a:ln>
            <a:noFill/>
          </a:ln>
        </p:spPr>
      </p:pic>
      <p:pic>
        <p:nvPicPr>
          <p:cNvPr id="1314" name="Google Shape;1314;p109"/>
          <p:cNvPicPr preferRelativeResize="0"/>
          <p:nvPr/>
        </p:nvPicPr>
        <p:blipFill rotWithShape="1">
          <a:blip r:embed="rId17">
            <a:alphaModFix/>
          </a:blip>
          <a:srcRect b="0" l="0" r="0" t="0"/>
          <a:stretch/>
        </p:blipFill>
        <p:spPr>
          <a:xfrm>
            <a:off x="4366031" y="5164740"/>
            <a:ext cx="748171" cy="748168"/>
          </a:xfrm>
          <a:prstGeom prst="rect">
            <a:avLst/>
          </a:prstGeom>
          <a:noFill/>
          <a:ln>
            <a:noFill/>
          </a:ln>
        </p:spPr>
      </p:pic>
      <p:pic>
        <p:nvPicPr>
          <p:cNvPr id="1315" name="Google Shape;1315;p109"/>
          <p:cNvPicPr preferRelativeResize="0"/>
          <p:nvPr/>
        </p:nvPicPr>
        <p:blipFill rotWithShape="1">
          <a:blip r:embed="rId18">
            <a:alphaModFix/>
          </a:blip>
          <a:srcRect b="0" l="0" r="0" t="0"/>
          <a:stretch/>
        </p:blipFill>
        <p:spPr>
          <a:xfrm>
            <a:off x="6146826" y="5164740"/>
            <a:ext cx="748172" cy="748168"/>
          </a:xfrm>
          <a:prstGeom prst="rect">
            <a:avLst/>
          </a:prstGeom>
          <a:noFill/>
          <a:ln>
            <a:noFill/>
          </a:ln>
        </p:spPr>
      </p:pic>
      <p:pic>
        <p:nvPicPr>
          <p:cNvPr id="1316" name="Google Shape;1316;p109"/>
          <p:cNvPicPr preferRelativeResize="0"/>
          <p:nvPr/>
        </p:nvPicPr>
        <p:blipFill rotWithShape="1">
          <a:blip r:embed="rId19">
            <a:alphaModFix/>
          </a:blip>
          <a:srcRect b="0" l="0" r="0" t="0"/>
          <a:stretch/>
        </p:blipFill>
        <p:spPr>
          <a:xfrm>
            <a:off x="7967227" y="5164740"/>
            <a:ext cx="748171" cy="748168"/>
          </a:xfrm>
          <a:prstGeom prst="rect">
            <a:avLst/>
          </a:prstGeom>
          <a:noFill/>
          <a:ln>
            <a:noFill/>
          </a:ln>
        </p:spPr>
      </p:pic>
      <p:pic>
        <p:nvPicPr>
          <p:cNvPr id="1317" name="Google Shape;1317;p109"/>
          <p:cNvPicPr preferRelativeResize="0"/>
          <p:nvPr/>
        </p:nvPicPr>
        <p:blipFill rotWithShape="1">
          <a:blip r:embed="rId20">
            <a:alphaModFix/>
          </a:blip>
          <a:srcRect b="0" l="0" r="0" t="0"/>
          <a:stretch/>
        </p:blipFill>
        <p:spPr>
          <a:xfrm>
            <a:off x="9787629" y="5164740"/>
            <a:ext cx="748171" cy="748168"/>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1" name="Shape 1321"/>
        <p:cNvGrpSpPr/>
        <p:nvPr/>
      </p:nvGrpSpPr>
      <p:grpSpPr>
        <a:xfrm>
          <a:off x="0" y="0"/>
          <a:ext cx="0" cy="0"/>
          <a:chOff x="0" y="0"/>
          <a:chExt cx="0" cy="0"/>
        </a:xfrm>
      </p:grpSpPr>
      <p:sp>
        <p:nvSpPr>
          <p:cNvPr id="1322" name="Google Shape;1322;p110"/>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323" name="Google Shape;1323;p110"/>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324" name="Google Shape;1324;p110"/>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Media and Entertainment</a:t>
            </a:r>
            <a:endParaRPr/>
          </a:p>
        </p:txBody>
      </p:sp>
      <p:sp>
        <p:nvSpPr>
          <p:cNvPr id="1325" name="Google Shape;1325;p110"/>
          <p:cNvSpPr/>
          <p:nvPr/>
        </p:nvSpPr>
        <p:spPr>
          <a:xfrm>
            <a:off x="496076" y="2595333"/>
            <a:ext cx="12933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Personalization</a:t>
            </a:r>
            <a:endParaRPr sz="1400">
              <a:solidFill>
                <a:srgbClr val="3A3838"/>
              </a:solidFill>
              <a:latin typeface="DM Sans"/>
              <a:ea typeface="DM Sans"/>
              <a:cs typeface="DM Sans"/>
              <a:sym typeface="DM Sans"/>
            </a:endParaRPr>
          </a:p>
        </p:txBody>
      </p:sp>
      <p:sp>
        <p:nvSpPr>
          <p:cNvPr id="1326" name="Google Shape;1326;p110"/>
          <p:cNvSpPr/>
          <p:nvPr/>
        </p:nvSpPr>
        <p:spPr>
          <a:xfrm>
            <a:off x="240913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Churn Prevention</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1327" name="Google Shape;1327;p110"/>
          <p:cNvSpPr/>
          <p:nvPr/>
        </p:nvSpPr>
        <p:spPr>
          <a:xfrm>
            <a:off x="4010663" y="2595333"/>
            <a:ext cx="14628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Media Entertainment</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1328" name="Google Shape;1328;p110"/>
          <p:cNvSpPr/>
          <p:nvPr/>
        </p:nvSpPr>
        <p:spPr>
          <a:xfrm>
            <a:off x="6024225" y="2595333"/>
            <a:ext cx="1066500" cy="230400"/>
          </a:xfrm>
          <a:prstGeom prst="rect">
            <a:avLst/>
          </a:prstGeom>
          <a:noFill/>
          <a:ln>
            <a:noFill/>
          </a:ln>
        </p:spPr>
        <p:txBody>
          <a:bodyPr anchorCtr="0" anchor="t" bIns="60925" lIns="0" spcFirstLastPara="1" rIns="0" wrap="square" tIns="60925">
            <a:noAutofit/>
          </a:bodyPr>
          <a:lstStyle/>
          <a:p>
            <a:pPr indent="0" lvl="0" marL="0" rtl="0" algn="ctr">
              <a:spcBef>
                <a:spcPts val="0"/>
              </a:spcBef>
              <a:spcAft>
                <a:spcPts val="0"/>
              </a:spcAft>
              <a:buNone/>
            </a:pPr>
            <a:r>
              <a:rPr lang="en" sz="1400">
                <a:solidFill>
                  <a:srgbClr val="3A3838"/>
                </a:solidFill>
                <a:latin typeface="Barlow"/>
                <a:ea typeface="Barlow"/>
                <a:cs typeface="Barlow"/>
                <a:sym typeface="Barlow"/>
              </a:rPr>
              <a:t>Predictive Analytics</a:t>
            </a:r>
            <a:endParaRPr sz="1400">
              <a:solidFill>
                <a:srgbClr val="3A3838"/>
              </a:solidFill>
              <a:latin typeface="Barlow"/>
              <a:ea typeface="Barlow"/>
              <a:cs typeface="Barlow"/>
              <a:sym typeface="Barlow"/>
            </a:endParaRPr>
          </a:p>
          <a:p>
            <a:pPr indent="0" lvl="0" marL="0" rtl="0" algn="ctr">
              <a:spcBef>
                <a:spcPts val="0"/>
              </a:spcBef>
              <a:spcAft>
                <a:spcPts val="0"/>
              </a:spcAft>
              <a:buNone/>
            </a:pPr>
            <a:r>
              <a:t/>
            </a:r>
            <a:endParaRPr sz="1400">
              <a:solidFill>
                <a:srgbClr val="3A3838"/>
              </a:solidFill>
              <a:latin typeface="Barlow"/>
              <a:ea typeface="Barlow"/>
              <a:cs typeface="Barlow"/>
              <a:sym typeface="Barlow"/>
            </a:endParaRPr>
          </a:p>
          <a:p>
            <a:pPr indent="0" lvl="0" marL="0" rtl="0" algn="ctr">
              <a:spcBef>
                <a:spcPts val="0"/>
              </a:spcBef>
              <a:spcAft>
                <a:spcPts val="0"/>
              </a:spcAft>
              <a:buClr>
                <a:srgbClr val="3A3838"/>
              </a:buClr>
              <a:buSzPts val="1400"/>
              <a:buFont typeface="Barlow"/>
              <a:buNone/>
            </a:pPr>
            <a:r>
              <a:t/>
            </a:r>
            <a:endParaRPr sz="1400">
              <a:solidFill>
                <a:srgbClr val="3A3838"/>
              </a:solidFill>
              <a:latin typeface="Barlow"/>
              <a:ea typeface="Barlow"/>
              <a:cs typeface="Barlow"/>
              <a:sym typeface="Barlow"/>
            </a:endParaRPr>
          </a:p>
        </p:txBody>
      </p:sp>
      <p:sp>
        <p:nvSpPr>
          <p:cNvPr id="1329" name="Google Shape;1329;p110"/>
          <p:cNvSpPr/>
          <p:nvPr/>
        </p:nvSpPr>
        <p:spPr>
          <a:xfrm>
            <a:off x="7443471" y="2595333"/>
            <a:ext cx="1795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Recommendations</a:t>
            </a:r>
            <a:endParaRPr sz="1400">
              <a:solidFill>
                <a:srgbClr val="3A3838"/>
              </a:solidFill>
              <a:latin typeface="DM Sans"/>
              <a:ea typeface="DM Sans"/>
              <a:cs typeface="DM Sans"/>
              <a:sym typeface="DM Sans"/>
            </a:endParaRPr>
          </a:p>
        </p:txBody>
      </p:sp>
      <p:sp>
        <p:nvSpPr>
          <p:cNvPr id="1330" name="Google Shape;1330;p110"/>
          <p:cNvSpPr/>
          <p:nvPr/>
        </p:nvSpPr>
        <p:spPr>
          <a:xfrm>
            <a:off x="9591866"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Sentiment Analytics</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pic>
        <p:nvPicPr>
          <p:cNvPr id="1331" name="Google Shape;1331;p110"/>
          <p:cNvPicPr preferRelativeResize="0"/>
          <p:nvPr/>
        </p:nvPicPr>
        <p:blipFill rotWithShape="1">
          <a:blip r:embed="rId3">
            <a:alphaModFix/>
          </a:blip>
          <a:srcRect b="0" l="0" r="0" t="0"/>
          <a:stretch/>
        </p:blipFill>
        <p:spPr>
          <a:xfrm>
            <a:off x="764812" y="3429002"/>
            <a:ext cx="740916" cy="740916"/>
          </a:xfrm>
          <a:prstGeom prst="rect">
            <a:avLst/>
          </a:prstGeom>
          <a:noFill/>
          <a:ln>
            <a:noFill/>
          </a:ln>
        </p:spPr>
      </p:pic>
      <p:pic>
        <p:nvPicPr>
          <p:cNvPr id="1332" name="Google Shape;1332;p110"/>
          <p:cNvPicPr preferRelativeResize="0"/>
          <p:nvPr/>
        </p:nvPicPr>
        <p:blipFill rotWithShape="1">
          <a:blip r:embed="rId4">
            <a:alphaModFix/>
          </a:blip>
          <a:srcRect b="0" l="0" r="0" t="0"/>
          <a:stretch/>
        </p:blipFill>
        <p:spPr>
          <a:xfrm>
            <a:off x="2569584" y="3429002"/>
            <a:ext cx="740916" cy="740916"/>
          </a:xfrm>
          <a:prstGeom prst="rect">
            <a:avLst/>
          </a:prstGeom>
          <a:noFill/>
          <a:ln>
            <a:noFill/>
          </a:ln>
        </p:spPr>
      </p:pic>
      <p:pic>
        <p:nvPicPr>
          <p:cNvPr id="1333" name="Google Shape;1333;p110"/>
          <p:cNvPicPr preferRelativeResize="0"/>
          <p:nvPr/>
        </p:nvPicPr>
        <p:blipFill rotWithShape="1">
          <a:blip r:embed="rId5">
            <a:alphaModFix/>
          </a:blip>
          <a:srcRect b="0" l="0" r="0" t="0"/>
          <a:stretch/>
        </p:blipFill>
        <p:spPr>
          <a:xfrm>
            <a:off x="4374355" y="3429002"/>
            <a:ext cx="740916" cy="740916"/>
          </a:xfrm>
          <a:prstGeom prst="rect">
            <a:avLst/>
          </a:prstGeom>
          <a:noFill/>
          <a:ln>
            <a:noFill/>
          </a:ln>
        </p:spPr>
      </p:pic>
      <p:pic>
        <p:nvPicPr>
          <p:cNvPr id="1334" name="Google Shape;1334;p110"/>
          <p:cNvPicPr preferRelativeResize="0"/>
          <p:nvPr/>
        </p:nvPicPr>
        <p:blipFill rotWithShape="1">
          <a:blip r:embed="rId6">
            <a:alphaModFix/>
          </a:blip>
          <a:srcRect b="0" l="0" r="0" t="0"/>
          <a:stretch/>
        </p:blipFill>
        <p:spPr>
          <a:xfrm>
            <a:off x="6161848" y="3429002"/>
            <a:ext cx="740916" cy="740916"/>
          </a:xfrm>
          <a:prstGeom prst="rect">
            <a:avLst/>
          </a:prstGeom>
          <a:noFill/>
          <a:ln>
            <a:noFill/>
          </a:ln>
        </p:spPr>
      </p:pic>
      <p:pic>
        <p:nvPicPr>
          <p:cNvPr id="1335" name="Google Shape;1335;p110"/>
          <p:cNvPicPr preferRelativeResize="0"/>
          <p:nvPr/>
        </p:nvPicPr>
        <p:blipFill rotWithShape="1">
          <a:blip r:embed="rId7">
            <a:alphaModFix/>
          </a:blip>
          <a:srcRect b="0" l="0" r="0" t="0"/>
          <a:stretch/>
        </p:blipFill>
        <p:spPr>
          <a:xfrm>
            <a:off x="7970851" y="3429002"/>
            <a:ext cx="740916" cy="740916"/>
          </a:xfrm>
          <a:prstGeom prst="rect">
            <a:avLst/>
          </a:prstGeom>
          <a:noFill/>
          <a:ln>
            <a:noFill/>
          </a:ln>
        </p:spPr>
      </p:pic>
      <p:pic>
        <p:nvPicPr>
          <p:cNvPr id="1336" name="Google Shape;1336;p110"/>
          <p:cNvPicPr preferRelativeResize="0"/>
          <p:nvPr/>
        </p:nvPicPr>
        <p:blipFill rotWithShape="1">
          <a:blip r:embed="rId8">
            <a:alphaModFix/>
          </a:blip>
          <a:srcRect b="0" l="0" r="0" t="0"/>
          <a:stretch/>
        </p:blipFill>
        <p:spPr>
          <a:xfrm>
            <a:off x="9779822" y="3429002"/>
            <a:ext cx="740916" cy="740916"/>
          </a:xfrm>
          <a:prstGeom prst="rect">
            <a:avLst/>
          </a:prstGeom>
          <a:noFill/>
          <a:ln>
            <a:noFill/>
          </a:ln>
        </p:spPr>
      </p:pic>
      <p:pic>
        <p:nvPicPr>
          <p:cNvPr id="1337" name="Google Shape;1337;p110"/>
          <p:cNvPicPr preferRelativeResize="0"/>
          <p:nvPr/>
        </p:nvPicPr>
        <p:blipFill rotWithShape="1">
          <a:blip r:embed="rId9">
            <a:alphaModFix/>
          </a:blip>
          <a:srcRect b="0" l="0" r="0" t="0"/>
          <a:stretch/>
        </p:blipFill>
        <p:spPr>
          <a:xfrm>
            <a:off x="764812" y="4364655"/>
            <a:ext cx="740916" cy="740916"/>
          </a:xfrm>
          <a:prstGeom prst="rect">
            <a:avLst/>
          </a:prstGeom>
          <a:noFill/>
          <a:ln>
            <a:noFill/>
          </a:ln>
        </p:spPr>
      </p:pic>
      <p:pic>
        <p:nvPicPr>
          <p:cNvPr id="1338" name="Google Shape;1338;p110"/>
          <p:cNvPicPr preferRelativeResize="0"/>
          <p:nvPr/>
        </p:nvPicPr>
        <p:blipFill rotWithShape="1">
          <a:blip r:embed="rId10">
            <a:alphaModFix/>
          </a:blip>
          <a:srcRect b="0" l="0" r="0" t="0"/>
          <a:stretch/>
        </p:blipFill>
        <p:spPr>
          <a:xfrm>
            <a:off x="2569584" y="4364655"/>
            <a:ext cx="740916" cy="740916"/>
          </a:xfrm>
          <a:prstGeom prst="rect">
            <a:avLst/>
          </a:prstGeom>
          <a:noFill/>
          <a:ln>
            <a:noFill/>
          </a:ln>
        </p:spPr>
      </p:pic>
      <p:pic>
        <p:nvPicPr>
          <p:cNvPr id="1339" name="Google Shape;1339;p110"/>
          <p:cNvPicPr preferRelativeResize="0"/>
          <p:nvPr/>
        </p:nvPicPr>
        <p:blipFill rotWithShape="1">
          <a:blip r:embed="rId11">
            <a:alphaModFix/>
          </a:blip>
          <a:srcRect b="0" l="0" r="0" t="0"/>
          <a:stretch/>
        </p:blipFill>
        <p:spPr>
          <a:xfrm>
            <a:off x="4374355" y="4364655"/>
            <a:ext cx="740916" cy="740916"/>
          </a:xfrm>
          <a:prstGeom prst="rect">
            <a:avLst/>
          </a:prstGeom>
          <a:noFill/>
          <a:ln>
            <a:noFill/>
          </a:ln>
        </p:spPr>
      </p:pic>
      <p:pic>
        <p:nvPicPr>
          <p:cNvPr id="1340" name="Google Shape;1340;p110"/>
          <p:cNvPicPr preferRelativeResize="0"/>
          <p:nvPr/>
        </p:nvPicPr>
        <p:blipFill rotWithShape="1">
          <a:blip r:embed="rId12">
            <a:alphaModFix/>
          </a:blip>
          <a:srcRect b="0" l="0" r="0" t="0"/>
          <a:stretch/>
        </p:blipFill>
        <p:spPr>
          <a:xfrm>
            <a:off x="6161848" y="4364655"/>
            <a:ext cx="740916" cy="740916"/>
          </a:xfrm>
          <a:prstGeom prst="rect">
            <a:avLst/>
          </a:prstGeom>
          <a:noFill/>
          <a:ln>
            <a:noFill/>
          </a:ln>
        </p:spPr>
      </p:pic>
      <p:pic>
        <p:nvPicPr>
          <p:cNvPr id="1341" name="Google Shape;1341;p110"/>
          <p:cNvPicPr preferRelativeResize="0"/>
          <p:nvPr/>
        </p:nvPicPr>
        <p:blipFill rotWithShape="1">
          <a:blip r:embed="rId13">
            <a:alphaModFix/>
          </a:blip>
          <a:srcRect b="0" l="0" r="0" t="0"/>
          <a:stretch/>
        </p:blipFill>
        <p:spPr>
          <a:xfrm>
            <a:off x="7970851" y="4364655"/>
            <a:ext cx="740916" cy="740916"/>
          </a:xfrm>
          <a:prstGeom prst="rect">
            <a:avLst/>
          </a:prstGeom>
          <a:noFill/>
          <a:ln>
            <a:noFill/>
          </a:ln>
        </p:spPr>
      </p:pic>
      <p:pic>
        <p:nvPicPr>
          <p:cNvPr id="1342" name="Google Shape;1342;p110"/>
          <p:cNvPicPr preferRelativeResize="0"/>
          <p:nvPr/>
        </p:nvPicPr>
        <p:blipFill rotWithShape="1">
          <a:blip r:embed="rId14">
            <a:alphaModFix/>
          </a:blip>
          <a:srcRect b="0" l="0" r="0" t="0"/>
          <a:stretch/>
        </p:blipFill>
        <p:spPr>
          <a:xfrm>
            <a:off x="9779822" y="4364655"/>
            <a:ext cx="740916" cy="740916"/>
          </a:xfrm>
          <a:prstGeom prst="rect">
            <a:avLst/>
          </a:prstGeom>
          <a:noFill/>
          <a:ln>
            <a:noFill/>
          </a:ln>
        </p:spPr>
      </p:pic>
      <p:pic>
        <p:nvPicPr>
          <p:cNvPr id="1343" name="Google Shape;1343;p110"/>
          <p:cNvPicPr preferRelativeResize="0"/>
          <p:nvPr/>
        </p:nvPicPr>
        <p:blipFill rotWithShape="1">
          <a:blip r:embed="rId15">
            <a:alphaModFix/>
          </a:blip>
          <a:srcRect b="0" l="0" r="0" t="0"/>
          <a:stretch/>
        </p:blipFill>
        <p:spPr>
          <a:xfrm>
            <a:off x="764812" y="5292259"/>
            <a:ext cx="740916" cy="740916"/>
          </a:xfrm>
          <a:prstGeom prst="rect">
            <a:avLst/>
          </a:prstGeom>
          <a:noFill/>
          <a:ln>
            <a:noFill/>
          </a:ln>
        </p:spPr>
      </p:pic>
      <p:pic>
        <p:nvPicPr>
          <p:cNvPr id="1344" name="Google Shape;1344;p110"/>
          <p:cNvPicPr preferRelativeResize="0"/>
          <p:nvPr/>
        </p:nvPicPr>
        <p:blipFill rotWithShape="1">
          <a:blip r:embed="rId16">
            <a:alphaModFix/>
          </a:blip>
          <a:srcRect b="0" l="0" r="0" t="0"/>
          <a:stretch/>
        </p:blipFill>
        <p:spPr>
          <a:xfrm>
            <a:off x="2569584" y="5292259"/>
            <a:ext cx="740916" cy="740916"/>
          </a:xfrm>
          <a:prstGeom prst="rect">
            <a:avLst/>
          </a:prstGeom>
          <a:noFill/>
          <a:ln>
            <a:noFill/>
          </a:ln>
        </p:spPr>
      </p:pic>
      <p:pic>
        <p:nvPicPr>
          <p:cNvPr id="1345" name="Google Shape;1345;p110"/>
          <p:cNvPicPr preferRelativeResize="0"/>
          <p:nvPr/>
        </p:nvPicPr>
        <p:blipFill rotWithShape="1">
          <a:blip r:embed="rId17">
            <a:alphaModFix/>
          </a:blip>
          <a:srcRect b="0" l="0" r="0" t="0"/>
          <a:stretch/>
        </p:blipFill>
        <p:spPr>
          <a:xfrm>
            <a:off x="4374355" y="5292259"/>
            <a:ext cx="740916" cy="740916"/>
          </a:xfrm>
          <a:prstGeom prst="rect">
            <a:avLst/>
          </a:prstGeom>
          <a:noFill/>
          <a:ln>
            <a:noFill/>
          </a:ln>
        </p:spPr>
      </p:pic>
      <p:pic>
        <p:nvPicPr>
          <p:cNvPr id="1346" name="Google Shape;1346;p110"/>
          <p:cNvPicPr preferRelativeResize="0"/>
          <p:nvPr/>
        </p:nvPicPr>
        <p:blipFill rotWithShape="1">
          <a:blip r:embed="rId18">
            <a:alphaModFix/>
          </a:blip>
          <a:srcRect b="0" l="0" r="0" t="0"/>
          <a:stretch/>
        </p:blipFill>
        <p:spPr>
          <a:xfrm>
            <a:off x="6161848" y="5292259"/>
            <a:ext cx="740916" cy="740916"/>
          </a:xfrm>
          <a:prstGeom prst="rect">
            <a:avLst/>
          </a:prstGeom>
          <a:noFill/>
          <a:ln>
            <a:noFill/>
          </a:ln>
        </p:spPr>
      </p:pic>
      <p:pic>
        <p:nvPicPr>
          <p:cNvPr id="1347" name="Google Shape;1347;p110"/>
          <p:cNvPicPr preferRelativeResize="0"/>
          <p:nvPr/>
        </p:nvPicPr>
        <p:blipFill rotWithShape="1">
          <a:blip r:embed="rId19">
            <a:alphaModFix/>
          </a:blip>
          <a:srcRect b="0" l="0" r="0" t="0"/>
          <a:stretch/>
        </p:blipFill>
        <p:spPr>
          <a:xfrm>
            <a:off x="7970851" y="5292259"/>
            <a:ext cx="740916" cy="740916"/>
          </a:xfrm>
          <a:prstGeom prst="rect">
            <a:avLst/>
          </a:prstGeom>
          <a:noFill/>
          <a:ln>
            <a:noFill/>
          </a:ln>
        </p:spPr>
      </p:pic>
      <p:pic>
        <p:nvPicPr>
          <p:cNvPr id="1348" name="Google Shape;1348;p110"/>
          <p:cNvPicPr preferRelativeResize="0"/>
          <p:nvPr/>
        </p:nvPicPr>
        <p:blipFill rotWithShape="1">
          <a:blip r:embed="rId20">
            <a:alphaModFix/>
          </a:blip>
          <a:srcRect b="0" l="0" r="0" t="0"/>
          <a:stretch/>
        </p:blipFill>
        <p:spPr>
          <a:xfrm>
            <a:off x="9779822" y="5292259"/>
            <a:ext cx="740916" cy="740916"/>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2" name="Shape 1352"/>
        <p:cNvGrpSpPr/>
        <p:nvPr/>
      </p:nvGrpSpPr>
      <p:grpSpPr>
        <a:xfrm>
          <a:off x="0" y="0"/>
          <a:ext cx="0" cy="0"/>
          <a:chOff x="0" y="0"/>
          <a:chExt cx="0" cy="0"/>
        </a:xfrm>
      </p:grpSpPr>
      <p:sp>
        <p:nvSpPr>
          <p:cNvPr id="1353" name="Google Shape;1353;p111"/>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354" name="Google Shape;1354;p111"/>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355" name="Google Shape;1355;p111"/>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Retail / CPG</a:t>
            </a:r>
            <a:endParaRPr/>
          </a:p>
        </p:txBody>
      </p:sp>
      <p:sp>
        <p:nvSpPr>
          <p:cNvPr id="1356" name="Google Shape;1356;p111"/>
          <p:cNvSpPr/>
          <p:nvPr/>
        </p:nvSpPr>
        <p:spPr>
          <a:xfrm>
            <a:off x="496076" y="2595333"/>
            <a:ext cx="12933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Data Driven Inventory</a:t>
            </a:r>
            <a:endParaRPr sz="1400">
              <a:solidFill>
                <a:srgbClr val="3A3838"/>
              </a:solidFill>
              <a:latin typeface="DM Sans"/>
              <a:ea typeface="DM Sans"/>
              <a:cs typeface="DM Sans"/>
              <a:sym typeface="DM Sans"/>
            </a:endParaRPr>
          </a:p>
        </p:txBody>
      </p:sp>
      <p:sp>
        <p:nvSpPr>
          <p:cNvPr id="1357" name="Google Shape;1357;p111"/>
          <p:cNvSpPr/>
          <p:nvPr/>
        </p:nvSpPr>
        <p:spPr>
          <a:xfrm>
            <a:off x="240913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Direct to Consumer</a:t>
            </a:r>
            <a:endParaRPr sz="1400">
              <a:solidFill>
                <a:srgbClr val="3A3838"/>
              </a:solidFill>
              <a:latin typeface="DM Sans"/>
              <a:ea typeface="DM Sans"/>
              <a:cs typeface="DM Sans"/>
              <a:sym typeface="DM Sans"/>
            </a:endParaRPr>
          </a:p>
        </p:txBody>
      </p:sp>
      <p:sp>
        <p:nvSpPr>
          <p:cNvPr id="1358" name="Google Shape;1358;p111"/>
          <p:cNvSpPr/>
          <p:nvPr/>
        </p:nvSpPr>
        <p:spPr>
          <a:xfrm>
            <a:off x="4010663" y="2595333"/>
            <a:ext cx="14628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Personalized Offers</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1359" name="Google Shape;1359;p111"/>
          <p:cNvSpPr/>
          <p:nvPr/>
        </p:nvSpPr>
        <p:spPr>
          <a:xfrm>
            <a:off x="6024225" y="2595333"/>
            <a:ext cx="1066500" cy="230400"/>
          </a:xfrm>
          <a:prstGeom prst="rect">
            <a:avLst/>
          </a:prstGeom>
          <a:noFill/>
          <a:ln>
            <a:noFill/>
          </a:ln>
        </p:spPr>
        <p:txBody>
          <a:bodyPr anchorCtr="0" anchor="t" bIns="60925" lIns="0" spcFirstLastPara="1" rIns="0" wrap="square" tIns="60925">
            <a:noAutofit/>
          </a:bodyPr>
          <a:lstStyle/>
          <a:p>
            <a:pPr indent="0" lvl="0" marL="0" rtl="0" algn="ctr">
              <a:spcBef>
                <a:spcPts val="0"/>
              </a:spcBef>
              <a:spcAft>
                <a:spcPts val="0"/>
              </a:spcAft>
              <a:buNone/>
            </a:pPr>
            <a:r>
              <a:rPr lang="en" sz="1400">
                <a:solidFill>
                  <a:srgbClr val="3A3838"/>
                </a:solidFill>
                <a:latin typeface="Barlow"/>
                <a:ea typeface="Barlow"/>
                <a:cs typeface="Barlow"/>
                <a:sym typeface="Barlow"/>
              </a:rPr>
              <a:t>Real-time Pricing</a:t>
            </a:r>
            <a:endParaRPr sz="1400">
              <a:solidFill>
                <a:srgbClr val="3A3838"/>
              </a:solidFill>
              <a:latin typeface="Barlow"/>
              <a:ea typeface="Barlow"/>
              <a:cs typeface="Barlow"/>
              <a:sym typeface="Barlow"/>
            </a:endParaRPr>
          </a:p>
          <a:p>
            <a:pPr indent="0" lvl="0" marL="0" rtl="0" algn="l">
              <a:spcBef>
                <a:spcPts val="0"/>
              </a:spcBef>
              <a:spcAft>
                <a:spcPts val="0"/>
              </a:spcAft>
              <a:buClr>
                <a:srgbClr val="3A3838"/>
              </a:buClr>
              <a:buSzPts val="1400"/>
              <a:buFont typeface="Barlow"/>
              <a:buNone/>
            </a:pPr>
            <a:r>
              <a:t/>
            </a:r>
            <a:endParaRPr sz="1400">
              <a:solidFill>
                <a:srgbClr val="3A3838"/>
              </a:solidFill>
              <a:latin typeface="Barlow"/>
              <a:ea typeface="Barlow"/>
              <a:cs typeface="Barlow"/>
              <a:sym typeface="Barlow"/>
            </a:endParaRPr>
          </a:p>
        </p:txBody>
      </p:sp>
      <p:sp>
        <p:nvSpPr>
          <p:cNvPr id="1360" name="Google Shape;1360;p111"/>
          <p:cNvSpPr/>
          <p:nvPr/>
        </p:nvSpPr>
        <p:spPr>
          <a:xfrm>
            <a:off x="7443471" y="2595333"/>
            <a:ext cx="1795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Retail CPG</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1361" name="Google Shape;1361;p111"/>
          <p:cNvSpPr/>
          <p:nvPr/>
        </p:nvSpPr>
        <p:spPr>
          <a:xfrm>
            <a:off x="9591866"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Store Design</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pic>
        <p:nvPicPr>
          <p:cNvPr id="1362" name="Google Shape;1362;p111"/>
          <p:cNvPicPr preferRelativeResize="0"/>
          <p:nvPr/>
        </p:nvPicPr>
        <p:blipFill rotWithShape="1">
          <a:blip r:embed="rId3">
            <a:alphaModFix/>
          </a:blip>
          <a:srcRect b="0" l="0" r="0" t="0"/>
          <a:stretch/>
        </p:blipFill>
        <p:spPr>
          <a:xfrm>
            <a:off x="764804" y="3429000"/>
            <a:ext cx="741742" cy="741736"/>
          </a:xfrm>
          <a:prstGeom prst="rect">
            <a:avLst/>
          </a:prstGeom>
          <a:noFill/>
          <a:ln>
            <a:noFill/>
          </a:ln>
        </p:spPr>
      </p:pic>
      <p:pic>
        <p:nvPicPr>
          <p:cNvPr id="1363" name="Google Shape;1363;p111"/>
          <p:cNvPicPr preferRelativeResize="0"/>
          <p:nvPr/>
        </p:nvPicPr>
        <p:blipFill rotWithShape="1">
          <a:blip r:embed="rId4">
            <a:alphaModFix/>
          </a:blip>
          <a:srcRect b="0" l="0" r="0" t="0"/>
          <a:stretch/>
        </p:blipFill>
        <p:spPr>
          <a:xfrm>
            <a:off x="2566188" y="3429000"/>
            <a:ext cx="741742" cy="741736"/>
          </a:xfrm>
          <a:prstGeom prst="rect">
            <a:avLst/>
          </a:prstGeom>
          <a:noFill/>
          <a:ln>
            <a:noFill/>
          </a:ln>
        </p:spPr>
      </p:pic>
      <p:pic>
        <p:nvPicPr>
          <p:cNvPr id="1364" name="Google Shape;1364;p111"/>
          <p:cNvPicPr preferRelativeResize="0"/>
          <p:nvPr/>
        </p:nvPicPr>
        <p:blipFill rotWithShape="1">
          <a:blip r:embed="rId5">
            <a:alphaModFix/>
          </a:blip>
          <a:srcRect b="0" l="0" r="0" t="0"/>
          <a:stretch/>
        </p:blipFill>
        <p:spPr>
          <a:xfrm>
            <a:off x="4367588" y="3429000"/>
            <a:ext cx="741743" cy="741736"/>
          </a:xfrm>
          <a:prstGeom prst="rect">
            <a:avLst/>
          </a:prstGeom>
          <a:noFill/>
          <a:ln>
            <a:noFill/>
          </a:ln>
        </p:spPr>
      </p:pic>
      <p:pic>
        <p:nvPicPr>
          <p:cNvPr id="1365" name="Google Shape;1365;p111"/>
          <p:cNvPicPr preferRelativeResize="0"/>
          <p:nvPr/>
        </p:nvPicPr>
        <p:blipFill rotWithShape="1">
          <a:blip r:embed="rId6">
            <a:alphaModFix/>
          </a:blip>
          <a:srcRect b="0" l="0" r="0" t="0"/>
          <a:stretch/>
        </p:blipFill>
        <p:spPr>
          <a:xfrm>
            <a:off x="6160924" y="3429000"/>
            <a:ext cx="741743" cy="741736"/>
          </a:xfrm>
          <a:prstGeom prst="rect">
            <a:avLst/>
          </a:prstGeom>
          <a:noFill/>
          <a:ln>
            <a:noFill/>
          </a:ln>
        </p:spPr>
      </p:pic>
      <p:pic>
        <p:nvPicPr>
          <p:cNvPr id="1366" name="Google Shape;1366;p111"/>
          <p:cNvPicPr preferRelativeResize="0"/>
          <p:nvPr/>
        </p:nvPicPr>
        <p:blipFill rotWithShape="1">
          <a:blip r:embed="rId7">
            <a:alphaModFix/>
          </a:blip>
          <a:srcRect b="0" l="0" r="0" t="0"/>
          <a:stretch/>
        </p:blipFill>
        <p:spPr>
          <a:xfrm>
            <a:off x="7970372" y="3429000"/>
            <a:ext cx="741743" cy="741736"/>
          </a:xfrm>
          <a:prstGeom prst="rect">
            <a:avLst/>
          </a:prstGeom>
          <a:noFill/>
          <a:ln>
            <a:noFill/>
          </a:ln>
        </p:spPr>
      </p:pic>
      <p:pic>
        <p:nvPicPr>
          <p:cNvPr id="1367" name="Google Shape;1367;p111"/>
          <p:cNvPicPr preferRelativeResize="0"/>
          <p:nvPr/>
        </p:nvPicPr>
        <p:blipFill rotWithShape="1">
          <a:blip r:embed="rId8">
            <a:alphaModFix/>
          </a:blip>
          <a:srcRect b="0" l="0" r="0" t="0"/>
          <a:stretch/>
        </p:blipFill>
        <p:spPr>
          <a:xfrm>
            <a:off x="9779821" y="3429000"/>
            <a:ext cx="741743" cy="741736"/>
          </a:xfrm>
          <a:prstGeom prst="rect">
            <a:avLst/>
          </a:prstGeom>
          <a:noFill/>
          <a:ln>
            <a:noFill/>
          </a:ln>
        </p:spPr>
      </p:pic>
      <p:pic>
        <p:nvPicPr>
          <p:cNvPr id="1368" name="Google Shape;1368;p111"/>
          <p:cNvPicPr preferRelativeResize="0"/>
          <p:nvPr/>
        </p:nvPicPr>
        <p:blipFill rotWithShape="1">
          <a:blip r:embed="rId9">
            <a:alphaModFix/>
          </a:blip>
          <a:srcRect b="0" l="0" r="0" t="0"/>
          <a:stretch/>
        </p:blipFill>
        <p:spPr>
          <a:xfrm>
            <a:off x="764804" y="4286732"/>
            <a:ext cx="741742" cy="741736"/>
          </a:xfrm>
          <a:prstGeom prst="rect">
            <a:avLst/>
          </a:prstGeom>
          <a:noFill/>
          <a:ln>
            <a:noFill/>
          </a:ln>
        </p:spPr>
      </p:pic>
      <p:pic>
        <p:nvPicPr>
          <p:cNvPr id="1369" name="Google Shape;1369;p111"/>
          <p:cNvPicPr preferRelativeResize="0"/>
          <p:nvPr/>
        </p:nvPicPr>
        <p:blipFill rotWithShape="1">
          <a:blip r:embed="rId10">
            <a:alphaModFix/>
          </a:blip>
          <a:srcRect b="0" l="0" r="0" t="0"/>
          <a:stretch/>
        </p:blipFill>
        <p:spPr>
          <a:xfrm>
            <a:off x="2566188" y="4286732"/>
            <a:ext cx="741742" cy="741736"/>
          </a:xfrm>
          <a:prstGeom prst="rect">
            <a:avLst/>
          </a:prstGeom>
          <a:noFill/>
          <a:ln>
            <a:noFill/>
          </a:ln>
        </p:spPr>
      </p:pic>
      <p:pic>
        <p:nvPicPr>
          <p:cNvPr id="1370" name="Google Shape;1370;p111"/>
          <p:cNvPicPr preferRelativeResize="0"/>
          <p:nvPr/>
        </p:nvPicPr>
        <p:blipFill rotWithShape="1">
          <a:blip r:embed="rId11">
            <a:alphaModFix/>
          </a:blip>
          <a:srcRect b="0" l="0" r="0" t="0"/>
          <a:stretch/>
        </p:blipFill>
        <p:spPr>
          <a:xfrm>
            <a:off x="4367588" y="4286732"/>
            <a:ext cx="741743" cy="741736"/>
          </a:xfrm>
          <a:prstGeom prst="rect">
            <a:avLst/>
          </a:prstGeom>
          <a:noFill/>
          <a:ln>
            <a:noFill/>
          </a:ln>
        </p:spPr>
      </p:pic>
      <p:pic>
        <p:nvPicPr>
          <p:cNvPr id="1371" name="Google Shape;1371;p111"/>
          <p:cNvPicPr preferRelativeResize="0"/>
          <p:nvPr/>
        </p:nvPicPr>
        <p:blipFill rotWithShape="1">
          <a:blip r:embed="rId12">
            <a:alphaModFix/>
          </a:blip>
          <a:srcRect b="0" l="0" r="0" t="0"/>
          <a:stretch/>
        </p:blipFill>
        <p:spPr>
          <a:xfrm>
            <a:off x="6160924" y="4286732"/>
            <a:ext cx="741743" cy="741736"/>
          </a:xfrm>
          <a:prstGeom prst="rect">
            <a:avLst/>
          </a:prstGeom>
          <a:noFill/>
          <a:ln>
            <a:noFill/>
          </a:ln>
        </p:spPr>
      </p:pic>
      <p:pic>
        <p:nvPicPr>
          <p:cNvPr id="1372" name="Google Shape;1372;p111"/>
          <p:cNvPicPr preferRelativeResize="0"/>
          <p:nvPr/>
        </p:nvPicPr>
        <p:blipFill rotWithShape="1">
          <a:blip r:embed="rId13">
            <a:alphaModFix/>
          </a:blip>
          <a:srcRect b="0" l="0" r="0" t="0"/>
          <a:stretch/>
        </p:blipFill>
        <p:spPr>
          <a:xfrm>
            <a:off x="7970372" y="4286732"/>
            <a:ext cx="741743" cy="741736"/>
          </a:xfrm>
          <a:prstGeom prst="rect">
            <a:avLst/>
          </a:prstGeom>
          <a:noFill/>
          <a:ln>
            <a:noFill/>
          </a:ln>
        </p:spPr>
      </p:pic>
      <p:pic>
        <p:nvPicPr>
          <p:cNvPr id="1373" name="Google Shape;1373;p111"/>
          <p:cNvPicPr preferRelativeResize="0"/>
          <p:nvPr/>
        </p:nvPicPr>
        <p:blipFill rotWithShape="1">
          <a:blip r:embed="rId14">
            <a:alphaModFix/>
          </a:blip>
          <a:srcRect b="0" l="0" r="0" t="0"/>
          <a:stretch/>
        </p:blipFill>
        <p:spPr>
          <a:xfrm>
            <a:off x="9779821" y="4286732"/>
            <a:ext cx="741743" cy="741736"/>
          </a:xfrm>
          <a:prstGeom prst="rect">
            <a:avLst/>
          </a:prstGeom>
          <a:noFill/>
          <a:ln>
            <a:noFill/>
          </a:ln>
        </p:spPr>
      </p:pic>
      <p:pic>
        <p:nvPicPr>
          <p:cNvPr id="1374" name="Google Shape;1374;p111"/>
          <p:cNvPicPr preferRelativeResize="0"/>
          <p:nvPr/>
        </p:nvPicPr>
        <p:blipFill rotWithShape="1">
          <a:blip r:embed="rId15">
            <a:alphaModFix/>
          </a:blip>
          <a:srcRect b="0" l="0" r="0" t="0"/>
          <a:stretch/>
        </p:blipFill>
        <p:spPr>
          <a:xfrm>
            <a:off x="764804" y="5141783"/>
            <a:ext cx="741742" cy="741736"/>
          </a:xfrm>
          <a:prstGeom prst="rect">
            <a:avLst/>
          </a:prstGeom>
          <a:noFill/>
          <a:ln>
            <a:noFill/>
          </a:ln>
        </p:spPr>
      </p:pic>
      <p:pic>
        <p:nvPicPr>
          <p:cNvPr id="1375" name="Google Shape;1375;p111"/>
          <p:cNvPicPr preferRelativeResize="0"/>
          <p:nvPr/>
        </p:nvPicPr>
        <p:blipFill rotWithShape="1">
          <a:blip r:embed="rId16">
            <a:alphaModFix/>
          </a:blip>
          <a:srcRect b="0" l="0" r="0" t="0"/>
          <a:stretch/>
        </p:blipFill>
        <p:spPr>
          <a:xfrm>
            <a:off x="2566188" y="5141783"/>
            <a:ext cx="741742" cy="741736"/>
          </a:xfrm>
          <a:prstGeom prst="rect">
            <a:avLst/>
          </a:prstGeom>
          <a:noFill/>
          <a:ln>
            <a:noFill/>
          </a:ln>
        </p:spPr>
      </p:pic>
      <p:pic>
        <p:nvPicPr>
          <p:cNvPr id="1376" name="Google Shape;1376;p111"/>
          <p:cNvPicPr preferRelativeResize="0"/>
          <p:nvPr/>
        </p:nvPicPr>
        <p:blipFill rotWithShape="1">
          <a:blip r:embed="rId17">
            <a:alphaModFix/>
          </a:blip>
          <a:srcRect b="0" l="0" r="0" t="0"/>
          <a:stretch/>
        </p:blipFill>
        <p:spPr>
          <a:xfrm>
            <a:off x="4367588" y="5141783"/>
            <a:ext cx="741743" cy="741736"/>
          </a:xfrm>
          <a:prstGeom prst="rect">
            <a:avLst/>
          </a:prstGeom>
          <a:noFill/>
          <a:ln>
            <a:noFill/>
          </a:ln>
        </p:spPr>
      </p:pic>
      <p:pic>
        <p:nvPicPr>
          <p:cNvPr id="1377" name="Google Shape;1377;p111"/>
          <p:cNvPicPr preferRelativeResize="0"/>
          <p:nvPr/>
        </p:nvPicPr>
        <p:blipFill rotWithShape="1">
          <a:blip r:embed="rId18">
            <a:alphaModFix/>
          </a:blip>
          <a:srcRect b="0" l="0" r="0" t="0"/>
          <a:stretch/>
        </p:blipFill>
        <p:spPr>
          <a:xfrm>
            <a:off x="6160924" y="5141783"/>
            <a:ext cx="741743" cy="741736"/>
          </a:xfrm>
          <a:prstGeom prst="rect">
            <a:avLst/>
          </a:prstGeom>
          <a:noFill/>
          <a:ln>
            <a:noFill/>
          </a:ln>
        </p:spPr>
      </p:pic>
      <p:pic>
        <p:nvPicPr>
          <p:cNvPr id="1378" name="Google Shape;1378;p111"/>
          <p:cNvPicPr preferRelativeResize="0"/>
          <p:nvPr/>
        </p:nvPicPr>
        <p:blipFill rotWithShape="1">
          <a:blip r:embed="rId19">
            <a:alphaModFix/>
          </a:blip>
          <a:srcRect b="0" l="0" r="0" t="0"/>
          <a:stretch/>
        </p:blipFill>
        <p:spPr>
          <a:xfrm>
            <a:off x="7970372" y="5141783"/>
            <a:ext cx="741743" cy="741736"/>
          </a:xfrm>
          <a:prstGeom prst="rect">
            <a:avLst/>
          </a:prstGeom>
          <a:noFill/>
          <a:ln>
            <a:noFill/>
          </a:ln>
        </p:spPr>
      </p:pic>
      <p:pic>
        <p:nvPicPr>
          <p:cNvPr id="1379" name="Google Shape;1379;p111"/>
          <p:cNvPicPr preferRelativeResize="0"/>
          <p:nvPr/>
        </p:nvPicPr>
        <p:blipFill rotWithShape="1">
          <a:blip r:embed="rId20">
            <a:alphaModFix/>
          </a:blip>
          <a:srcRect b="0" l="0" r="0" t="0"/>
          <a:stretch/>
        </p:blipFill>
        <p:spPr>
          <a:xfrm>
            <a:off x="9779821" y="5141783"/>
            <a:ext cx="741743" cy="741736"/>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3" name="Shape 1383"/>
        <p:cNvGrpSpPr/>
        <p:nvPr/>
      </p:nvGrpSpPr>
      <p:grpSpPr>
        <a:xfrm>
          <a:off x="0" y="0"/>
          <a:ext cx="0" cy="0"/>
          <a:chOff x="0" y="0"/>
          <a:chExt cx="0" cy="0"/>
        </a:xfrm>
      </p:grpSpPr>
      <p:sp>
        <p:nvSpPr>
          <p:cNvPr id="1384" name="Google Shape;1384;p112"/>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385" name="Google Shape;1385;p112"/>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386" name="Google Shape;1386;p112"/>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Public Sector</a:t>
            </a:r>
            <a:endParaRPr/>
          </a:p>
        </p:txBody>
      </p:sp>
      <p:pic>
        <p:nvPicPr>
          <p:cNvPr id="1387" name="Google Shape;1387;p112"/>
          <p:cNvPicPr preferRelativeResize="0"/>
          <p:nvPr/>
        </p:nvPicPr>
        <p:blipFill rotWithShape="1">
          <a:blip r:embed="rId3">
            <a:alphaModFix/>
          </a:blip>
          <a:srcRect b="0" l="0" r="0" t="0"/>
          <a:stretch/>
        </p:blipFill>
        <p:spPr>
          <a:xfrm>
            <a:off x="764806" y="3428990"/>
            <a:ext cx="744459" cy="744459"/>
          </a:xfrm>
          <a:prstGeom prst="rect">
            <a:avLst/>
          </a:prstGeom>
          <a:noFill/>
          <a:ln>
            <a:noFill/>
          </a:ln>
        </p:spPr>
      </p:pic>
      <p:pic>
        <p:nvPicPr>
          <p:cNvPr id="1388" name="Google Shape;1388;p112"/>
          <p:cNvPicPr preferRelativeResize="0"/>
          <p:nvPr/>
        </p:nvPicPr>
        <p:blipFill rotWithShape="1">
          <a:blip r:embed="rId4">
            <a:alphaModFix/>
          </a:blip>
          <a:srcRect b="0" l="0" r="0" t="0"/>
          <a:stretch/>
        </p:blipFill>
        <p:spPr>
          <a:xfrm>
            <a:off x="2414891" y="3428990"/>
            <a:ext cx="744459" cy="744459"/>
          </a:xfrm>
          <a:prstGeom prst="rect">
            <a:avLst/>
          </a:prstGeom>
          <a:noFill/>
          <a:ln>
            <a:noFill/>
          </a:ln>
        </p:spPr>
      </p:pic>
      <p:pic>
        <p:nvPicPr>
          <p:cNvPr id="1389" name="Google Shape;1389;p112"/>
          <p:cNvPicPr preferRelativeResize="0"/>
          <p:nvPr/>
        </p:nvPicPr>
        <p:blipFill rotWithShape="1">
          <a:blip r:embed="rId5">
            <a:alphaModFix/>
          </a:blip>
          <a:srcRect b="0" l="0" r="0" t="0"/>
          <a:stretch/>
        </p:blipFill>
        <p:spPr>
          <a:xfrm>
            <a:off x="4064975" y="3428990"/>
            <a:ext cx="744459" cy="744459"/>
          </a:xfrm>
          <a:prstGeom prst="rect">
            <a:avLst/>
          </a:prstGeom>
          <a:noFill/>
          <a:ln>
            <a:noFill/>
          </a:ln>
        </p:spPr>
      </p:pic>
      <p:pic>
        <p:nvPicPr>
          <p:cNvPr id="1390" name="Google Shape;1390;p112"/>
          <p:cNvPicPr preferRelativeResize="0"/>
          <p:nvPr/>
        </p:nvPicPr>
        <p:blipFill rotWithShape="1">
          <a:blip r:embed="rId6">
            <a:alphaModFix/>
          </a:blip>
          <a:srcRect b="0" l="0" r="0" t="0"/>
          <a:stretch/>
        </p:blipFill>
        <p:spPr>
          <a:xfrm>
            <a:off x="5715060" y="3428990"/>
            <a:ext cx="744459" cy="744459"/>
          </a:xfrm>
          <a:prstGeom prst="rect">
            <a:avLst/>
          </a:prstGeom>
          <a:noFill/>
          <a:ln>
            <a:noFill/>
          </a:ln>
        </p:spPr>
      </p:pic>
      <p:pic>
        <p:nvPicPr>
          <p:cNvPr id="1391" name="Google Shape;1391;p112"/>
          <p:cNvPicPr preferRelativeResize="0"/>
          <p:nvPr/>
        </p:nvPicPr>
        <p:blipFill rotWithShape="1">
          <a:blip r:embed="rId7">
            <a:alphaModFix/>
          </a:blip>
          <a:srcRect b="0" l="0" r="0" t="0"/>
          <a:stretch/>
        </p:blipFill>
        <p:spPr>
          <a:xfrm>
            <a:off x="7365145" y="3428990"/>
            <a:ext cx="744459" cy="744459"/>
          </a:xfrm>
          <a:prstGeom prst="rect">
            <a:avLst/>
          </a:prstGeom>
          <a:noFill/>
          <a:ln>
            <a:noFill/>
          </a:ln>
        </p:spPr>
      </p:pic>
      <p:pic>
        <p:nvPicPr>
          <p:cNvPr id="1392" name="Google Shape;1392;p112"/>
          <p:cNvPicPr preferRelativeResize="0"/>
          <p:nvPr/>
        </p:nvPicPr>
        <p:blipFill rotWithShape="1">
          <a:blip r:embed="rId8">
            <a:alphaModFix/>
          </a:blip>
          <a:srcRect b="0" l="0" r="0" t="0"/>
          <a:stretch/>
        </p:blipFill>
        <p:spPr>
          <a:xfrm>
            <a:off x="9015230" y="3428990"/>
            <a:ext cx="744459" cy="744459"/>
          </a:xfrm>
          <a:prstGeom prst="rect">
            <a:avLst/>
          </a:prstGeom>
          <a:noFill/>
          <a:ln>
            <a:noFill/>
          </a:ln>
        </p:spPr>
      </p:pic>
      <p:pic>
        <p:nvPicPr>
          <p:cNvPr id="1393" name="Google Shape;1393;p112"/>
          <p:cNvPicPr preferRelativeResize="0"/>
          <p:nvPr/>
        </p:nvPicPr>
        <p:blipFill rotWithShape="1">
          <a:blip r:embed="rId9">
            <a:alphaModFix/>
          </a:blip>
          <a:srcRect b="0" l="0" r="0" t="0"/>
          <a:stretch/>
        </p:blipFill>
        <p:spPr>
          <a:xfrm>
            <a:off x="10665315" y="3428990"/>
            <a:ext cx="744459" cy="744459"/>
          </a:xfrm>
          <a:prstGeom prst="rect">
            <a:avLst/>
          </a:prstGeom>
          <a:noFill/>
          <a:ln>
            <a:noFill/>
          </a:ln>
        </p:spPr>
      </p:pic>
      <p:pic>
        <p:nvPicPr>
          <p:cNvPr id="1394" name="Google Shape;1394;p112"/>
          <p:cNvPicPr preferRelativeResize="0"/>
          <p:nvPr/>
        </p:nvPicPr>
        <p:blipFill rotWithShape="1">
          <a:blip r:embed="rId10">
            <a:alphaModFix/>
          </a:blip>
          <a:srcRect b="0" l="0" r="0" t="0"/>
          <a:stretch/>
        </p:blipFill>
        <p:spPr>
          <a:xfrm>
            <a:off x="764806" y="4289870"/>
            <a:ext cx="744459" cy="744459"/>
          </a:xfrm>
          <a:prstGeom prst="rect">
            <a:avLst/>
          </a:prstGeom>
          <a:noFill/>
          <a:ln>
            <a:noFill/>
          </a:ln>
        </p:spPr>
      </p:pic>
      <p:pic>
        <p:nvPicPr>
          <p:cNvPr id="1395" name="Google Shape;1395;p112"/>
          <p:cNvPicPr preferRelativeResize="0"/>
          <p:nvPr/>
        </p:nvPicPr>
        <p:blipFill rotWithShape="1">
          <a:blip r:embed="rId11">
            <a:alphaModFix/>
          </a:blip>
          <a:srcRect b="0" l="0" r="0" t="0"/>
          <a:stretch/>
        </p:blipFill>
        <p:spPr>
          <a:xfrm>
            <a:off x="2414891" y="4289870"/>
            <a:ext cx="744459" cy="744459"/>
          </a:xfrm>
          <a:prstGeom prst="rect">
            <a:avLst/>
          </a:prstGeom>
          <a:noFill/>
          <a:ln>
            <a:noFill/>
          </a:ln>
        </p:spPr>
      </p:pic>
      <p:pic>
        <p:nvPicPr>
          <p:cNvPr id="1396" name="Google Shape;1396;p112"/>
          <p:cNvPicPr preferRelativeResize="0"/>
          <p:nvPr/>
        </p:nvPicPr>
        <p:blipFill rotWithShape="1">
          <a:blip r:embed="rId12">
            <a:alphaModFix/>
          </a:blip>
          <a:srcRect b="0" l="0" r="0" t="0"/>
          <a:stretch/>
        </p:blipFill>
        <p:spPr>
          <a:xfrm>
            <a:off x="4064975" y="4289870"/>
            <a:ext cx="744459" cy="744459"/>
          </a:xfrm>
          <a:prstGeom prst="rect">
            <a:avLst/>
          </a:prstGeom>
          <a:noFill/>
          <a:ln>
            <a:noFill/>
          </a:ln>
        </p:spPr>
      </p:pic>
      <p:pic>
        <p:nvPicPr>
          <p:cNvPr id="1397" name="Google Shape;1397;p112"/>
          <p:cNvPicPr preferRelativeResize="0"/>
          <p:nvPr/>
        </p:nvPicPr>
        <p:blipFill rotWithShape="1">
          <a:blip r:embed="rId13">
            <a:alphaModFix/>
          </a:blip>
          <a:srcRect b="0" l="0" r="0" t="0"/>
          <a:stretch/>
        </p:blipFill>
        <p:spPr>
          <a:xfrm>
            <a:off x="5715060" y="4289870"/>
            <a:ext cx="744459" cy="744459"/>
          </a:xfrm>
          <a:prstGeom prst="rect">
            <a:avLst/>
          </a:prstGeom>
          <a:noFill/>
          <a:ln>
            <a:noFill/>
          </a:ln>
        </p:spPr>
      </p:pic>
      <p:pic>
        <p:nvPicPr>
          <p:cNvPr id="1398" name="Google Shape;1398;p112"/>
          <p:cNvPicPr preferRelativeResize="0"/>
          <p:nvPr/>
        </p:nvPicPr>
        <p:blipFill rotWithShape="1">
          <a:blip r:embed="rId14">
            <a:alphaModFix/>
          </a:blip>
          <a:srcRect b="0" l="0" r="0" t="0"/>
          <a:stretch/>
        </p:blipFill>
        <p:spPr>
          <a:xfrm>
            <a:off x="7365145" y="4289870"/>
            <a:ext cx="744459" cy="744459"/>
          </a:xfrm>
          <a:prstGeom prst="rect">
            <a:avLst/>
          </a:prstGeom>
          <a:noFill/>
          <a:ln>
            <a:noFill/>
          </a:ln>
        </p:spPr>
      </p:pic>
      <p:pic>
        <p:nvPicPr>
          <p:cNvPr id="1399" name="Google Shape;1399;p112"/>
          <p:cNvPicPr preferRelativeResize="0"/>
          <p:nvPr/>
        </p:nvPicPr>
        <p:blipFill rotWithShape="1">
          <a:blip r:embed="rId15">
            <a:alphaModFix/>
          </a:blip>
          <a:srcRect b="0" l="0" r="0" t="0"/>
          <a:stretch/>
        </p:blipFill>
        <p:spPr>
          <a:xfrm>
            <a:off x="9015230" y="4289870"/>
            <a:ext cx="744459" cy="744459"/>
          </a:xfrm>
          <a:prstGeom prst="rect">
            <a:avLst/>
          </a:prstGeom>
          <a:noFill/>
          <a:ln>
            <a:noFill/>
          </a:ln>
        </p:spPr>
      </p:pic>
      <p:pic>
        <p:nvPicPr>
          <p:cNvPr id="1400" name="Google Shape;1400;p112"/>
          <p:cNvPicPr preferRelativeResize="0"/>
          <p:nvPr/>
        </p:nvPicPr>
        <p:blipFill rotWithShape="1">
          <a:blip r:embed="rId16">
            <a:alphaModFix/>
          </a:blip>
          <a:srcRect b="0" l="0" r="0" t="0"/>
          <a:stretch/>
        </p:blipFill>
        <p:spPr>
          <a:xfrm>
            <a:off x="10665315" y="4289870"/>
            <a:ext cx="744459" cy="744459"/>
          </a:xfrm>
          <a:prstGeom prst="rect">
            <a:avLst/>
          </a:prstGeom>
          <a:noFill/>
          <a:ln>
            <a:noFill/>
          </a:ln>
        </p:spPr>
      </p:pic>
      <p:pic>
        <p:nvPicPr>
          <p:cNvPr id="1401" name="Google Shape;1401;p112"/>
          <p:cNvPicPr preferRelativeResize="0"/>
          <p:nvPr/>
        </p:nvPicPr>
        <p:blipFill rotWithShape="1">
          <a:blip r:embed="rId17">
            <a:alphaModFix/>
          </a:blip>
          <a:srcRect b="0" l="0" r="0" t="0"/>
          <a:stretch/>
        </p:blipFill>
        <p:spPr>
          <a:xfrm>
            <a:off x="764806" y="5155782"/>
            <a:ext cx="744459" cy="744459"/>
          </a:xfrm>
          <a:prstGeom prst="rect">
            <a:avLst/>
          </a:prstGeom>
          <a:noFill/>
          <a:ln>
            <a:noFill/>
          </a:ln>
        </p:spPr>
      </p:pic>
      <p:pic>
        <p:nvPicPr>
          <p:cNvPr id="1402" name="Google Shape;1402;p112"/>
          <p:cNvPicPr preferRelativeResize="0"/>
          <p:nvPr/>
        </p:nvPicPr>
        <p:blipFill rotWithShape="1">
          <a:blip r:embed="rId18">
            <a:alphaModFix/>
          </a:blip>
          <a:srcRect b="0" l="0" r="0" t="0"/>
          <a:stretch/>
        </p:blipFill>
        <p:spPr>
          <a:xfrm>
            <a:off x="2414891" y="5155782"/>
            <a:ext cx="744459" cy="744459"/>
          </a:xfrm>
          <a:prstGeom prst="rect">
            <a:avLst/>
          </a:prstGeom>
          <a:noFill/>
          <a:ln>
            <a:noFill/>
          </a:ln>
        </p:spPr>
      </p:pic>
      <p:pic>
        <p:nvPicPr>
          <p:cNvPr id="1403" name="Google Shape;1403;p112"/>
          <p:cNvPicPr preferRelativeResize="0"/>
          <p:nvPr/>
        </p:nvPicPr>
        <p:blipFill rotWithShape="1">
          <a:blip r:embed="rId19">
            <a:alphaModFix/>
          </a:blip>
          <a:srcRect b="0" l="0" r="0" t="0"/>
          <a:stretch/>
        </p:blipFill>
        <p:spPr>
          <a:xfrm>
            <a:off x="4064975" y="5155782"/>
            <a:ext cx="744459" cy="744459"/>
          </a:xfrm>
          <a:prstGeom prst="rect">
            <a:avLst/>
          </a:prstGeom>
          <a:noFill/>
          <a:ln>
            <a:noFill/>
          </a:ln>
        </p:spPr>
      </p:pic>
      <p:pic>
        <p:nvPicPr>
          <p:cNvPr id="1404" name="Google Shape;1404;p112"/>
          <p:cNvPicPr preferRelativeResize="0"/>
          <p:nvPr/>
        </p:nvPicPr>
        <p:blipFill rotWithShape="1">
          <a:blip r:embed="rId20">
            <a:alphaModFix/>
          </a:blip>
          <a:srcRect b="0" l="0" r="0" t="0"/>
          <a:stretch/>
        </p:blipFill>
        <p:spPr>
          <a:xfrm>
            <a:off x="5715060" y="5155782"/>
            <a:ext cx="744459" cy="744459"/>
          </a:xfrm>
          <a:prstGeom prst="rect">
            <a:avLst/>
          </a:prstGeom>
          <a:noFill/>
          <a:ln>
            <a:noFill/>
          </a:ln>
        </p:spPr>
      </p:pic>
      <p:pic>
        <p:nvPicPr>
          <p:cNvPr id="1405" name="Google Shape;1405;p112"/>
          <p:cNvPicPr preferRelativeResize="0"/>
          <p:nvPr/>
        </p:nvPicPr>
        <p:blipFill rotWithShape="1">
          <a:blip r:embed="rId21">
            <a:alphaModFix/>
          </a:blip>
          <a:srcRect b="0" l="0" r="0" t="0"/>
          <a:stretch/>
        </p:blipFill>
        <p:spPr>
          <a:xfrm>
            <a:off x="7365145" y="5155782"/>
            <a:ext cx="744459" cy="744459"/>
          </a:xfrm>
          <a:prstGeom prst="rect">
            <a:avLst/>
          </a:prstGeom>
          <a:noFill/>
          <a:ln>
            <a:noFill/>
          </a:ln>
        </p:spPr>
      </p:pic>
      <p:pic>
        <p:nvPicPr>
          <p:cNvPr id="1406" name="Google Shape;1406;p112"/>
          <p:cNvPicPr preferRelativeResize="0"/>
          <p:nvPr/>
        </p:nvPicPr>
        <p:blipFill rotWithShape="1">
          <a:blip r:embed="rId22">
            <a:alphaModFix/>
          </a:blip>
          <a:srcRect b="0" l="0" r="0" t="0"/>
          <a:stretch/>
        </p:blipFill>
        <p:spPr>
          <a:xfrm>
            <a:off x="9015230" y="5155782"/>
            <a:ext cx="744459" cy="744459"/>
          </a:xfrm>
          <a:prstGeom prst="rect">
            <a:avLst/>
          </a:prstGeom>
          <a:noFill/>
          <a:ln>
            <a:noFill/>
          </a:ln>
        </p:spPr>
      </p:pic>
      <p:pic>
        <p:nvPicPr>
          <p:cNvPr id="1407" name="Google Shape;1407;p112"/>
          <p:cNvPicPr preferRelativeResize="0"/>
          <p:nvPr/>
        </p:nvPicPr>
        <p:blipFill rotWithShape="1">
          <a:blip r:embed="rId23">
            <a:alphaModFix/>
          </a:blip>
          <a:srcRect b="0" l="0" r="0" t="0"/>
          <a:stretch/>
        </p:blipFill>
        <p:spPr>
          <a:xfrm>
            <a:off x="10665315" y="5155782"/>
            <a:ext cx="744459" cy="744459"/>
          </a:xfrm>
          <a:prstGeom prst="rect">
            <a:avLst/>
          </a:prstGeom>
          <a:noFill/>
          <a:ln>
            <a:noFill/>
          </a:ln>
        </p:spPr>
      </p:pic>
      <p:sp>
        <p:nvSpPr>
          <p:cNvPr id="1408" name="Google Shape;1408;p112"/>
          <p:cNvSpPr/>
          <p:nvPr/>
        </p:nvSpPr>
        <p:spPr>
          <a:xfrm>
            <a:off x="1050428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Smart Social Services</a:t>
            </a:r>
            <a:endParaRPr sz="1400">
              <a:solidFill>
                <a:srgbClr val="3A3838"/>
              </a:solidFill>
              <a:latin typeface="DM Sans"/>
              <a:ea typeface="DM Sans"/>
              <a:cs typeface="DM Sans"/>
              <a:sym typeface="DM Sans"/>
            </a:endParaRPr>
          </a:p>
        </p:txBody>
      </p:sp>
      <p:sp>
        <p:nvSpPr>
          <p:cNvPr id="1409" name="Google Shape;1409;p112"/>
          <p:cNvSpPr/>
          <p:nvPr/>
        </p:nvSpPr>
        <p:spPr>
          <a:xfrm>
            <a:off x="8854217"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Smart meters</a:t>
            </a:r>
            <a:endParaRPr sz="1400">
              <a:solidFill>
                <a:srgbClr val="3A3838"/>
              </a:solidFill>
              <a:latin typeface="DM Sans"/>
              <a:ea typeface="DM Sans"/>
              <a:cs typeface="DM Sans"/>
              <a:sym typeface="DM Sans"/>
            </a:endParaRPr>
          </a:p>
        </p:txBody>
      </p:sp>
      <p:sp>
        <p:nvSpPr>
          <p:cNvPr id="1410" name="Google Shape;1410;p112"/>
          <p:cNvSpPr/>
          <p:nvPr/>
        </p:nvSpPr>
        <p:spPr>
          <a:xfrm>
            <a:off x="7204163"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Government</a:t>
            </a:r>
            <a:endParaRPr sz="1400">
              <a:solidFill>
                <a:srgbClr val="3A3838"/>
              </a:solidFill>
              <a:latin typeface="DM Sans"/>
              <a:ea typeface="DM Sans"/>
              <a:cs typeface="DM Sans"/>
              <a:sym typeface="DM Sans"/>
            </a:endParaRPr>
          </a:p>
        </p:txBody>
      </p:sp>
      <p:sp>
        <p:nvSpPr>
          <p:cNvPr id="1411" name="Google Shape;1411;p112"/>
          <p:cNvSpPr/>
          <p:nvPr/>
        </p:nvSpPr>
        <p:spPr>
          <a:xfrm>
            <a:off x="555411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Public Safety</a:t>
            </a:r>
            <a:endParaRPr sz="1400">
              <a:solidFill>
                <a:srgbClr val="3A3838"/>
              </a:solidFill>
              <a:latin typeface="DM Sans"/>
              <a:ea typeface="DM Sans"/>
              <a:cs typeface="DM Sans"/>
              <a:sym typeface="DM Sans"/>
            </a:endParaRPr>
          </a:p>
        </p:txBody>
      </p:sp>
      <p:sp>
        <p:nvSpPr>
          <p:cNvPr id="1412" name="Google Shape;1412;p112"/>
          <p:cNvSpPr/>
          <p:nvPr/>
        </p:nvSpPr>
        <p:spPr>
          <a:xfrm>
            <a:off x="3904056"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Predictive Maintenance</a:t>
            </a:r>
            <a:endParaRPr sz="1400">
              <a:solidFill>
                <a:srgbClr val="3A3838"/>
              </a:solidFill>
              <a:latin typeface="DM Sans"/>
              <a:ea typeface="DM Sans"/>
              <a:cs typeface="DM Sans"/>
              <a:sym typeface="DM Sans"/>
            </a:endParaRPr>
          </a:p>
          <a:p>
            <a:pPr indent="0" lvl="0" marL="0" marR="0" rtl="0" algn="l">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413" name="Google Shape;1413;p112"/>
          <p:cNvSpPr/>
          <p:nvPr/>
        </p:nvSpPr>
        <p:spPr>
          <a:xfrm>
            <a:off x="2254002"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Geospatial</a:t>
            </a:r>
            <a:endParaRPr sz="1400">
              <a:solidFill>
                <a:srgbClr val="3A3838"/>
              </a:solidFill>
              <a:latin typeface="DM Sans"/>
              <a:ea typeface="DM Sans"/>
              <a:cs typeface="DM Sans"/>
              <a:sym typeface="DM Sans"/>
            </a:endParaRPr>
          </a:p>
        </p:txBody>
      </p:sp>
      <p:sp>
        <p:nvSpPr>
          <p:cNvPr id="1414" name="Google Shape;1414;p112"/>
          <p:cNvSpPr/>
          <p:nvPr/>
        </p:nvSpPr>
        <p:spPr>
          <a:xfrm>
            <a:off x="60394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Defense</a:t>
            </a:r>
            <a:endParaRPr sz="1400">
              <a:solidFill>
                <a:srgbClr val="3A3838"/>
              </a:solidFill>
              <a:latin typeface="DM Sans"/>
              <a:ea typeface="DM Sans"/>
              <a:cs typeface="DM Sans"/>
              <a:sym typeface="DM Sans"/>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8" name="Shape 1418"/>
        <p:cNvGrpSpPr/>
        <p:nvPr/>
      </p:nvGrpSpPr>
      <p:grpSpPr>
        <a:xfrm>
          <a:off x="0" y="0"/>
          <a:ext cx="0" cy="0"/>
          <a:chOff x="0" y="0"/>
          <a:chExt cx="0" cy="0"/>
        </a:xfrm>
      </p:grpSpPr>
      <p:sp>
        <p:nvSpPr>
          <p:cNvPr id="1419" name="Google Shape;1419;p113"/>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420" name="Google Shape;1420;p113"/>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421" name="Google Shape;1421;p113"/>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Platform Technologies</a:t>
            </a:r>
            <a:endParaRPr/>
          </a:p>
        </p:txBody>
      </p:sp>
      <p:sp>
        <p:nvSpPr>
          <p:cNvPr id="1422" name="Google Shape;1422;p113"/>
          <p:cNvSpPr/>
          <p:nvPr/>
        </p:nvSpPr>
        <p:spPr>
          <a:xfrm>
            <a:off x="1050428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Redash-SQL Analytics</a:t>
            </a:r>
            <a:endParaRPr sz="1400">
              <a:solidFill>
                <a:srgbClr val="3A3838"/>
              </a:solidFill>
              <a:latin typeface="DM Sans"/>
              <a:ea typeface="DM Sans"/>
              <a:cs typeface="DM Sans"/>
              <a:sym typeface="DM Sans"/>
            </a:endParaRPr>
          </a:p>
        </p:txBody>
      </p:sp>
      <p:sp>
        <p:nvSpPr>
          <p:cNvPr id="1423" name="Google Shape;1423;p113"/>
          <p:cNvSpPr/>
          <p:nvPr/>
        </p:nvSpPr>
        <p:spPr>
          <a:xfrm>
            <a:off x="8854217"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Photon</a:t>
            </a:r>
            <a:endParaRPr sz="1400">
              <a:solidFill>
                <a:srgbClr val="3A3838"/>
              </a:solidFill>
              <a:latin typeface="DM Sans"/>
              <a:ea typeface="DM Sans"/>
              <a:cs typeface="DM Sans"/>
              <a:sym typeface="DM Sans"/>
            </a:endParaRPr>
          </a:p>
        </p:txBody>
      </p:sp>
      <p:sp>
        <p:nvSpPr>
          <p:cNvPr id="1424" name="Google Shape;1424;p113"/>
          <p:cNvSpPr/>
          <p:nvPr/>
        </p:nvSpPr>
        <p:spPr>
          <a:xfrm>
            <a:off x="7204163"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Lakehouse</a:t>
            </a:r>
            <a:endParaRPr sz="1400">
              <a:solidFill>
                <a:srgbClr val="3A3838"/>
              </a:solidFill>
              <a:latin typeface="DM Sans"/>
              <a:ea typeface="DM Sans"/>
              <a:cs typeface="DM Sans"/>
              <a:sym typeface="DM Sans"/>
            </a:endParaRPr>
          </a:p>
        </p:txBody>
      </p:sp>
      <p:sp>
        <p:nvSpPr>
          <p:cNvPr id="1425" name="Google Shape;1425;p113"/>
          <p:cNvSpPr/>
          <p:nvPr/>
        </p:nvSpPr>
        <p:spPr>
          <a:xfrm>
            <a:off x="555411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Delta Lake</a:t>
            </a:r>
            <a:endParaRPr sz="1400">
              <a:solidFill>
                <a:srgbClr val="3A3838"/>
              </a:solidFill>
              <a:latin typeface="DM Sans"/>
              <a:ea typeface="DM Sans"/>
              <a:cs typeface="DM Sans"/>
              <a:sym typeface="DM Sans"/>
            </a:endParaRPr>
          </a:p>
        </p:txBody>
      </p:sp>
      <p:sp>
        <p:nvSpPr>
          <p:cNvPr id="1426" name="Google Shape;1426;p113"/>
          <p:cNvSpPr/>
          <p:nvPr/>
        </p:nvSpPr>
        <p:spPr>
          <a:xfrm>
            <a:off x="3904056" y="2595333"/>
            <a:ext cx="1066500" cy="230400"/>
          </a:xfrm>
          <a:prstGeom prst="rect">
            <a:avLst/>
          </a:prstGeom>
          <a:noFill/>
          <a:ln>
            <a:noFill/>
          </a:ln>
        </p:spPr>
        <p:txBody>
          <a:bodyPr anchorCtr="0" anchor="t" bIns="60925" lIns="0" spcFirstLastPara="1" rIns="0" wrap="square" tIns="60925">
            <a:noAutofit/>
          </a:bodyPr>
          <a:lstStyle/>
          <a:p>
            <a:pPr indent="0" lvl="0" marL="0" marR="0" rtl="0" algn="l">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Delta Engine</a:t>
            </a:r>
            <a:endParaRPr sz="1400">
              <a:solidFill>
                <a:srgbClr val="3A3838"/>
              </a:solidFill>
              <a:latin typeface="DM Sans"/>
              <a:ea typeface="DM Sans"/>
              <a:cs typeface="DM Sans"/>
              <a:sym typeface="DM Sans"/>
            </a:endParaRPr>
          </a:p>
        </p:txBody>
      </p:sp>
      <p:sp>
        <p:nvSpPr>
          <p:cNvPr id="1427" name="Google Shape;1427;p113"/>
          <p:cNvSpPr/>
          <p:nvPr/>
        </p:nvSpPr>
        <p:spPr>
          <a:xfrm>
            <a:off x="2254002"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Data Lake</a:t>
            </a:r>
            <a:endParaRPr sz="1400">
              <a:solidFill>
                <a:srgbClr val="3A3838"/>
              </a:solidFill>
              <a:latin typeface="DM Sans"/>
              <a:ea typeface="DM Sans"/>
              <a:cs typeface="DM Sans"/>
              <a:sym typeface="DM Sans"/>
            </a:endParaRPr>
          </a:p>
        </p:txBody>
      </p:sp>
      <p:sp>
        <p:nvSpPr>
          <p:cNvPr id="1428" name="Google Shape;1428;p113"/>
          <p:cNvSpPr/>
          <p:nvPr/>
        </p:nvSpPr>
        <p:spPr>
          <a:xfrm>
            <a:off x="60394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Cluster Load Balancer</a:t>
            </a:r>
            <a:endParaRPr sz="1400">
              <a:solidFill>
                <a:srgbClr val="3A3838"/>
              </a:solidFill>
              <a:latin typeface="DM Sans"/>
              <a:ea typeface="DM Sans"/>
              <a:cs typeface="DM Sans"/>
              <a:sym typeface="DM Sans"/>
            </a:endParaRPr>
          </a:p>
        </p:txBody>
      </p:sp>
      <p:pic>
        <p:nvPicPr>
          <p:cNvPr id="1429" name="Google Shape;1429;p113"/>
          <p:cNvPicPr preferRelativeResize="0"/>
          <p:nvPr/>
        </p:nvPicPr>
        <p:blipFill rotWithShape="1">
          <a:blip r:embed="rId3">
            <a:alphaModFix/>
          </a:blip>
          <a:srcRect b="0" l="0" r="0" t="0"/>
          <a:stretch/>
        </p:blipFill>
        <p:spPr>
          <a:xfrm>
            <a:off x="764806" y="3429006"/>
            <a:ext cx="744464" cy="744458"/>
          </a:xfrm>
          <a:prstGeom prst="rect">
            <a:avLst/>
          </a:prstGeom>
          <a:noFill/>
          <a:ln>
            <a:noFill/>
          </a:ln>
        </p:spPr>
      </p:pic>
      <p:pic>
        <p:nvPicPr>
          <p:cNvPr id="1430" name="Google Shape;1430;p113"/>
          <p:cNvPicPr preferRelativeResize="0"/>
          <p:nvPr/>
        </p:nvPicPr>
        <p:blipFill rotWithShape="1">
          <a:blip r:embed="rId4">
            <a:alphaModFix/>
          </a:blip>
          <a:srcRect b="0" l="0" r="0" t="0"/>
          <a:stretch/>
        </p:blipFill>
        <p:spPr>
          <a:xfrm>
            <a:off x="2422035" y="3429006"/>
            <a:ext cx="744464" cy="744458"/>
          </a:xfrm>
          <a:prstGeom prst="rect">
            <a:avLst/>
          </a:prstGeom>
          <a:noFill/>
          <a:ln>
            <a:noFill/>
          </a:ln>
        </p:spPr>
      </p:pic>
      <p:pic>
        <p:nvPicPr>
          <p:cNvPr id="1431" name="Google Shape;1431;p113"/>
          <p:cNvPicPr preferRelativeResize="0"/>
          <p:nvPr/>
        </p:nvPicPr>
        <p:blipFill rotWithShape="1">
          <a:blip r:embed="rId5">
            <a:alphaModFix/>
          </a:blip>
          <a:srcRect b="0" l="0" r="0" t="0"/>
          <a:stretch/>
        </p:blipFill>
        <p:spPr>
          <a:xfrm>
            <a:off x="4079288" y="3429006"/>
            <a:ext cx="744464" cy="744458"/>
          </a:xfrm>
          <a:prstGeom prst="rect">
            <a:avLst/>
          </a:prstGeom>
          <a:noFill/>
          <a:ln>
            <a:noFill/>
          </a:ln>
        </p:spPr>
      </p:pic>
      <p:pic>
        <p:nvPicPr>
          <p:cNvPr id="1432" name="Google Shape;1432;p113"/>
          <p:cNvPicPr preferRelativeResize="0"/>
          <p:nvPr/>
        </p:nvPicPr>
        <p:blipFill rotWithShape="1">
          <a:blip r:embed="rId6">
            <a:alphaModFix/>
          </a:blip>
          <a:srcRect b="0" l="0" r="0" t="0"/>
          <a:stretch/>
        </p:blipFill>
        <p:spPr>
          <a:xfrm>
            <a:off x="5722246" y="3429006"/>
            <a:ext cx="744464" cy="744458"/>
          </a:xfrm>
          <a:prstGeom prst="rect">
            <a:avLst/>
          </a:prstGeom>
          <a:noFill/>
          <a:ln>
            <a:noFill/>
          </a:ln>
        </p:spPr>
      </p:pic>
      <p:pic>
        <p:nvPicPr>
          <p:cNvPr id="1433" name="Google Shape;1433;p113"/>
          <p:cNvPicPr preferRelativeResize="0"/>
          <p:nvPr/>
        </p:nvPicPr>
        <p:blipFill rotWithShape="1">
          <a:blip r:embed="rId7">
            <a:alphaModFix/>
          </a:blip>
          <a:srcRect b="0" l="0" r="0" t="0"/>
          <a:stretch/>
        </p:blipFill>
        <p:spPr>
          <a:xfrm>
            <a:off x="7365203" y="3429006"/>
            <a:ext cx="744464" cy="744458"/>
          </a:xfrm>
          <a:prstGeom prst="rect">
            <a:avLst/>
          </a:prstGeom>
          <a:noFill/>
          <a:ln>
            <a:noFill/>
          </a:ln>
        </p:spPr>
      </p:pic>
      <p:pic>
        <p:nvPicPr>
          <p:cNvPr id="1434" name="Google Shape;1434;p113"/>
          <p:cNvPicPr preferRelativeResize="0"/>
          <p:nvPr/>
        </p:nvPicPr>
        <p:blipFill rotWithShape="1">
          <a:blip r:embed="rId8">
            <a:alphaModFix/>
          </a:blip>
          <a:srcRect b="0" l="0" r="0" t="0"/>
          <a:stretch/>
        </p:blipFill>
        <p:spPr>
          <a:xfrm>
            <a:off x="9015258" y="3429006"/>
            <a:ext cx="744464" cy="744458"/>
          </a:xfrm>
          <a:prstGeom prst="rect">
            <a:avLst/>
          </a:prstGeom>
          <a:noFill/>
          <a:ln>
            <a:noFill/>
          </a:ln>
        </p:spPr>
      </p:pic>
      <p:pic>
        <p:nvPicPr>
          <p:cNvPr id="1435" name="Google Shape;1435;p113"/>
          <p:cNvPicPr preferRelativeResize="0"/>
          <p:nvPr/>
        </p:nvPicPr>
        <p:blipFill rotWithShape="1">
          <a:blip r:embed="rId9">
            <a:alphaModFix/>
          </a:blip>
          <a:srcRect b="0" l="0" r="0" t="0"/>
          <a:stretch/>
        </p:blipFill>
        <p:spPr>
          <a:xfrm>
            <a:off x="10665314" y="3429006"/>
            <a:ext cx="744464" cy="744458"/>
          </a:xfrm>
          <a:prstGeom prst="rect">
            <a:avLst/>
          </a:prstGeom>
          <a:noFill/>
          <a:ln>
            <a:noFill/>
          </a:ln>
        </p:spPr>
      </p:pic>
      <p:pic>
        <p:nvPicPr>
          <p:cNvPr id="1436" name="Google Shape;1436;p113"/>
          <p:cNvPicPr preferRelativeResize="0"/>
          <p:nvPr/>
        </p:nvPicPr>
        <p:blipFill rotWithShape="1">
          <a:blip r:embed="rId10">
            <a:alphaModFix/>
          </a:blip>
          <a:srcRect b="0" l="0" r="0" t="0"/>
          <a:stretch/>
        </p:blipFill>
        <p:spPr>
          <a:xfrm>
            <a:off x="764806" y="4295928"/>
            <a:ext cx="744464" cy="744458"/>
          </a:xfrm>
          <a:prstGeom prst="rect">
            <a:avLst/>
          </a:prstGeom>
          <a:noFill/>
          <a:ln>
            <a:noFill/>
          </a:ln>
        </p:spPr>
      </p:pic>
      <p:pic>
        <p:nvPicPr>
          <p:cNvPr id="1437" name="Google Shape;1437;p113"/>
          <p:cNvPicPr preferRelativeResize="0"/>
          <p:nvPr/>
        </p:nvPicPr>
        <p:blipFill rotWithShape="1">
          <a:blip r:embed="rId11">
            <a:alphaModFix/>
          </a:blip>
          <a:srcRect b="0" l="0" r="0" t="0"/>
          <a:stretch/>
        </p:blipFill>
        <p:spPr>
          <a:xfrm>
            <a:off x="2422035" y="4295928"/>
            <a:ext cx="744464" cy="744458"/>
          </a:xfrm>
          <a:prstGeom prst="rect">
            <a:avLst/>
          </a:prstGeom>
          <a:noFill/>
          <a:ln>
            <a:noFill/>
          </a:ln>
        </p:spPr>
      </p:pic>
      <p:pic>
        <p:nvPicPr>
          <p:cNvPr id="1438" name="Google Shape;1438;p113"/>
          <p:cNvPicPr preferRelativeResize="0"/>
          <p:nvPr/>
        </p:nvPicPr>
        <p:blipFill rotWithShape="1">
          <a:blip r:embed="rId12">
            <a:alphaModFix/>
          </a:blip>
          <a:srcRect b="0" l="0" r="0" t="0"/>
          <a:stretch/>
        </p:blipFill>
        <p:spPr>
          <a:xfrm>
            <a:off x="4079288" y="4295928"/>
            <a:ext cx="744464" cy="744458"/>
          </a:xfrm>
          <a:prstGeom prst="rect">
            <a:avLst/>
          </a:prstGeom>
          <a:noFill/>
          <a:ln>
            <a:noFill/>
          </a:ln>
        </p:spPr>
      </p:pic>
      <p:pic>
        <p:nvPicPr>
          <p:cNvPr id="1439" name="Google Shape;1439;p113"/>
          <p:cNvPicPr preferRelativeResize="0"/>
          <p:nvPr/>
        </p:nvPicPr>
        <p:blipFill rotWithShape="1">
          <a:blip r:embed="rId13">
            <a:alphaModFix/>
          </a:blip>
          <a:srcRect b="0" l="0" r="0" t="0"/>
          <a:stretch/>
        </p:blipFill>
        <p:spPr>
          <a:xfrm>
            <a:off x="5722246" y="4295928"/>
            <a:ext cx="744464" cy="744458"/>
          </a:xfrm>
          <a:prstGeom prst="rect">
            <a:avLst/>
          </a:prstGeom>
          <a:noFill/>
          <a:ln>
            <a:noFill/>
          </a:ln>
        </p:spPr>
      </p:pic>
      <p:pic>
        <p:nvPicPr>
          <p:cNvPr id="1440" name="Google Shape;1440;p113"/>
          <p:cNvPicPr preferRelativeResize="0"/>
          <p:nvPr/>
        </p:nvPicPr>
        <p:blipFill rotWithShape="1">
          <a:blip r:embed="rId14">
            <a:alphaModFix/>
          </a:blip>
          <a:srcRect b="0" l="0" r="0" t="0"/>
          <a:stretch/>
        </p:blipFill>
        <p:spPr>
          <a:xfrm>
            <a:off x="7365203" y="4295928"/>
            <a:ext cx="744464" cy="744458"/>
          </a:xfrm>
          <a:prstGeom prst="rect">
            <a:avLst/>
          </a:prstGeom>
          <a:noFill/>
          <a:ln>
            <a:noFill/>
          </a:ln>
        </p:spPr>
      </p:pic>
      <p:pic>
        <p:nvPicPr>
          <p:cNvPr id="1441" name="Google Shape;1441;p113"/>
          <p:cNvPicPr preferRelativeResize="0"/>
          <p:nvPr/>
        </p:nvPicPr>
        <p:blipFill rotWithShape="1">
          <a:blip r:embed="rId15">
            <a:alphaModFix/>
          </a:blip>
          <a:srcRect b="0" l="0" r="0" t="0"/>
          <a:stretch/>
        </p:blipFill>
        <p:spPr>
          <a:xfrm>
            <a:off x="9015258" y="4295928"/>
            <a:ext cx="744464" cy="744458"/>
          </a:xfrm>
          <a:prstGeom prst="rect">
            <a:avLst/>
          </a:prstGeom>
          <a:noFill/>
          <a:ln>
            <a:noFill/>
          </a:ln>
        </p:spPr>
      </p:pic>
      <p:pic>
        <p:nvPicPr>
          <p:cNvPr id="1442" name="Google Shape;1442;p113"/>
          <p:cNvPicPr preferRelativeResize="0"/>
          <p:nvPr/>
        </p:nvPicPr>
        <p:blipFill rotWithShape="1">
          <a:blip r:embed="rId16">
            <a:alphaModFix/>
          </a:blip>
          <a:srcRect b="0" l="0" r="0" t="0"/>
          <a:stretch/>
        </p:blipFill>
        <p:spPr>
          <a:xfrm>
            <a:off x="10665314" y="4295928"/>
            <a:ext cx="744464" cy="744458"/>
          </a:xfrm>
          <a:prstGeom prst="rect">
            <a:avLst/>
          </a:prstGeom>
          <a:noFill/>
          <a:ln>
            <a:noFill/>
          </a:ln>
        </p:spPr>
      </p:pic>
      <p:pic>
        <p:nvPicPr>
          <p:cNvPr id="1443" name="Google Shape;1443;p113"/>
          <p:cNvPicPr preferRelativeResize="0"/>
          <p:nvPr/>
        </p:nvPicPr>
        <p:blipFill rotWithShape="1">
          <a:blip r:embed="rId17">
            <a:alphaModFix/>
          </a:blip>
          <a:srcRect b="0" l="0" r="0" t="0"/>
          <a:stretch/>
        </p:blipFill>
        <p:spPr>
          <a:xfrm>
            <a:off x="764806" y="5162849"/>
            <a:ext cx="744464" cy="744458"/>
          </a:xfrm>
          <a:prstGeom prst="rect">
            <a:avLst/>
          </a:prstGeom>
          <a:noFill/>
          <a:ln>
            <a:noFill/>
          </a:ln>
        </p:spPr>
      </p:pic>
      <p:pic>
        <p:nvPicPr>
          <p:cNvPr id="1444" name="Google Shape;1444;p113"/>
          <p:cNvPicPr preferRelativeResize="0"/>
          <p:nvPr/>
        </p:nvPicPr>
        <p:blipFill rotWithShape="1">
          <a:blip r:embed="rId18">
            <a:alphaModFix/>
          </a:blip>
          <a:srcRect b="0" l="0" r="0" t="0"/>
          <a:stretch/>
        </p:blipFill>
        <p:spPr>
          <a:xfrm>
            <a:off x="2422035" y="5162849"/>
            <a:ext cx="744464" cy="744458"/>
          </a:xfrm>
          <a:prstGeom prst="rect">
            <a:avLst/>
          </a:prstGeom>
          <a:noFill/>
          <a:ln>
            <a:noFill/>
          </a:ln>
        </p:spPr>
      </p:pic>
      <p:pic>
        <p:nvPicPr>
          <p:cNvPr id="1445" name="Google Shape;1445;p113"/>
          <p:cNvPicPr preferRelativeResize="0"/>
          <p:nvPr/>
        </p:nvPicPr>
        <p:blipFill rotWithShape="1">
          <a:blip r:embed="rId19">
            <a:alphaModFix/>
          </a:blip>
          <a:srcRect b="0" l="0" r="0" t="0"/>
          <a:stretch/>
        </p:blipFill>
        <p:spPr>
          <a:xfrm>
            <a:off x="4079288" y="5162849"/>
            <a:ext cx="744464" cy="744458"/>
          </a:xfrm>
          <a:prstGeom prst="rect">
            <a:avLst/>
          </a:prstGeom>
          <a:noFill/>
          <a:ln>
            <a:noFill/>
          </a:ln>
        </p:spPr>
      </p:pic>
      <p:pic>
        <p:nvPicPr>
          <p:cNvPr id="1446" name="Google Shape;1446;p113"/>
          <p:cNvPicPr preferRelativeResize="0"/>
          <p:nvPr/>
        </p:nvPicPr>
        <p:blipFill rotWithShape="1">
          <a:blip r:embed="rId20">
            <a:alphaModFix/>
          </a:blip>
          <a:srcRect b="0" l="0" r="0" t="0"/>
          <a:stretch/>
        </p:blipFill>
        <p:spPr>
          <a:xfrm>
            <a:off x="5722246" y="5162849"/>
            <a:ext cx="744464" cy="744458"/>
          </a:xfrm>
          <a:prstGeom prst="rect">
            <a:avLst/>
          </a:prstGeom>
          <a:noFill/>
          <a:ln>
            <a:noFill/>
          </a:ln>
        </p:spPr>
      </p:pic>
      <p:pic>
        <p:nvPicPr>
          <p:cNvPr id="1447" name="Google Shape;1447;p113"/>
          <p:cNvPicPr preferRelativeResize="0"/>
          <p:nvPr/>
        </p:nvPicPr>
        <p:blipFill rotWithShape="1">
          <a:blip r:embed="rId21">
            <a:alphaModFix/>
          </a:blip>
          <a:srcRect b="0" l="0" r="0" t="0"/>
          <a:stretch/>
        </p:blipFill>
        <p:spPr>
          <a:xfrm>
            <a:off x="7365203" y="5162849"/>
            <a:ext cx="744464" cy="744458"/>
          </a:xfrm>
          <a:prstGeom prst="rect">
            <a:avLst/>
          </a:prstGeom>
          <a:noFill/>
          <a:ln>
            <a:noFill/>
          </a:ln>
        </p:spPr>
      </p:pic>
      <p:pic>
        <p:nvPicPr>
          <p:cNvPr id="1448" name="Google Shape;1448;p113"/>
          <p:cNvPicPr preferRelativeResize="0"/>
          <p:nvPr/>
        </p:nvPicPr>
        <p:blipFill rotWithShape="1">
          <a:blip r:embed="rId22">
            <a:alphaModFix/>
          </a:blip>
          <a:srcRect b="0" l="0" r="0" t="0"/>
          <a:stretch/>
        </p:blipFill>
        <p:spPr>
          <a:xfrm>
            <a:off x="9015258" y="5162849"/>
            <a:ext cx="744464" cy="744458"/>
          </a:xfrm>
          <a:prstGeom prst="rect">
            <a:avLst/>
          </a:prstGeom>
          <a:noFill/>
          <a:ln>
            <a:noFill/>
          </a:ln>
        </p:spPr>
      </p:pic>
      <p:pic>
        <p:nvPicPr>
          <p:cNvPr id="1449" name="Google Shape;1449;p113"/>
          <p:cNvPicPr preferRelativeResize="0"/>
          <p:nvPr/>
        </p:nvPicPr>
        <p:blipFill rotWithShape="1">
          <a:blip r:embed="rId23">
            <a:alphaModFix/>
          </a:blip>
          <a:srcRect b="0" l="0" r="0" t="0"/>
          <a:stretch/>
        </p:blipFill>
        <p:spPr>
          <a:xfrm>
            <a:off x="10665314" y="5162849"/>
            <a:ext cx="744464" cy="744458"/>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3" name="Shape 1453"/>
        <p:cNvGrpSpPr/>
        <p:nvPr/>
      </p:nvGrpSpPr>
      <p:grpSpPr>
        <a:xfrm>
          <a:off x="0" y="0"/>
          <a:ext cx="0" cy="0"/>
          <a:chOff x="0" y="0"/>
          <a:chExt cx="0" cy="0"/>
        </a:xfrm>
      </p:grpSpPr>
      <p:sp>
        <p:nvSpPr>
          <p:cNvPr id="1454" name="Google Shape;1454;p114"/>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455" name="Google Shape;1455;p114"/>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456" name="Google Shape;1456;p114"/>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Security</a:t>
            </a:r>
            <a:endParaRPr/>
          </a:p>
        </p:txBody>
      </p:sp>
      <p:sp>
        <p:nvSpPr>
          <p:cNvPr id="1457" name="Google Shape;1457;p114"/>
          <p:cNvSpPr/>
          <p:nvPr/>
        </p:nvSpPr>
        <p:spPr>
          <a:xfrm>
            <a:off x="1050428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Breach</a:t>
            </a:r>
            <a:endParaRPr sz="1400">
              <a:solidFill>
                <a:srgbClr val="3A3838"/>
              </a:solidFill>
              <a:latin typeface="DM Sans"/>
              <a:ea typeface="DM Sans"/>
              <a:cs typeface="DM Sans"/>
              <a:sym typeface="DM Sans"/>
            </a:endParaRPr>
          </a:p>
        </p:txBody>
      </p:sp>
      <p:sp>
        <p:nvSpPr>
          <p:cNvPr id="1458" name="Google Shape;1458;p114"/>
          <p:cNvSpPr/>
          <p:nvPr/>
        </p:nvSpPr>
        <p:spPr>
          <a:xfrm>
            <a:off x="8854217"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Botnet</a:t>
            </a:r>
            <a:endParaRPr sz="1400">
              <a:solidFill>
                <a:srgbClr val="3A3838"/>
              </a:solidFill>
              <a:latin typeface="DM Sans"/>
              <a:ea typeface="DM Sans"/>
              <a:cs typeface="DM Sans"/>
              <a:sym typeface="DM Sans"/>
            </a:endParaRPr>
          </a:p>
        </p:txBody>
      </p:sp>
      <p:sp>
        <p:nvSpPr>
          <p:cNvPr id="1459" name="Google Shape;1459;p114"/>
          <p:cNvSpPr/>
          <p:nvPr/>
        </p:nvSpPr>
        <p:spPr>
          <a:xfrm>
            <a:off x="7103823" y="2595333"/>
            <a:ext cx="12672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Automation Orchestration</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460" name="Google Shape;1460;p114"/>
          <p:cNvSpPr/>
          <p:nvPr/>
        </p:nvSpPr>
        <p:spPr>
          <a:xfrm>
            <a:off x="5433640" y="2595333"/>
            <a:ext cx="1307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Authentication Service</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461" name="Google Shape;1461;p114"/>
          <p:cNvSpPr/>
          <p:nvPr/>
        </p:nvSpPr>
        <p:spPr>
          <a:xfrm>
            <a:off x="3904056"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Attacker</a:t>
            </a:r>
            <a:endParaRPr sz="1400">
              <a:solidFill>
                <a:srgbClr val="3A3838"/>
              </a:solidFill>
              <a:latin typeface="DM Sans"/>
              <a:ea typeface="DM Sans"/>
              <a:cs typeface="DM Sans"/>
              <a:sym typeface="DM Sans"/>
            </a:endParaRPr>
          </a:p>
        </p:txBody>
      </p:sp>
      <p:sp>
        <p:nvSpPr>
          <p:cNvPr id="1462" name="Google Shape;1462;p114"/>
          <p:cNvSpPr/>
          <p:nvPr/>
        </p:nvSpPr>
        <p:spPr>
          <a:xfrm>
            <a:off x="2254002"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Apps Services</a:t>
            </a:r>
            <a:endParaRPr sz="1400">
              <a:solidFill>
                <a:srgbClr val="3A3838"/>
              </a:solidFill>
              <a:latin typeface="DM Sans"/>
              <a:ea typeface="DM Sans"/>
              <a:cs typeface="DM Sans"/>
              <a:sym typeface="DM Sans"/>
            </a:endParaRPr>
          </a:p>
        </p:txBody>
      </p:sp>
      <p:sp>
        <p:nvSpPr>
          <p:cNvPr id="1463" name="Google Shape;1463;p114"/>
          <p:cNvSpPr/>
          <p:nvPr/>
        </p:nvSpPr>
        <p:spPr>
          <a:xfrm>
            <a:off x="60394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Analytics</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pic>
        <p:nvPicPr>
          <p:cNvPr id="1464" name="Google Shape;1464;p114"/>
          <p:cNvPicPr preferRelativeResize="0"/>
          <p:nvPr/>
        </p:nvPicPr>
        <p:blipFill rotWithShape="1">
          <a:blip r:embed="rId3">
            <a:alphaModFix/>
          </a:blip>
          <a:srcRect b="0" l="0" r="0" t="0"/>
          <a:stretch/>
        </p:blipFill>
        <p:spPr>
          <a:xfrm>
            <a:off x="761806" y="3429006"/>
            <a:ext cx="744464" cy="744458"/>
          </a:xfrm>
          <a:prstGeom prst="rect">
            <a:avLst/>
          </a:prstGeom>
          <a:noFill/>
          <a:ln>
            <a:noFill/>
          </a:ln>
        </p:spPr>
      </p:pic>
      <p:pic>
        <p:nvPicPr>
          <p:cNvPr id="1465" name="Google Shape;1465;p114"/>
          <p:cNvPicPr preferRelativeResize="0"/>
          <p:nvPr/>
        </p:nvPicPr>
        <p:blipFill rotWithShape="1">
          <a:blip r:embed="rId4">
            <a:alphaModFix/>
          </a:blip>
          <a:srcRect b="0" l="0" r="0" t="0"/>
          <a:stretch/>
        </p:blipFill>
        <p:spPr>
          <a:xfrm>
            <a:off x="2412391" y="3429006"/>
            <a:ext cx="744464" cy="744458"/>
          </a:xfrm>
          <a:prstGeom prst="rect">
            <a:avLst/>
          </a:prstGeom>
          <a:noFill/>
          <a:ln>
            <a:noFill/>
          </a:ln>
        </p:spPr>
      </p:pic>
      <p:pic>
        <p:nvPicPr>
          <p:cNvPr id="1466" name="Google Shape;1466;p114"/>
          <p:cNvPicPr preferRelativeResize="0"/>
          <p:nvPr/>
        </p:nvPicPr>
        <p:blipFill rotWithShape="1">
          <a:blip r:embed="rId5">
            <a:alphaModFix/>
          </a:blip>
          <a:srcRect b="0" l="0" r="0" t="0"/>
          <a:stretch/>
        </p:blipFill>
        <p:spPr>
          <a:xfrm>
            <a:off x="4062976" y="3429006"/>
            <a:ext cx="744464" cy="744458"/>
          </a:xfrm>
          <a:prstGeom prst="rect">
            <a:avLst/>
          </a:prstGeom>
          <a:noFill/>
          <a:ln>
            <a:noFill/>
          </a:ln>
        </p:spPr>
      </p:pic>
      <p:pic>
        <p:nvPicPr>
          <p:cNvPr id="1467" name="Google Shape;1467;p114"/>
          <p:cNvPicPr preferRelativeResize="0"/>
          <p:nvPr/>
        </p:nvPicPr>
        <p:blipFill rotWithShape="1">
          <a:blip r:embed="rId6">
            <a:alphaModFix/>
          </a:blip>
          <a:srcRect b="0" l="0" r="0" t="0"/>
          <a:stretch/>
        </p:blipFill>
        <p:spPr>
          <a:xfrm>
            <a:off x="5713560" y="3429006"/>
            <a:ext cx="744464" cy="744458"/>
          </a:xfrm>
          <a:prstGeom prst="rect">
            <a:avLst/>
          </a:prstGeom>
          <a:noFill/>
          <a:ln>
            <a:noFill/>
          </a:ln>
        </p:spPr>
      </p:pic>
      <p:pic>
        <p:nvPicPr>
          <p:cNvPr id="1468" name="Google Shape;1468;p114"/>
          <p:cNvPicPr preferRelativeResize="0"/>
          <p:nvPr/>
        </p:nvPicPr>
        <p:blipFill rotWithShape="1">
          <a:blip r:embed="rId7">
            <a:alphaModFix/>
          </a:blip>
          <a:srcRect b="0" l="0" r="0" t="0"/>
          <a:stretch/>
        </p:blipFill>
        <p:spPr>
          <a:xfrm>
            <a:off x="7364145" y="3429006"/>
            <a:ext cx="744464" cy="744458"/>
          </a:xfrm>
          <a:prstGeom prst="rect">
            <a:avLst/>
          </a:prstGeom>
          <a:noFill/>
          <a:ln>
            <a:noFill/>
          </a:ln>
        </p:spPr>
      </p:pic>
      <p:pic>
        <p:nvPicPr>
          <p:cNvPr id="1469" name="Google Shape;1469;p114"/>
          <p:cNvPicPr preferRelativeResize="0"/>
          <p:nvPr/>
        </p:nvPicPr>
        <p:blipFill rotWithShape="1">
          <a:blip r:embed="rId8">
            <a:alphaModFix/>
          </a:blip>
          <a:srcRect b="0" l="0" r="0" t="0"/>
          <a:stretch/>
        </p:blipFill>
        <p:spPr>
          <a:xfrm>
            <a:off x="9014729" y="3429006"/>
            <a:ext cx="744464" cy="744458"/>
          </a:xfrm>
          <a:prstGeom prst="rect">
            <a:avLst/>
          </a:prstGeom>
          <a:noFill/>
          <a:ln>
            <a:noFill/>
          </a:ln>
        </p:spPr>
      </p:pic>
      <p:pic>
        <p:nvPicPr>
          <p:cNvPr id="1470" name="Google Shape;1470;p114"/>
          <p:cNvPicPr preferRelativeResize="0"/>
          <p:nvPr/>
        </p:nvPicPr>
        <p:blipFill rotWithShape="1">
          <a:blip r:embed="rId9">
            <a:alphaModFix/>
          </a:blip>
          <a:srcRect b="0" l="0" r="0" t="0"/>
          <a:stretch/>
        </p:blipFill>
        <p:spPr>
          <a:xfrm>
            <a:off x="10665314" y="3429006"/>
            <a:ext cx="744464" cy="744458"/>
          </a:xfrm>
          <a:prstGeom prst="rect">
            <a:avLst/>
          </a:prstGeom>
          <a:noFill/>
          <a:ln>
            <a:noFill/>
          </a:ln>
        </p:spPr>
      </p:pic>
      <p:pic>
        <p:nvPicPr>
          <p:cNvPr id="1471" name="Google Shape;1471;p114"/>
          <p:cNvPicPr preferRelativeResize="0"/>
          <p:nvPr/>
        </p:nvPicPr>
        <p:blipFill rotWithShape="1">
          <a:blip r:embed="rId10">
            <a:alphaModFix/>
          </a:blip>
          <a:srcRect b="0" l="0" r="0" t="0"/>
          <a:stretch/>
        </p:blipFill>
        <p:spPr>
          <a:xfrm>
            <a:off x="761806" y="4295928"/>
            <a:ext cx="744464" cy="744458"/>
          </a:xfrm>
          <a:prstGeom prst="rect">
            <a:avLst/>
          </a:prstGeom>
          <a:noFill/>
          <a:ln>
            <a:noFill/>
          </a:ln>
        </p:spPr>
      </p:pic>
      <p:pic>
        <p:nvPicPr>
          <p:cNvPr id="1472" name="Google Shape;1472;p114"/>
          <p:cNvPicPr preferRelativeResize="0"/>
          <p:nvPr/>
        </p:nvPicPr>
        <p:blipFill rotWithShape="1">
          <a:blip r:embed="rId11">
            <a:alphaModFix/>
          </a:blip>
          <a:srcRect b="0" l="0" r="0" t="0"/>
          <a:stretch/>
        </p:blipFill>
        <p:spPr>
          <a:xfrm>
            <a:off x="2412391" y="4295928"/>
            <a:ext cx="744464" cy="744458"/>
          </a:xfrm>
          <a:prstGeom prst="rect">
            <a:avLst/>
          </a:prstGeom>
          <a:noFill/>
          <a:ln>
            <a:noFill/>
          </a:ln>
        </p:spPr>
      </p:pic>
      <p:pic>
        <p:nvPicPr>
          <p:cNvPr id="1473" name="Google Shape;1473;p114"/>
          <p:cNvPicPr preferRelativeResize="0"/>
          <p:nvPr/>
        </p:nvPicPr>
        <p:blipFill rotWithShape="1">
          <a:blip r:embed="rId12">
            <a:alphaModFix/>
          </a:blip>
          <a:srcRect b="0" l="0" r="0" t="0"/>
          <a:stretch/>
        </p:blipFill>
        <p:spPr>
          <a:xfrm>
            <a:off x="4062976" y="4295928"/>
            <a:ext cx="744464" cy="744458"/>
          </a:xfrm>
          <a:prstGeom prst="rect">
            <a:avLst/>
          </a:prstGeom>
          <a:noFill/>
          <a:ln>
            <a:noFill/>
          </a:ln>
        </p:spPr>
      </p:pic>
      <p:pic>
        <p:nvPicPr>
          <p:cNvPr id="1474" name="Google Shape;1474;p114"/>
          <p:cNvPicPr preferRelativeResize="0"/>
          <p:nvPr/>
        </p:nvPicPr>
        <p:blipFill rotWithShape="1">
          <a:blip r:embed="rId13">
            <a:alphaModFix/>
          </a:blip>
          <a:srcRect b="0" l="0" r="0" t="0"/>
          <a:stretch/>
        </p:blipFill>
        <p:spPr>
          <a:xfrm>
            <a:off x="5713560" y="4295928"/>
            <a:ext cx="744464" cy="744458"/>
          </a:xfrm>
          <a:prstGeom prst="rect">
            <a:avLst/>
          </a:prstGeom>
          <a:noFill/>
          <a:ln>
            <a:noFill/>
          </a:ln>
        </p:spPr>
      </p:pic>
      <p:pic>
        <p:nvPicPr>
          <p:cNvPr id="1475" name="Google Shape;1475;p114"/>
          <p:cNvPicPr preferRelativeResize="0"/>
          <p:nvPr/>
        </p:nvPicPr>
        <p:blipFill rotWithShape="1">
          <a:blip r:embed="rId14">
            <a:alphaModFix/>
          </a:blip>
          <a:srcRect b="0" l="0" r="0" t="0"/>
          <a:stretch/>
        </p:blipFill>
        <p:spPr>
          <a:xfrm>
            <a:off x="7364145" y="4295928"/>
            <a:ext cx="744464" cy="744458"/>
          </a:xfrm>
          <a:prstGeom prst="rect">
            <a:avLst/>
          </a:prstGeom>
          <a:noFill/>
          <a:ln>
            <a:noFill/>
          </a:ln>
        </p:spPr>
      </p:pic>
      <p:pic>
        <p:nvPicPr>
          <p:cNvPr id="1476" name="Google Shape;1476;p114"/>
          <p:cNvPicPr preferRelativeResize="0"/>
          <p:nvPr/>
        </p:nvPicPr>
        <p:blipFill rotWithShape="1">
          <a:blip r:embed="rId15">
            <a:alphaModFix/>
          </a:blip>
          <a:srcRect b="0" l="0" r="0" t="0"/>
          <a:stretch/>
        </p:blipFill>
        <p:spPr>
          <a:xfrm>
            <a:off x="9014729" y="4295928"/>
            <a:ext cx="744464" cy="744458"/>
          </a:xfrm>
          <a:prstGeom prst="rect">
            <a:avLst/>
          </a:prstGeom>
          <a:noFill/>
          <a:ln>
            <a:noFill/>
          </a:ln>
        </p:spPr>
      </p:pic>
      <p:pic>
        <p:nvPicPr>
          <p:cNvPr id="1477" name="Google Shape;1477;p114"/>
          <p:cNvPicPr preferRelativeResize="0"/>
          <p:nvPr/>
        </p:nvPicPr>
        <p:blipFill rotWithShape="1">
          <a:blip r:embed="rId16">
            <a:alphaModFix/>
          </a:blip>
          <a:srcRect b="0" l="0" r="0" t="0"/>
          <a:stretch/>
        </p:blipFill>
        <p:spPr>
          <a:xfrm>
            <a:off x="10665314" y="4295928"/>
            <a:ext cx="744464" cy="744458"/>
          </a:xfrm>
          <a:prstGeom prst="rect">
            <a:avLst/>
          </a:prstGeom>
          <a:noFill/>
          <a:ln>
            <a:noFill/>
          </a:ln>
        </p:spPr>
      </p:pic>
      <p:pic>
        <p:nvPicPr>
          <p:cNvPr id="1478" name="Google Shape;1478;p114"/>
          <p:cNvPicPr preferRelativeResize="0"/>
          <p:nvPr/>
        </p:nvPicPr>
        <p:blipFill rotWithShape="1">
          <a:blip r:embed="rId17">
            <a:alphaModFix/>
          </a:blip>
          <a:srcRect b="0" l="0" r="0" t="0"/>
          <a:stretch/>
        </p:blipFill>
        <p:spPr>
          <a:xfrm>
            <a:off x="761806" y="5162849"/>
            <a:ext cx="744464" cy="744458"/>
          </a:xfrm>
          <a:prstGeom prst="rect">
            <a:avLst/>
          </a:prstGeom>
          <a:noFill/>
          <a:ln>
            <a:noFill/>
          </a:ln>
        </p:spPr>
      </p:pic>
      <p:pic>
        <p:nvPicPr>
          <p:cNvPr id="1479" name="Google Shape;1479;p114"/>
          <p:cNvPicPr preferRelativeResize="0"/>
          <p:nvPr/>
        </p:nvPicPr>
        <p:blipFill rotWithShape="1">
          <a:blip r:embed="rId18">
            <a:alphaModFix/>
          </a:blip>
          <a:srcRect b="0" l="0" r="0" t="0"/>
          <a:stretch/>
        </p:blipFill>
        <p:spPr>
          <a:xfrm>
            <a:off x="2412391" y="5162849"/>
            <a:ext cx="744464" cy="744458"/>
          </a:xfrm>
          <a:prstGeom prst="rect">
            <a:avLst/>
          </a:prstGeom>
          <a:noFill/>
          <a:ln>
            <a:noFill/>
          </a:ln>
        </p:spPr>
      </p:pic>
      <p:pic>
        <p:nvPicPr>
          <p:cNvPr id="1480" name="Google Shape;1480;p114"/>
          <p:cNvPicPr preferRelativeResize="0"/>
          <p:nvPr/>
        </p:nvPicPr>
        <p:blipFill rotWithShape="1">
          <a:blip r:embed="rId19">
            <a:alphaModFix/>
          </a:blip>
          <a:srcRect b="0" l="0" r="0" t="0"/>
          <a:stretch/>
        </p:blipFill>
        <p:spPr>
          <a:xfrm>
            <a:off x="4062976" y="5162849"/>
            <a:ext cx="744464" cy="744458"/>
          </a:xfrm>
          <a:prstGeom prst="rect">
            <a:avLst/>
          </a:prstGeom>
          <a:noFill/>
          <a:ln>
            <a:noFill/>
          </a:ln>
        </p:spPr>
      </p:pic>
      <p:pic>
        <p:nvPicPr>
          <p:cNvPr id="1481" name="Google Shape;1481;p114"/>
          <p:cNvPicPr preferRelativeResize="0"/>
          <p:nvPr/>
        </p:nvPicPr>
        <p:blipFill rotWithShape="1">
          <a:blip r:embed="rId20">
            <a:alphaModFix/>
          </a:blip>
          <a:srcRect b="0" l="0" r="0" t="0"/>
          <a:stretch/>
        </p:blipFill>
        <p:spPr>
          <a:xfrm>
            <a:off x="5713560" y="5162849"/>
            <a:ext cx="744464" cy="744458"/>
          </a:xfrm>
          <a:prstGeom prst="rect">
            <a:avLst/>
          </a:prstGeom>
          <a:noFill/>
          <a:ln>
            <a:noFill/>
          </a:ln>
        </p:spPr>
      </p:pic>
      <p:pic>
        <p:nvPicPr>
          <p:cNvPr id="1482" name="Google Shape;1482;p114"/>
          <p:cNvPicPr preferRelativeResize="0"/>
          <p:nvPr/>
        </p:nvPicPr>
        <p:blipFill rotWithShape="1">
          <a:blip r:embed="rId21">
            <a:alphaModFix/>
          </a:blip>
          <a:srcRect b="0" l="0" r="0" t="0"/>
          <a:stretch/>
        </p:blipFill>
        <p:spPr>
          <a:xfrm>
            <a:off x="7364145" y="5162849"/>
            <a:ext cx="744464" cy="744458"/>
          </a:xfrm>
          <a:prstGeom prst="rect">
            <a:avLst/>
          </a:prstGeom>
          <a:noFill/>
          <a:ln>
            <a:noFill/>
          </a:ln>
        </p:spPr>
      </p:pic>
      <p:pic>
        <p:nvPicPr>
          <p:cNvPr id="1483" name="Google Shape;1483;p114"/>
          <p:cNvPicPr preferRelativeResize="0"/>
          <p:nvPr/>
        </p:nvPicPr>
        <p:blipFill rotWithShape="1">
          <a:blip r:embed="rId22">
            <a:alphaModFix/>
          </a:blip>
          <a:srcRect b="0" l="0" r="0" t="0"/>
          <a:stretch/>
        </p:blipFill>
        <p:spPr>
          <a:xfrm>
            <a:off x="9014729" y="5162849"/>
            <a:ext cx="744464" cy="744458"/>
          </a:xfrm>
          <a:prstGeom prst="rect">
            <a:avLst/>
          </a:prstGeom>
          <a:noFill/>
          <a:ln>
            <a:noFill/>
          </a:ln>
        </p:spPr>
      </p:pic>
      <p:pic>
        <p:nvPicPr>
          <p:cNvPr id="1484" name="Google Shape;1484;p114"/>
          <p:cNvPicPr preferRelativeResize="0"/>
          <p:nvPr/>
        </p:nvPicPr>
        <p:blipFill rotWithShape="1">
          <a:blip r:embed="rId23">
            <a:alphaModFix/>
          </a:blip>
          <a:srcRect b="0" l="0" r="0" t="0"/>
          <a:stretch/>
        </p:blipFill>
        <p:spPr>
          <a:xfrm>
            <a:off x="10665314" y="5162849"/>
            <a:ext cx="744464" cy="744458"/>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8" name="Shape 1488"/>
        <p:cNvGrpSpPr/>
        <p:nvPr/>
      </p:nvGrpSpPr>
      <p:grpSpPr>
        <a:xfrm>
          <a:off x="0" y="0"/>
          <a:ext cx="0" cy="0"/>
          <a:chOff x="0" y="0"/>
          <a:chExt cx="0" cy="0"/>
        </a:xfrm>
      </p:grpSpPr>
      <p:sp>
        <p:nvSpPr>
          <p:cNvPr id="1489" name="Google Shape;1489;p115"/>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490" name="Google Shape;1490;p115"/>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491" name="Google Shape;1491;p115"/>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Security (Cont.)</a:t>
            </a:r>
            <a:endParaRPr/>
          </a:p>
        </p:txBody>
      </p:sp>
      <p:sp>
        <p:nvSpPr>
          <p:cNvPr id="1492" name="Google Shape;1492;p115"/>
          <p:cNvSpPr/>
          <p:nvPr/>
        </p:nvSpPr>
        <p:spPr>
          <a:xfrm>
            <a:off x="1050428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Data Parser, Normalizer, ETL-ELT</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1493" name="Google Shape;1493;p115"/>
          <p:cNvSpPr/>
          <p:nvPr/>
        </p:nvSpPr>
        <p:spPr>
          <a:xfrm>
            <a:off x="8854217"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Cyber Criminal</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494" name="Google Shape;1494;p115"/>
          <p:cNvSpPr/>
          <p:nvPr/>
        </p:nvSpPr>
        <p:spPr>
          <a:xfrm>
            <a:off x="7103823" y="2595333"/>
            <a:ext cx="12672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Context-Enrichment</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495" name="Google Shape;1495;p115"/>
          <p:cNvSpPr/>
          <p:nvPr/>
        </p:nvSpPr>
        <p:spPr>
          <a:xfrm>
            <a:off x="5433640" y="2595333"/>
            <a:ext cx="1307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Compliance</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496" name="Google Shape;1496;p115"/>
          <p:cNvSpPr/>
          <p:nvPr/>
        </p:nvSpPr>
        <p:spPr>
          <a:xfrm>
            <a:off x="3904056"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Cloud Storage</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497" name="Google Shape;1497;p115"/>
          <p:cNvSpPr/>
          <p:nvPr/>
        </p:nvSpPr>
        <p:spPr>
          <a:xfrm>
            <a:off x="2254002"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Cloud Security</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498" name="Google Shape;1498;p115"/>
          <p:cNvSpPr/>
          <p:nvPr/>
        </p:nvSpPr>
        <p:spPr>
          <a:xfrm>
            <a:off x="60394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Business Risk</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pic>
        <p:nvPicPr>
          <p:cNvPr id="1499" name="Google Shape;1499;p115"/>
          <p:cNvPicPr preferRelativeResize="0"/>
          <p:nvPr/>
        </p:nvPicPr>
        <p:blipFill rotWithShape="1">
          <a:blip r:embed="rId3">
            <a:alphaModFix/>
          </a:blip>
          <a:srcRect b="0" l="0" r="0" t="0"/>
          <a:stretch/>
        </p:blipFill>
        <p:spPr>
          <a:xfrm>
            <a:off x="764806" y="3429006"/>
            <a:ext cx="744464" cy="744458"/>
          </a:xfrm>
          <a:prstGeom prst="rect">
            <a:avLst/>
          </a:prstGeom>
          <a:noFill/>
          <a:ln>
            <a:noFill/>
          </a:ln>
        </p:spPr>
      </p:pic>
      <p:pic>
        <p:nvPicPr>
          <p:cNvPr id="1500" name="Google Shape;1500;p115"/>
          <p:cNvPicPr preferRelativeResize="0"/>
          <p:nvPr/>
        </p:nvPicPr>
        <p:blipFill rotWithShape="1">
          <a:blip r:embed="rId4">
            <a:alphaModFix/>
          </a:blip>
          <a:srcRect b="0" l="0" r="0" t="0"/>
          <a:stretch/>
        </p:blipFill>
        <p:spPr>
          <a:xfrm>
            <a:off x="2414890" y="3429006"/>
            <a:ext cx="744464" cy="744458"/>
          </a:xfrm>
          <a:prstGeom prst="rect">
            <a:avLst/>
          </a:prstGeom>
          <a:noFill/>
          <a:ln>
            <a:noFill/>
          </a:ln>
        </p:spPr>
      </p:pic>
      <p:pic>
        <p:nvPicPr>
          <p:cNvPr id="1501" name="Google Shape;1501;p115"/>
          <p:cNvPicPr preferRelativeResize="0"/>
          <p:nvPr/>
        </p:nvPicPr>
        <p:blipFill rotWithShape="1">
          <a:blip r:embed="rId5">
            <a:alphaModFix/>
          </a:blip>
          <a:srcRect b="0" l="0" r="0" t="0"/>
          <a:stretch/>
        </p:blipFill>
        <p:spPr>
          <a:xfrm>
            <a:off x="4064975" y="3429006"/>
            <a:ext cx="744464" cy="744458"/>
          </a:xfrm>
          <a:prstGeom prst="rect">
            <a:avLst/>
          </a:prstGeom>
          <a:noFill/>
          <a:ln>
            <a:noFill/>
          </a:ln>
        </p:spPr>
      </p:pic>
      <p:pic>
        <p:nvPicPr>
          <p:cNvPr id="1502" name="Google Shape;1502;p115"/>
          <p:cNvPicPr preferRelativeResize="0"/>
          <p:nvPr/>
        </p:nvPicPr>
        <p:blipFill rotWithShape="1">
          <a:blip r:embed="rId6">
            <a:alphaModFix/>
          </a:blip>
          <a:srcRect b="0" l="0" r="0" t="0"/>
          <a:stretch/>
        </p:blipFill>
        <p:spPr>
          <a:xfrm>
            <a:off x="5715060" y="3429006"/>
            <a:ext cx="744464" cy="744458"/>
          </a:xfrm>
          <a:prstGeom prst="rect">
            <a:avLst/>
          </a:prstGeom>
          <a:noFill/>
          <a:ln>
            <a:noFill/>
          </a:ln>
        </p:spPr>
      </p:pic>
      <p:pic>
        <p:nvPicPr>
          <p:cNvPr id="1503" name="Google Shape;1503;p115"/>
          <p:cNvPicPr preferRelativeResize="0"/>
          <p:nvPr/>
        </p:nvPicPr>
        <p:blipFill rotWithShape="1">
          <a:blip r:embed="rId7">
            <a:alphaModFix/>
          </a:blip>
          <a:srcRect b="0" l="0" r="0" t="0"/>
          <a:stretch/>
        </p:blipFill>
        <p:spPr>
          <a:xfrm>
            <a:off x="7365144" y="3429006"/>
            <a:ext cx="744464" cy="744458"/>
          </a:xfrm>
          <a:prstGeom prst="rect">
            <a:avLst/>
          </a:prstGeom>
          <a:noFill/>
          <a:ln>
            <a:noFill/>
          </a:ln>
        </p:spPr>
      </p:pic>
      <p:pic>
        <p:nvPicPr>
          <p:cNvPr id="1504" name="Google Shape;1504;p115"/>
          <p:cNvPicPr preferRelativeResize="0"/>
          <p:nvPr/>
        </p:nvPicPr>
        <p:blipFill rotWithShape="1">
          <a:blip r:embed="rId8">
            <a:alphaModFix/>
          </a:blip>
          <a:srcRect b="0" l="0" r="0" t="0"/>
          <a:stretch/>
        </p:blipFill>
        <p:spPr>
          <a:xfrm>
            <a:off x="9015229" y="3429006"/>
            <a:ext cx="744464" cy="744458"/>
          </a:xfrm>
          <a:prstGeom prst="rect">
            <a:avLst/>
          </a:prstGeom>
          <a:noFill/>
          <a:ln>
            <a:noFill/>
          </a:ln>
        </p:spPr>
      </p:pic>
      <p:pic>
        <p:nvPicPr>
          <p:cNvPr id="1505" name="Google Shape;1505;p115"/>
          <p:cNvPicPr preferRelativeResize="0"/>
          <p:nvPr/>
        </p:nvPicPr>
        <p:blipFill rotWithShape="1">
          <a:blip r:embed="rId9">
            <a:alphaModFix/>
          </a:blip>
          <a:srcRect b="0" l="0" r="0" t="0"/>
          <a:stretch/>
        </p:blipFill>
        <p:spPr>
          <a:xfrm>
            <a:off x="10665314" y="3429006"/>
            <a:ext cx="744464" cy="744458"/>
          </a:xfrm>
          <a:prstGeom prst="rect">
            <a:avLst/>
          </a:prstGeom>
          <a:noFill/>
          <a:ln>
            <a:noFill/>
          </a:ln>
        </p:spPr>
      </p:pic>
      <p:pic>
        <p:nvPicPr>
          <p:cNvPr id="1506" name="Google Shape;1506;p115"/>
          <p:cNvPicPr preferRelativeResize="0"/>
          <p:nvPr/>
        </p:nvPicPr>
        <p:blipFill rotWithShape="1">
          <a:blip r:embed="rId10">
            <a:alphaModFix/>
          </a:blip>
          <a:srcRect b="0" l="0" r="0" t="0"/>
          <a:stretch/>
        </p:blipFill>
        <p:spPr>
          <a:xfrm>
            <a:off x="764806" y="4295928"/>
            <a:ext cx="744464" cy="744458"/>
          </a:xfrm>
          <a:prstGeom prst="rect">
            <a:avLst/>
          </a:prstGeom>
          <a:noFill/>
          <a:ln>
            <a:noFill/>
          </a:ln>
        </p:spPr>
      </p:pic>
      <p:pic>
        <p:nvPicPr>
          <p:cNvPr id="1507" name="Google Shape;1507;p115"/>
          <p:cNvPicPr preferRelativeResize="0"/>
          <p:nvPr/>
        </p:nvPicPr>
        <p:blipFill rotWithShape="1">
          <a:blip r:embed="rId11">
            <a:alphaModFix/>
          </a:blip>
          <a:srcRect b="0" l="0" r="0" t="0"/>
          <a:stretch/>
        </p:blipFill>
        <p:spPr>
          <a:xfrm>
            <a:off x="2414890" y="4295928"/>
            <a:ext cx="744464" cy="744458"/>
          </a:xfrm>
          <a:prstGeom prst="rect">
            <a:avLst/>
          </a:prstGeom>
          <a:noFill/>
          <a:ln>
            <a:noFill/>
          </a:ln>
        </p:spPr>
      </p:pic>
      <p:pic>
        <p:nvPicPr>
          <p:cNvPr id="1508" name="Google Shape;1508;p115"/>
          <p:cNvPicPr preferRelativeResize="0"/>
          <p:nvPr/>
        </p:nvPicPr>
        <p:blipFill rotWithShape="1">
          <a:blip r:embed="rId12">
            <a:alphaModFix/>
          </a:blip>
          <a:srcRect b="0" l="0" r="0" t="0"/>
          <a:stretch/>
        </p:blipFill>
        <p:spPr>
          <a:xfrm>
            <a:off x="4064975" y="4295928"/>
            <a:ext cx="744464" cy="744458"/>
          </a:xfrm>
          <a:prstGeom prst="rect">
            <a:avLst/>
          </a:prstGeom>
          <a:noFill/>
          <a:ln>
            <a:noFill/>
          </a:ln>
        </p:spPr>
      </p:pic>
      <p:pic>
        <p:nvPicPr>
          <p:cNvPr id="1509" name="Google Shape;1509;p115"/>
          <p:cNvPicPr preferRelativeResize="0"/>
          <p:nvPr/>
        </p:nvPicPr>
        <p:blipFill rotWithShape="1">
          <a:blip r:embed="rId13">
            <a:alphaModFix/>
          </a:blip>
          <a:srcRect b="0" l="0" r="0" t="0"/>
          <a:stretch/>
        </p:blipFill>
        <p:spPr>
          <a:xfrm>
            <a:off x="5715060" y="4295928"/>
            <a:ext cx="744464" cy="744458"/>
          </a:xfrm>
          <a:prstGeom prst="rect">
            <a:avLst/>
          </a:prstGeom>
          <a:noFill/>
          <a:ln>
            <a:noFill/>
          </a:ln>
        </p:spPr>
      </p:pic>
      <p:pic>
        <p:nvPicPr>
          <p:cNvPr id="1510" name="Google Shape;1510;p115"/>
          <p:cNvPicPr preferRelativeResize="0"/>
          <p:nvPr/>
        </p:nvPicPr>
        <p:blipFill rotWithShape="1">
          <a:blip r:embed="rId14">
            <a:alphaModFix/>
          </a:blip>
          <a:srcRect b="0" l="0" r="0" t="0"/>
          <a:stretch/>
        </p:blipFill>
        <p:spPr>
          <a:xfrm>
            <a:off x="7365144" y="4295928"/>
            <a:ext cx="744464" cy="744458"/>
          </a:xfrm>
          <a:prstGeom prst="rect">
            <a:avLst/>
          </a:prstGeom>
          <a:noFill/>
          <a:ln>
            <a:noFill/>
          </a:ln>
        </p:spPr>
      </p:pic>
      <p:pic>
        <p:nvPicPr>
          <p:cNvPr id="1511" name="Google Shape;1511;p115"/>
          <p:cNvPicPr preferRelativeResize="0"/>
          <p:nvPr/>
        </p:nvPicPr>
        <p:blipFill rotWithShape="1">
          <a:blip r:embed="rId15">
            <a:alphaModFix/>
          </a:blip>
          <a:srcRect b="0" l="0" r="0" t="0"/>
          <a:stretch/>
        </p:blipFill>
        <p:spPr>
          <a:xfrm>
            <a:off x="9015229" y="4295928"/>
            <a:ext cx="744464" cy="744458"/>
          </a:xfrm>
          <a:prstGeom prst="rect">
            <a:avLst/>
          </a:prstGeom>
          <a:noFill/>
          <a:ln>
            <a:noFill/>
          </a:ln>
        </p:spPr>
      </p:pic>
      <p:pic>
        <p:nvPicPr>
          <p:cNvPr id="1512" name="Google Shape;1512;p115"/>
          <p:cNvPicPr preferRelativeResize="0"/>
          <p:nvPr/>
        </p:nvPicPr>
        <p:blipFill rotWithShape="1">
          <a:blip r:embed="rId16">
            <a:alphaModFix/>
          </a:blip>
          <a:srcRect b="0" l="0" r="0" t="0"/>
          <a:stretch/>
        </p:blipFill>
        <p:spPr>
          <a:xfrm>
            <a:off x="10665314" y="4295928"/>
            <a:ext cx="744464" cy="744458"/>
          </a:xfrm>
          <a:prstGeom prst="rect">
            <a:avLst/>
          </a:prstGeom>
          <a:noFill/>
          <a:ln>
            <a:noFill/>
          </a:ln>
        </p:spPr>
      </p:pic>
      <p:pic>
        <p:nvPicPr>
          <p:cNvPr id="1513" name="Google Shape;1513;p115"/>
          <p:cNvPicPr preferRelativeResize="0"/>
          <p:nvPr/>
        </p:nvPicPr>
        <p:blipFill rotWithShape="1">
          <a:blip r:embed="rId17">
            <a:alphaModFix/>
          </a:blip>
          <a:srcRect b="0" l="0" r="0" t="0"/>
          <a:stretch/>
        </p:blipFill>
        <p:spPr>
          <a:xfrm>
            <a:off x="764806" y="5162849"/>
            <a:ext cx="744464" cy="744458"/>
          </a:xfrm>
          <a:prstGeom prst="rect">
            <a:avLst/>
          </a:prstGeom>
          <a:noFill/>
          <a:ln>
            <a:noFill/>
          </a:ln>
        </p:spPr>
      </p:pic>
      <p:pic>
        <p:nvPicPr>
          <p:cNvPr id="1514" name="Google Shape;1514;p115"/>
          <p:cNvPicPr preferRelativeResize="0"/>
          <p:nvPr/>
        </p:nvPicPr>
        <p:blipFill rotWithShape="1">
          <a:blip r:embed="rId18">
            <a:alphaModFix/>
          </a:blip>
          <a:srcRect b="0" l="0" r="0" t="0"/>
          <a:stretch/>
        </p:blipFill>
        <p:spPr>
          <a:xfrm>
            <a:off x="2414890" y="5162849"/>
            <a:ext cx="744464" cy="744458"/>
          </a:xfrm>
          <a:prstGeom prst="rect">
            <a:avLst/>
          </a:prstGeom>
          <a:noFill/>
          <a:ln>
            <a:noFill/>
          </a:ln>
        </p:spPr>
      </p:pic>
      <p:pic>
        <p:nvPicPr>
          <p:cNvPr id="1515" name="Google Shape;1515;p115"/>
          <p:cNvPicPr preferRelativeResize="0"/>
          <p:nvPr/>
        </p:nvPicPr>
        <p:blipFill rotWithShape="1">
          <a:blip r:embed="rId19">
            <a:alphaModFix/>
          </a:blip>
          <a:srcRect b="0" l="0" r="0" t="0"/>
          <a:stretch/>
        </p:blipFill>
        <p:spPr>
          <a:xfrm>
            <a:off x="4064975" y="5162849"/>
            <a:ext cx="744464" cy="744458"/>
          </a:xfrm>
          <a:prstGeom prst="rect">
            <a:avLst/>
          </a:prstGeom>
          <a:noFill/>
          <a:ln>
            <a:noFill/>
          </a:ln>
        </p:spPr>
      </p:pic>
      <p:pic>
        <p:nvPicPr>
          <p:cNvPr id="1516" name="Google Shape;1516;p115"/>
          <p:cNvPicPr preferRelativeResize="0"/>
          <p:nvPr/>
        </p:nvPicPr>
        <p:blipFill rotWithShape="1">
          <a:blip r:embed="rId20">
            <a:alphaModFix/>
          </a:blip>
          <a:srcRect b="0" l="0" r="0" t="0"/>
          <a:stretch/>
        </p:blipFill>
        <p:spPr>
          <a:xfrm>
            <a:off x="5715060" y="5162849"/>
            <a:ext cx="744464" cy="744458"/>
          </a:xfrm>
          <a:prstGeom prst="rect">
            <a:avLst/>
          </a:prstGeom>
          <a:noFill/>
          <a:ln>
            <a:noFill/>
          </a:ln>
        </p:spPr>
      </p:pic>
      <p:pic>
        <p:nvPicPr>
          <p:cNvPr id="1517" name="Google Shape;1517;p115"/>
          <p:cNvPicPr preferRelativeResize="0"/>
          <p:nvPr/>
        </p:nvPicPr>
        <p:blipFill rotWithShape="1">
          <a:blip r:embed="rId21">
            <a:alphaModFix/>
          </a:blip>
          <a:srcRect b="0" l="0" r="0" t="0"/>
          <a:stretch/>
        </p:blipFill>
        <p:spPr>
          <a:xfrm>
            <a:off x="7365144" y="5162849"/>
            <a:ext cx="744464" cy="744458"/>
          </a:xfrm>
          <a:prstGeom prst="rect">
            <a:avLst/>
          </a:prstGeom>
          <a:noFill/>
          <a:ln>
            <a:noFill/>
          </a:ln>
        </p:spPr>
      </p:pic>
      <p:pic>
        <p:nvPicPr>
          <p:cNvPr id="1518" name="Google Shape;1518;p115"/>
          <p:cNvPicPr preferRelativeResize="0"/>
          <p:nvPr/>
        </p:nvPicPr>
        <p:blipFill rotWithShape="1">
          <a:blip r:embed="rId22">
            <a:alphaModFix/>
          </a:blip>
          <a:srcRect b="0" l="0" r="0" t="0"/>
          <a:stretch/>
        </p:blipFill>
        <p:spPr>
          <a:xfrm>
            <a:off x="9015229" y="5162849"/>
            <a:ext cx="744464" cy="744458"/>
          </a:xfrm>
          <a:prstGeom prst="rect">
            <a:avLst/>
          </a:prstGeom>
          <a:noFill/>
          <a:ln>
            <a:noFill/>
          </a:ln>
        </p:spPr>
      </p:pic>
      <p:pic>
        <p:nvPicPr>
          <p:cNvPr id="1519" name="Google Shape;1519;p115"/>
          <p:cNvPicPr preferRelativeResize="0"/>
          <p:nvPr/>
        </p:nvPicPr>
        <p:blipFill rotWithShape="1">
          <a:blip r:embed="rId23">
            <a:alphaModFix/>
          </a:blip>
          <a:srcRect b="0" l="0" r="0" t="0"/>
          <a:stretch/>
        </p:blipFill>
        <p:spPr>
          <a:xfrm>
            <a:off x="10665314" y="5162849"/>
            <a:ext cx="744464" cy="744458"/>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3" name="Shape 1523"/>
        <p:cNvGrpSpPr/>
        <p:nvPr/>
      </p:nvGrpSpPr>
      <p:grpSpPr>
        <a:xfrm>
          <a:off x="0" y="0"/>
          <a:ext cx="0" cy="0"/>
          <a:chOff x="0" y="0"/>
          <a:chExt cx="0" cy="0"/>
        </a:xfrm>
      </p:grpSpPr>
      <p:sp>
        <p:nvSpPr>
          <p:cNvPr id="1524" name="Google Shape;1524;p116"/>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525" name="Google Shape;1525;p116"/>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526" name="Google Shape;1526;p116"/>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Security (Cont.)</a:t>
            </a:r>
            <a:endParaRPr/>
          </a:p>
        </p:txBody>
      </p:sp>
      <p:sp>
        <p:nvSpPr>
          <p:cNvPr id="1527" name="Google Shape;1527;p116"/>
          <p:cNvSpPr/>
          <p:nvPr/>
        </p:nvSpPr>
        <p:spPr>
          <a:xfrm>
            <a:off x="1050428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Incident Investigation</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1528" name="Google Shape;1528;p116"/>
          <p:cNvSpPr/>
          <p:nvPr/>
        </p:nvSpPr>
        <p:spPr>
          <a:xfrm>
            <a:off x="8854217"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Identity</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529" name="Google Shape;1529;p116"/>
          <p:cNvSpPr/>
          <p:nvPr/>
        </p:nvSpPr>
        <p:spPr>
          <a:xfrm>
            <a:off x="7103823" y="2595333"/>
            <a:ext cx="12672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GDPR</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530" name="Google Shape;1530;p116"/>
          <p:cNvSpPr/>
          <p:nvPr/>
        </p:nvSpPr>
        <p:spPr>
          <a:xfrm>
            <a:off x="5433640" y="2595333"/>
            <a:ext cx="1307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Firewall</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531" name="Google Shape;1531;p116"/>
          <p:cNvSpPr/>
          <p:nvPr/>
        </p:nvSpPr>
        <p:spPr>
          <a:xfrm>
            <a:off x="3904056"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Endpoint</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532" name="Google Shape;1532;p116"/>
          <p:cNvSpPr/>
          <p:nvPr/>
        </p:nvSpPr>
        <p:spPr>
          <a:xfrm>
            <a:off x="2254002"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Encryption</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533" name="Google Shape;1533;p116"/>
          <p:cNvSpPr/>
          <p:nvPr/>
        </p:nvSpPr>
        <p:spPr>
          <a:xfrm>
            <a:off x="60394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Dollars - Expense</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pic>
        <p:nvPicPr>
          <p:cNvPr id="1534" name="Google Shape;1534;p116"/>
          <p:cNvPicPr preferRelativeResize="0"/>
          <p:nvPr/>
        </p:nvPicPr>
        <p:blipFill rotWithShape="1">
          <a:blip r:embed="rId3">
            <a:alphaModFix/>
          </a:blip>
          <a:srcRect b="0" l="0" r="0" t="0"/>
          <a:stretch/>
        </p:blipFill>
        <p:spPr>
          <a:xfrm>
            <a:off x="764806" y="3429006"/>
            <a:ext cx="744464" cy="744458"/>
          </a:xfrm>
          <a:prstGeom prst="rect">
            <a:avLst/>
          </a:prstGeom>
          <a:noFill/>
          <a:ln>
            <a:noFill/>
          </a:ln>
        </p:spPr>
      </p:pic>
      <p:pic>
        <p:nvPicPr>
          <p:cNvPr id="1535" name="Google Shape;1535;p116"/>
          <p:cNvPicPr preferRelativeResize="0"/>
          <p:nvPr/>
        </p:nvPicPr>
        <p:blipFill rotWithShape="1">
          <a:blip r:embed="rId4">
            <a:alphaModFix/>
          </a:blip>
          <a:srcRect b="0" l="0" r="0" t="0"/>
          <a:stretch/>
        </p:blipFill>
        <p:spPr>
          <a:xfrm>
            <a:off x="2414890" y="3429006"/>
            <a:ext cx="744464" cy="744458"/>
          </a:xfrm>
          <a:prstGeom prst="rect">
            <a:avLst/>
          </a:prstGeom>
          <a:noFill/>
          <a:ln>
            <a:noFill/>
          </a:ln>
        </p:spPr>
      </p:pic>
      <p:pic>
        <p:nvPicPr>
          <p:cNvPr id="1536" name="Google Shape;1536;p116"/>
          <p:cNvPicPr preferRelativeResize="0"/>
          <p:nvPr/>
        </p:nvPicPr>
        <p:blipFill rotWithShape="1">
          <a:blip r:embed="rId5">
            <a:alphaModFix/>
          </a:blip>
          <a:srcRect b="0" l="0" r="0" t="0"/>
          <a:stretch/>
        </p:blipFill>
        <p:spPr>
          <a:xfrm>
            <a:off x="4064975" y="3429006"/>
            <a:ext cx="744464" cy="744458"/>
          </a:xfrm>
          <a:prstGeom prst="rect">
            <a:avLst/>
          </a:prstGeom>
          <a:noFill/>
          <a:ln>
            <a:noFill/>
          </a:ln>
        </p:spPr>
      </p:pic>
      <p:pic>
        <p:nvPicPr>
          <p:cNvPr id="1537" name="Google Shape;1537;p116"/>
          <p:cNvPicPr preferRelativeResize="0"/>
          <p:nvPr/>
        </p:nvPicPr>
        <p:blipFill rotWithShape="1">
          <a:blip r:embed="rId6">
            <a:alphaModFix/>
          </a:blip>
          <a:srcRect b="0" l="0" r="0" t="0"/>
          <a:stretch/>
        </p:blipFill>
        <p:spPr>
          <a:xfrm>
            <a:off x="5715060" y="3429006"/>
            <a:ext cx="744464" cy="744458"/>
          </a:xfrm>
          <a:prstGeom prst="rect">
            <a:avLst/>
          </a:prstGeom>
          <a:noFill/>
          <a:ln>
            <a:noFill/>
          </a:ln>
        </p:spPr>
      </p:pic>
      <p:pic>
        <p:nvPicPr>
          <p:cNvPr id="1538" name="Google Shape;1538;p116"/>
          <p:cNvPicPr preferRelativeResize="0"/>
          <p:nvPr/>
        </p:nvPicPr>
        <p:blipFill rotWithShape="1">
          <a:blip r:embed="rId7">
            <a:alphaModFix/>
          </a:blip>
          <a:srcRect b="0" l="0" r="0" t="0"/>
          <a:stretch/>
        </p:blipFill>
        <p:spPr>
          <a:xfrm>
            <a:off x="7365144" y="3429006"/>
            <a:ext cx="744464" cy="744458"/>
          </a:xfrm>
          <a:prstGeom prst="rect">
            <a:avLst/>
          </a:prstGeom>
          <a:noFill/>
          <a:ln>
            <a:noFill/>
          </a:ln>
        </p:spPr>
      </p:pic>
      <p:pic>
        <p:nvPicPr>
          <p:cNvPr id="1539" name="Google Shape;1539;p116"/>
          <p:cNvPicPr preferRelativeResize="0"/>
          <p:nvPr/>
        </p:nvPicPr>
        <p:blipFill rotWithShape="1">
          <a:blip r:embed="rId8">
            <a:alphaModFix/>
          </a:blip>
          <a:srcRect b="0" l="40" r="40" t="0"/>
          <a:stretch/>
        </p:blipFill>
        <p:spPr>
          <a:xfrm>
            <a:off x="9015229" y="3429006"/>
            <a:ext cx="744464" cy="744459"/>
          </a:xfrm>
          <a:prstGeom prst="rect">
            <a:avLst/>
          </a:prstGeom>
          <a:noFill/>
          <a:ln>
            <a:noFill/>
          </a:ln>
        </p:spPr>
      </p:pic>
      <p:pic>
        <p:nvPicPr>
          <p:cNvPr id="1540" name="Google Shape;1540;p116"/>
          <p:cNvPicPr preferRelativeResize="0"/>
          <p:nvPr/>
        </p:nvPicPr>
        <p:blipFill rotWithShape="1">
          <a:blip r:embed="rId9">
            <a:alphaModFix/>
          </a:blip>
          <a:srcRect b="0" l="0" r="0" t="0"/>
          <a:stretch/>
        </p:blipFill>
        <p:spPr>
          <a:xfrm>
            <a:off x="10665314" y="3429006"/>
            <a:ext cx="744464" cy="744458"/>
          </a:xfrm>
          <a:prstGeom prst="rect">
            <a:avLst/>
          </a:prstGeom>
          <a:noFill/>
          <a:ln>
            <a:noFill/>
          </a:ln>
        </p:spPr>
      </p:pic>
      <p:pic>
        <p:nvPicPr>
          <p:cNvPr id="1541" name="Google Shape;1541;p116"/>
          <p:cNvPicPr preferRelativeResize="0"/>
          <p:nvPr/>
        </p:nvPicPr>
        <p:blipFill rotWithShape="1">
          <a:blip r:embed="rId10">
            <a:alphaModFix/>
          </a:blip>
          <a:srcRect b="0" l="0" r="0" t="0"/>
          <a:stretch/>
        </p:blipFill>
        <p:spPr>
          <a:xfrm>
            <a:off x="764806" y="4295928"/>
            <a:ext cx="744464" cy="744458"/>
          </a:xfrm>
          <a:prstGeom prst="rect">
            <a:avLst/>
          </a:prstGeom>
          <a:noFill/>
          <a:ln>
            <a:noFill/>
          </a:ln>
        </p:spPr>
      </p:pic>
      <p:pic>
        <p:nvPicPr>
          <p:cNvPr id="1542" name="Google Shape;1542;p116"/>
          <p:cNvPicPr preferRelativeResize="0"/>
          <p:nvPr/>
        </p:nvPicPr>
        <p:blipFill rotWithShape="1">
          <a:blip r:embed="rId11">
            <a:alphaModFix/>
          </a:blip>
          <a:srcRect b="0" l="0" r="0" t="0"/>
          <a:stretch/>
        </p:blipFill>
        <p:spPr>
          <a:xfrm>
            <a:off x="2414890" y="4295928"/>
            <a:ext cx="744464" cy="744458"/>
          </a:xfrm>
          <a:prstGeom prst="rect">
            <a:avLst/>
          </a:prstGeom>
          <a:noFill/>
          <a:ln>
            <a:noFill/>
          </a:ln>
        </p:spPr>
      </p:pic>
      <p:pic>
        <p:nvPicPr>
          <p:cNvPr id="1543" name="Google Shape;1543;p116"/>
          <p:cNvPicPr preferRelativeResize="0"/>
          <p:nvPr/>
        </p:nvPicPr>
        <p:blipFill rotWithShape="1">
          <a:blip r:embed="rId12">
            <a:alphaModFix/>
          </a:blip>
          <a:srcRect b="0" l="0" r="0" t="0"/>
          <a:stretch/>
        </p:blipFill>
        <p:spPr>
          <a:xfrm>
            <a:off x="4064975" y="4295928"/>
            <a:ext cx="744464" cy="744458"/>
          </a:xfrm>
          <a:prstGeom prst="rect">
            <a:avLst/>
          </a:prstGeom>
          <a:noFill/>
          <a:ln>
            <a:noFill/>
          </a:ln>
        </p:spPr>
      </p:pic>
      <p:pic>
        <p:nvPicPr>
          <p:cNvPr id="1544" name="Google Shape;1544;p116"/>
          <p:cNvPicPr preferRelativeResize="0"/>
          <p:nvPr/>
        </p:nvPicPr>
        <p:blipFill rotWithShape="1">
          <a:blip r:embed="rId13">
            <a:alphaModFix/>
          </a:blip>
          <a:srcRect b="0" l="0" r="0" t="0"/>
          <a:stretch/>
        </p:blipFill>
        <p:spPr>
          <a:xfrm>
            <a:off x="5715060" y="4295928"/>
            <a:ext cx="744464" cy="744458"/>
          </a:xfrm>
          <a:prstGeom prst="rect">
            <a:avLst/>
          </a:prstGeom>
          <a:noFill/>
          <a:ln>
            <a:noFill/>
          </a:ln>
        </p:spPr>
      </p:pic>
      <p:pic>
        <p:nvPicPr>
          <p:cNvPr id="1545" name="Google Shape;1545;p116"/>
          <p:cNvPicPr preferRelativeResize="0"/>
          <p:nvPr/>
        </p:nvPicPr>
        <p:blipFill rotWithShape="1">
          <a:blip r:embed="rId14">
            <a:alphaModFix/>
          </a:blip>
          <a:srcRect b="0" l="0" r="0" t="0"/>
          <a:stretch/>
        </p:blipFill>
        <p:spPr>
          <a:xfrm>
            <a:off x="7365144" y="4295928"/>
            <a:ext cx="744464" cy="744458"/>
          </a:xfrm>
          <a:prstGeom prst="rect">
            <a:avLst/>
          </a:prstGeom>
          <a:noFill/>
          <a:ln>
            <a:noFill/>
          </a:ln>
        </p:spPr>
      </p:pic>
      <p:pic>
        <p:nvPicPr>
          <p:cNvPr id="1546" name="Google Shape;1546;p116"/>
          <p:cNvPicPr preferRelativeResize="0"/>
          <p:nvPr/>
        </p:nvPicPr>
        <p:blipFill rotWithShape="1">
          <a:blip r:embed="rId15">
            <a:alphaModFix/>
          </a:blip>
          <a:srcRect b="0" l="40" r="40" t="0"/>
          <a:stretch/>
        </p:blipFill>
        <p:spPr>
          <a:xfrm>
            <a:off x="9015229" y="4295928"/>
            <a:ext cx="744464" cy="744459"/>
          </a:xfrm>
          <a:prstGeom prst="rect">
            <a:avLst/>
          </a:prstGeom>
          <a:noFill/>
          <a:ln>
            <a:noFill/>
          </a:ln>
        </p:spPr>
      </p:pic>
      <p:pic>
        <p:nvPicPr>
          <p:cNvPr id="1547" name="Google Shape;1547;p116"/>
          <p:cNvPicPr preferRelativeResize="0"/>
          <p:nvPr/>
        </p:nvPicPr>
        <p:blipFill rotWithShape="1">
          <a:blip r:embed="rId16">
            <a:alphaModFix/>
          </a:blip>
          <a:srcRect b="0" l="0" r="0" t="0"/>
          <a:stretch/>
        </p:blipFill>
        <p:spPr>
          <a:xfrm>
            <a:off x="10665314" y="4295928"/>
            <a:ext cx="744464" cy="744458"/>
          </a:xfrm>
          <a:prstGeom prst="rect">
            <a:avLst/>
          </a:prstGeom>
          <a:noFill/>
          <a:ln>
            <a:noFill/>
          </a:ln>
        </p:spPr>
      </p:pic>
      <p:pic>
        <p:nvPicPr>
          <p:cNvPr id="1548" name="Google Shape;1548;p116"/>
          <p:cNvPicPr preferRelativeResize="0"/>
          <p:nvPr/>
        </p:nvPicPr>
        <p:blipFill rotWithShape="1">
          <a:blip r:embed="rId17">
            <a:alphaModFix/>
          </a:blip>
          <a:srcRect b="0" l="0" r="0" t="0"/>
          <a:stretch/>
        </p:blipFill>
        <p:spPr>
          <a:xfrm>
            <a:off x="764806" y="5162849"/>
            <a:ext cx="744464" cy="744458"/>
          </a:xfrm>
          <a:prstGeom prst="rect">
            <a:avLst/>
          </a:prstGeom>
          <a:noFill/>
          <a:ln>
            <a:noFill/>
          </a:ln>
        </p:spPr>
      </p:pic>
      <p:pic>
        <p:nvPicPr>
          <p:cNvPr id="1549" name="Google Shape;1549;p116"/>
          <p:cNvPicPr preferRelativeResize="0"/>
          <p:nvPr/>
        </p:nvPicPr>
        <p:blipFill rotWithShape="1">
          <a:blip r:embed="rId18">
            <a:alphaModFix/>
          </a:blip>
          <a:srcRect b="0" l="0" r="0" t="0"/>
          <a:stretch/>
        </p:blipFill>
        <p:spPr>
          <a:xfrm>
            <a:off x="2414890" y="5162849"/>
            <a:ext cx="744464" cy="744458"/>
          </a:xfrm>
          <a:prstGeom prst="rect">
            <a:avLst/>
          </a:prstGeom>
          <a:noFill/>
          <a:ln>
            <a:noFill/>
          </a:ln>
        </p:spPr>
      </p:pic>
      <p:pic>
        <p:nvPicPr>
          <p:cNvPr id="1550" name="Google Shape;1550;p116"/>
          <p:cNvPicPr preferRelativeResize="0"/>
          <p:nvPr/>
        </p:nvPicPr>
        <p:blipFill rotWithShape="1">
          <a:blip r:embed="rId19">
            <a:alphaModFix/>
          </a:blip>
          <a:srcRect b="0" l="0" r="0" t="0"/>
          <a:stretch/>
        </p:blipFill>
        <p:spPr>
          <a:xfrm>
            <a:off x="4064975" y="5162849"/>
            <a:ext cx="744464" cy="744458"/>
          </a:xfrm>
          <a:prstGeom prst="rect">
            <a:avLst/>
          </a:prstGeom>
          <a:noFill/>
          <a:ln>
            <a:noFill/>
          </a:ln>
        </p:spPr>
      </p:pic>
      <p:pic>
        <p:nvPicPr>
          <p:cNvPr id="1551" name="Google Shape;1551;p116"/>
          <p:cNvPicPr preferRelativeResize="0"/>
          <p:nvPr/>
        </p:nvPicPr>
        <p:blipFill rotWithShape="1">
          <a:blip r:embed="rId20">
            <a:alphaModFix/>
          </a:blip>
          <a:srcRect b="0" l="0" r="0" t="0"/>
          <a:stretch/>
        </p:blipFill>
        <p:spPr>
          <a:xfrm>
            <a:off x="5715060" y="5162849"/>
            <a:ext cx="744464" cy="744458"/>
          </a:xfrm>
          <a:prstGeom prst="rect">
            <a:avLst/>
          </a:prstGeom>
          <a:noFill/>
          <a:ln>
            <a:noFill/>
          </a:ln>
        </p:spPr>
      </p:pic>
      <p:pic>
        <p:nvPicPr>
          <p:cNvPr id="1552" name="Google Shape;1552;p116"/>
          <p:cNvPicPr preferRelativeResize="0"/>
          <p:nvPr/>
        </p:nvPicPr>
        <p:blipFill rotWithShape="1">
          <a:blip r:embed="rId21">
            <a:alphaModFix/>
          </a:blip>
          <a:srcRect b="0" l="0" r="0" t="0"/>
          <a:stretch/>
        </p:blipFill>
        <p:spPr>
          <a:xfrm>
            <a:off x="7365144" y="5162849"/>
            <a:ext cx="744464" cy="744458"/>
          </a:xfrm>
          <a:prstGeom prst="rect">
            <a:avLst/>
          </a:prstGeom>
          <a:noFill/>
          <a:ln>
            <a:noFill/>
          </a:ln>
        </p:spPr>
      </p:pic>
      <p:pic>
        <p:nvPicPr>
          <p:cNvPr id="1553" name="Google Shape;1553;p116"/>
          <p:cNvPicPr preferRelativeResize="0"/>
          <p:nvPr/>
        </p:nvPicPr>
        <p:blipFill rotWithShape="1">
          <a:blip r:embed="rId22">
            <a:alphaModFix/>
          </a:blip>
          <a:srcRect b="0" l="40" r="40" t="0"/>
          <a:stretch/>
        </p:blipFill>
        <p:spPr>
          <a:xfrm>
            <a:off x="9015229" y="5162849"/>
            <a:ext cx="744464" cy="744459"/>
          </a:xfrm>
          <a:prstGeom prst="rect">
            <a:avLst/>
          </a:prstGeom>
          <a:noFill/>
          <a:ln>
            <a:noFill/>
          </a:ln>
        </p:spPr>
      </p:pic>
      <p:pic>
        <p:nvPicPr>
          <p:cNvPr id="1554" name="Google Shape;1554;p116"/>
          <p:cNvPicPr preferRelativeResize="0"/>
          <p:nvPr/>
        </p:nvPicPr>
        <p:blipFill rotWithShape="1">
          <a:blip r:embed="rId23">
            <a:alphaModFix/>
          </a:blip>
          <a:srcRect b="0" l="0" r="0" t="0"/>
          <a:stretch/>
        </p:blipFill>
        <p:spPr>
          <a:xfrm>
            <a:off x="10665314" y="5162849"/>
            <a:ext cx="744464" cy="744458"/>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8" name="Shape 1558"/>
        <p:cNvGrpSpPr/>
        <p:nvPr/>
      </p:nvGrpSpPr>
      <p:grpSpPr>
        <a:xfrm>
          <a:off x="0" y="0"/>
          <a:ext cx="0" cy="0"/>
          <a:chOff x="0" y="0"/>
          <a:chExt cx="0" cy="0"/>
        </a:xfrm>
      </p:grpSpPr>
      <p:sp>
        <p:nvSpPr>
          <p:cNvPr id="1559" name="Google Shape;1559;p117"/>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560" name="Google Shape;1560;p117"/>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561" name="Google Shape;1561;p117"/>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Security (Cont.)</a:t>
            </a:r>
            <a:endParaRPr/>
          </a:p>
        </p:txBody>
      </p:sp>
      <p:sp>
        <p:nvSpPr>
          <p:cNvPr id="1562" name="Google Shape;1562;p117"/>
          <p:cNvSpPr/>
          <p:nvPr/>
        </p:nvSpPr>
        <p:spPr>
          <a:xfrm>
            <a:off x="1050428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Malicious Document</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1563" name="Google Shape;1563;p117"/>
          <p:cNvSpPr/>
          <p:nvPr/>
        </p:nvSpPr>
        <p:spPr>
          <a:xfrm>
            <a:off x="8753843" y="2595333"/>
            <a:ext cx="12672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Legal-Law Requirements</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564" name="Google Shape;1564;p117"/>
          <p:cNvSpPr/>
          <p:nvPr/>
        </p:nvSpPr>
        <p:spPr>
          <a:xfrm>
            <a:off x="7103823" y="2595333"/>
            <a:ext cx="12672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Law Enforcement</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565" name="Google Shape;1565;p117"/>
          <p:cNvSpPr/>
          <p:nvPr/>
        </p:nvSpPr>
        <p:spPr>
          <a:xfrm>
            <a:off x="5433640" y="2595333"/>
            <a:ext cx="1307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Intrusion Detection</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566" name="Google Shape;1566;p117"/>
          <p:cNvSpPr/>
          <p:nvPr/>
        </p:nvSpPr>
        <p:spPr>
          <a:xfrm>
            <a:off x="3904056"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Internet</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567" name="Google Shape;1567;p117"/>
          <p:cNvSpPr/>
          <p:nvPr/>
        </p:nvSpPr>
        <p:spPr>
          <a:xfrm>
            <a:off x="2254002"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Internet of Things</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568" name="Google Shape;1568;p117"/>
          <p:cNvSpPr/>
          <p:nvPr/>
        </p:nvSpPr>
        <p:spPr>
          <a:xfrm>
            <a:off x="60394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Insider Threat</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pic>
        <p:nvPicPr>
          <p:cNvPr id="1569" name="Google Shape;1569;p117"/>
          <p:cNvPicPr preferRelativeResize="0"/>
          <p:nvPr/>
        </p:nvPicPr>
        <p:blipFill rotWithShape="1">
          <a:blip r:embed="rId3">
            <a:alphaModFix/>
          </a:blip>
          <a:srcRect b="0" l="40" r="40" t="0"/>
          <a:stretch/>
        </p:blipFill>
        <p:spPr>
          <a:xfrm>
            <a:off x="764806" y="3429006"/>
            <a:ext cx="744464" cy="744459"/>
          </a:xfrm>
          <a:prstGeom prst="rect">
            <a:avLst/>
          </a:prstGeom>
          <a:noFill/>
          <a:ln>
            <a:noFill/>
          </a:ln>
        </p:spPr>
      </p:pic>
      <p:pic>
        <p:nvPicPr>
          <p:cNvPr id="1570" name="Google Shape;1570;p117"/>
          <p:cNvPicPr preferRelativeResize="0"/>
          <p:nvPr/>
        </p:nvPicPr>
        <p:blipFill rotWithShape="1">
          <a:blip r:embed="rId4">
            <a:alphaModFix/>
          </a:blip>
          <a:srcRect b="0" l="0" r="0" t="0"/>
          <a:stretch/>
        </p:blipFill>
        <p:spPr>
          <a:xfrm>
            <a:off x="2414890" y="3429006"/>
            <a:ext cx="744464" cy="744458"/>
          </a:xfrm>
          <a:prstGeom prst="rect">
            <a:avLst/>
          </a:prstGeom>
          <a:noFill/>
          <a:ln>
            <a:noFill/>
          </a:ln>
        </p:spPr>
      </p:pic>
      <p:pic>
        <p:nvPicPr>
          <p:cNvPr id="1571" name="Google Shape;1571;p117"/>
          <p:cNvPicPr preferRelativeResize="0"/>
          <p:nvPr/>
        </p:nvPicPr>
        <p:blipFill rotWithShape="1">
          <a:blip r:embed="rId5">
            <a:alphaModFix/>
          </a:blip>
          <a:srcRect b="0" l="0" r="0" t="0"/>
          <a:stretch/>
        </p:blipFill>
        <p:spPr>
          <a:xfrm>
            <a:off x="4064975" y="3429006"/>
            <a:ext cx="744464" cy="744458"/>
          </a:xfrm>
          <a:prstGeom prst="rect">
            <a:avLst/>
          </a:prstGeom>
          <a:noFill/>
          <a:ln>
            <a:noFill/>
          </a:ln>
        </p:spPr>
      </p:pic>
      <p:pic>
        <p:nvPicPr>
          <p:cNvPr id="1572" name="Google Shape;1572;p117"/>
          <p:cNvPicPr preferRelativeResize="0"/>
          <p:nvPr/>
        </p:nvPicPr>
        <p:blipFill rotWithShape="1">
          <a:blip r:embed="rId6">
            <a:alphaModFix/>
          </a:blip>
          <a:srcRect b="0" l="0" r="0" t="0"/>
          <a:stretch/>
        </p:blipFill>
        <p:spPr>
          <a:xfrm>
            <a:off x="5715060" y="3429006"/>
            <a:ext cx="744464" cy="744458"/>
          </a:xfrm>
          <a:prstGeom prst="rect">
            <a:avLst/>
          </a:prstGeom>
          <a:noFill/>
          <a:ln>
            <a:noFill/>
          </a:ln>
        </p:spPr>
      </p:pic>
      <p:pic>
        <p:nvPicPr>
          <p:cNvPr id="1573" name="Google Shape;1573;p117"/>
          <p:cNvPicPr preferRelativeResize="0"/>
          <p:nvPr/>
        </p:nvPicPr>
        <p:blipFill rotWithShape="1">
          <a:blip r:embed="rId7">
            <a:alphaModFix/>
          </a:blip>
          <a:srcRect b="0" l="0" r="0" t="0"/>
          <a:stretch/>
        </p:blipFill>
        <p:spPr>
          <a:xfrm>
            <a:off x="7365145" y="3429006"/>
            <a:ext cx="744464" cy="744458"/>
          </a:xfrm>
          <a:prstGeom prst="rect">
            <a:avLst/>
          </a:prstGeom>
          <a:noFill/>
          <a:ln>
            <a:noFill/>
          </a:ln>
        </p:spPr>
      </p:pic>
      <p:pic>
        <p:nvPicPr>
          <p:cNvPr id="1574" name="Google Shape;1574;p117"/>
          <p:cNvPicPr preferRelativeResize="0"/>
          <p:nvPr/>
        </p:nvPicPr>
        <p:blipFill rotWithShape="1">
          <a:blip r:embed="rId8">
            <a:alphaModFix/>
          </a:blip>
          <a:srcRect b="0" l="0" r="0" t="0"/>
          <a:stretch/>
        </p:blipFill>
        <p:spPr>
          <a:xfrm>
            <a:off x="9015229" y="3429006"/>
            <a:ext cx="744464" cy="744458"/>
          </a:xfrm>
          <a:prstGeom prst="rect">
            <a:avLst/>
          </a:prstGeom>
          <a:noFill/>
          <a:ln>
            <a:noFill/>
          </a:ln>
        </p:spPr>
      </p:pic>
      <p:pic>
        <p:nvPicPr>
          <p:cNvPr id="1575" name="Google Shape;1575;p117"/>
          <p:cNvPicPr preferRelativeResize="0"/>
          <p:nvPr/>
        </p:nvPicPr>
        <p:blipFill rotWithShape="1">
          <a:blip r:embed="rId9">
            <a:alphaModFix/>
          </a:blip>
          <a:srcRect b="0" l="40" r="40" t="0"/>
          <a:stretch/>
        </p:blipFill>
        <p:spPr>
          <a:xfrm>
            <a:off x="10665314" y="3429006"/>
            <a:ext cx="744464" cy="744459"/>
          </a:xfrm>
          <a:prstGeom prst="rect">
            <a:avLst/>
          </a:prstGeom>
          <a:noFill/>
          <a:ln>
            <a:noFill/>
          </a:ln>
        </p:spPr>
      </p:pic>
      <p:pic>
        <p:nvPicPr>
          <p:cNvPr id="1576" name="Google Shape;1576;p117"/>
          <p:cNvPicPr preferRelativeResize="0"/>
          <p:nvPr/>
        </p:nvPicPr>
        <p:blipFill rotWithShape="1">
          <a:blip r:embed="rId10">
            <a:alphaModFix/>
          </a:blip>
          <a:srcRect b="0" l="40" r="40" t="0"/>
          <a:stretch/>
        </p:blipFill>
        <p:spPr>
          <a:xfrm>
            <a:off x="764806" y="4295928"/>
            <a:ext cx="744464" cy="744459"/>
          </a:xfrm>
          <a:prstGeom prst="rect">
            <a:avLst/>
          </a:prstGeom>
          <a:noFill/>
          <a:ln>
            <a:noFill/>
          </a:ln>
        </p:spPr>
      </p:pic>
      <p:pic>
        <p:nvPicPr>
          <p:cNvPr id="1577" name="Google Shape;1577;p117"/>
          <p:cNvPicPr preferRelativeResize="0"/>
          <p:nvPr/>
        </p:nvPicPr>
        <p:blipFill rotWithShape="1">
          <a:blip r:embed="rId11">
            <a:alphaModFix/>
          </a:blip>
          <a:srcRect b="0" l="0" r="0" t="0"/>
          <a:stretch/>
        </p:blipFill>
        <p:spPr>
          <a:xfrm>
            <a:off x="2414890" y="4295928"/>
            <a:ext cx="744464" cy="744458"/>
          </a:xfrm>
          <a:prstGeom prst="rect">
            <a:avLst/>
          </a:prstGeom>
          <a:noFill/>
          <a:ln>
            <a:noFill/>
          </a:ln>
        </p:spPr>
      </p:pic>
      <p:pic>
        <p:nvPicPr>
          <p:cNvPr id="1578" name="Google Shape;1578;p117"/>
          <p:cNvPicPr preferRelativeResize="0"/>
          <p:nvPr/>
        </p:nvPicPr>
        <p:blipFill rotWithShape="1">
          <a:blip r:embed="rId12">
            <a:alphaModFix/>
          </a:blip>
          <a:srcRect b="0" l="0" r="0" t="0"/>
          <a:stretch/>
        </p:blipFill>
        <p:spPr>
          <a:xfrm>
            <a:off x="4064975" y="4295928"/>
            <a:ext cx="744464" cy="744458"/>
          </a:xfrm>
          <a:prstGeom prst="rect">
            <a:avLst/>
          </a:prstGeom>
          <a:noFill/>
          <a:ln>
            <a:noFill/>
          </a:ln>
        </p:spPr>
      </p:pic>
      <p:pic>
        <p:nvPicPr>
          <p:cNvPr id="1579" name="Google Shape;1579;p117"/>
          <p:cNvPicPr preferRelativeResize="0"/>
          <p:nvPr/>
        </p:nvPicPr>
        <p:blipFill rotWithShape="1">
          <a:blip r:embed="rId13">
            <a:alphaModFix/>
          </a:blip>
          <a:srcRect b="0" l="0" r="0" t="0"/>
          <a:stretch/>
        </p:blipFill>
        <p:spPr>
          <a:xfrm>
            <a:off x="5715060" y="4295928"/>
            <a:ext cx="744464" cy="744458"/>
          </a:xfrm>
          <a:prstGeom prst="rect">
            <a:avLst/>
          </a:prstGeom>
          <a:noFill/>
          <a:ln>
            <a:noFill/>
          </a:ln>
        </p:spPr>
      </p:pic>
      <p:pic>
        <p:nvPicPr>
          <p:cNvPr id="1580" name="Google Shape;1580;p117"/>
          <p:cNvPicPr preferRelativeResize="0"/>
          <p:nvPr/>
        </p:nvPicPr>
        <p:blipFill rotWithShape="1">
          <a:blip r:embed="rId14">
            <a:alphaModFix/>
          </a:blip>
          <a:srcRect b="0" l="0" r="0" t="0"/>
          <a:stretch/>
        </p:blipFill>
        <p:spPr>
          <a:xfrm>
            <a:off x="7365145" y="4295928"/>
            <a:ext cx="744464" cy="744458"/>
          </a:xfrm>
          <a:prstGeom prst="rect">
            <a:avLst/>
          </a:prstGeom>
          <a:noFill/>
          <a:ln>
            <a:noFill/>
          </a:ln>
        </p:spPr>
      </p:pic>
      <p:pic>
        <p:nvPicPr>
          <p:cNvPr id="1581" name="Google Shape;1581;p117"/>
          <p:cNvPicPr preferRelativeResize="0"/>
          <p:nvPr/>
        </p:nvPicPr>
        <p:blipFill rotWithShape="1">
          <a:blip r:embed="rId15">
            <a:alphaModFix/>
          </a:blip>
          <a:srcRect b="0" l="0" r="0" t="0"/>
          <a:stretch/>
        </p:blipFill>
        <p:spPr>
          <a:xfrm>
            <a:off x="9015229" y="4295928"/>
            <a:ext cx="744464" cy="744458"/>
          </a:xfrm>
          <a:prstGeom prst="rect">
            <a:avLst/>
          </a:prstGeom>
          <a:noFill/>
          <a:ln>
            <a:noFill/>
          </a:ln>
        </p:spPr>
      </p:pic>
      <p:pic>
        <p:nvPicPr>
          <p:cNvPr id="1582" name="Google Shape;1582;p117"/>
          <p:cNvPicPr preferRelativeResize="0"/>
          <p:nvPr/>
        </p:nvPicPr>
        <p:blipFill rotWithShape="1">
          <a:blip r:embed="rId16">
            <a:alphaModFix/>
          </a:blip>
          <a:srcRect b="0" l="40" r="40" t="0"/>
          <a:stretch/>
        </p:blipFill>
        <p:spPr>
          <a:xfrm>
            <a:off x="10665314" y="4295928"/>
            <a:ext cx="744464" cy="744459"/>
          </a:xfrm>
          <a:prstGeom prst="rect">
            <a:avLst/>
          </a:prstGeom>
          <a:noFill/>
          <a:ln>
            <a:noFill/>
          </a:ln>
        </p:spPr>
      </p:pic>
      <p:pic>
        <p:nvPicPr>
          <p:cNvPr id="1583" name="Google Shape;1583;p117"/>
          <p:cNvPicPr preferRelativeResize="0"/>
          <p:nvPr/>
        </p:nvPicPr>
        <p:blipFill rotWithShape="1">
          <a:blip r:embed="rId17">
            <a:alphaModFix/>
          </a:blip>
          <a:srcRect b="0" l="40" r="40" t="0"/>
          <a:stretch/>
        </p:blipFill>
        <p:spPr>
          <a:xfrm>
            <a:off x="764806" y="5162849"/>
            <a:ext cx="744464" cy="744459"/>
          </a:xfrm>
          <a:prstGeom prst="rect">
            <a:avLst/>
          </a:prstGeom>
          <a:noFill/>
          <a:ln>
            <a:noFill/>
          </a:ln>
        </p:spPr>
      </p:pic>
      <p:pic>
        <p:nvPicPr>
          <p:cNvPr id="1584" name="Google Shape;1584;p117"/>
          <p:cNvPicPr preferRelativeResize="0"/>
          <p:nvPr/>
        </p:nvPicPr>
        <p:blipFill rotWithShape="1">
          <a:blip r:embed="rId18">
            <a:alphaModFix/>
          </a:blip>
          <a:srcRect b="0" l="0" r="0" t="0"/>
          <a:stretch/>
        </p:blipFill>
        <p:spPr>
          <a:xfrm>
            <a:off x="2414890" y="5162849"/>
            <a:ext cx="744464" cy="744458"/>
          </a:xfrm>
          <a:prstGeom prst="rect">
            <a:avLst/>
          </a:prstGeom>
          <a:noFill/>
          <a:ln>
            <a:noFill/>
          </a:ln>
        </p:spPr>
      </p:pic>
      <p:pic>
        <p:nvPicPr>
          <p:cNvPr id="1585" name="Google Shape;1585;p117"/>
          <p:cNvPicPr preferRelativeResize="0"/>
          <p:nvPr/>
        </p:nvPicPr>
        <p:blipFill rotWithShape="1">
          <a:blip r:embed="rId19">
            <a:alphaModFix/>
          </a:blip>
          <a:srcRect b="0" l="0" r="0" t="0"/>
          <a:stretch/>
        </p:blipFill>
        <p:spPr>
          <a:xfrm>
            <a:off x="4064975" y="5162849"/>
            <a:ext cx="744464" cy="744458"/>
          </a:xfrm>
          <a:prstGeom prst="rect">
            <a:avLst/>
          </a:prstGeom>
          <a:noFill/>
          <a:ln>
            <a:noFill/>
          </a:ln>
        </p:spPr>
      </p:pic>
      <p:pic>
        <p:nvPicPr>
          <p:cNvPr id="1586" name="Google Shape;1586;p117"/>
          <p:cNvPicPr preferRelativeResize="0"/>
          <p:nvPr/>
        </p:nvPicPr>
        <p:blipFill rotWithShape="1">
          <a:blip r:embed="rId20">
            <a:alphaModFix/>
          </a:blip>
          <a:srcRect b="0" l="0" r="0" t="0"/>
          <a:stretch/>
        </p:blipFill>
        <p:spPr>
          <a:xfrm>
            <a:off x="5715060" y="5162849"/>
            <a:ext cx="744464" cy="744458"/>
          </a:xfrm>
          <a:prstGeom prst="rect">
            <a:avLst/>
          </a:prstGeom>
          <a:noFill/>
          <a:ln>
            <a:noFill/>
          </a:ln>
        </p:spPr>
      </p:pic>
      <p:pic>
        <p:nvPicPr>
          <p:cNvPr id="1587" name="Google Shape;1587;p117"/>
          <p:cNvPicPr preferRelativeResize="0"/>
          <p:nvPr/>
        </p:nvPicPr>
        <p:blipFill rotWithShape="1">
          <a:blip r:embed="rId21">
            <a:alphaModFix/>
          </a:blip>
          <a:srcRect b="0" l="0" r="0" t="0"/>
          <a:stretch/>
        </p:blipFill>
        <p:spPr>
          <a:xfrm>
            <a:off x="7365145" y="5162849"/>
            <a:ext cx="744464" cy="744458"/>
          </a:xfrm>
          <a:prstGeom prst="rect">
            <a:avLst/>
          </a:prstGeom>
          <a:noFill/>
          <a:ln>
            <a:noFill/>
          </a:ln>
        </p:spPr>
      </p:pic>
      <p:pic>
        <p:nvPicPr>
          <p:cNvPr id="1588" name="Google Shape;1588;p117"/>
          <p:cNvPicPr preferRelativeResize="0"/>
          <p:nvPr/>
        </p:nvPicPr>
        <p:blipFill rotWithShape="1">
          <a:blip r:embed="rId22">
            <a:alphaModFix/>
          </a:blip>
          <a:srcRect b="0" l="0" r="0" t="0"/>
          <a:stretch/>
        </p:blipFill>
        <p:spPr>
          <a:xfrm>
            <a:off x="9015229" y="5162849"/>
            <a:ext cx="744464" cy="744458"/>
          </a:xfrm>
          <a:prstGeom prst="rect">
            <a:avLst/>
          </a:prstGeom>
          <a:noFill/>
          <a:ln>
            <a:noFill/>
          </a:ln>
        </p:spPr>
      </p:pic>
      <p:pic>
        <p:nvPicPr>
          <p:cNvPr id="1589" name="Google Shape;1589;p117"/>
          <p:cNvPicPr preferRelativeResize="0"/>
          <p:nvPr/>
        </p:nvPicPr>
        <p:blipFill rotWithShape="1">
          <a:blip r:embed="rId23">
            <a:alphaModFix/>
          </a:blip>
          <a:srcRect b="0" l="40" r="40" t="0"/>
          <a:stretch/>
        </p:blipFill>
        <p:spPr>
          <a:xfrm>
            <a:off x="10665314" y="5162849"/>
            <a:ext cx="744464" cy="744459"/>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3" name="Shape 1593"/>
        <p:cNvGrpSpPr/>
        <p:nvPr/>
      </p:nvGrpSpPr>
      <p:grpSpPr>
        <a:xfrm>
          <a:off x="0" y="0"/>
          <a:ext cx="0" cy="0"/>
          <a:chOff x="0" y="0"/>
          <a:chExt cx="0" cy="0"/>
        </a:xfrm>
      </p:grpSpPr>
      <p:sp>
        <p:nvSpPr>
          <p:cNvPr id="1594" name="Google Shape;1594;p118"/>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595" name="Google Shape;1595;p118"/>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596" name="Google Shape;1596;p118"/>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Security (Cont.)</a:t>
            </a:r>
            <a:endParaRPr/>
          </a:p>
        </p:txBody>
      </p:sp>
      <p:sp>
        <p:nvSpPr>
          <p:cNvPr id="1597" name="Google Shape;1597;p118"/>
          <p:cNvSpPr/>
          <p:nvPr/>
        </p:nvSpPr>
        <p:spPr>
          <a:xfrm>
            <a:off x="1050428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Office Building</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1598" name="Google Shape;1598;p118"/>
          <p:cNvSpPr/>
          <p:nvPr/>
        </p:nvSpPr>
        <p:spPr>
          <a:xfrm>
            <a:off x="8753843" y="2595333"/>
            <a:ext cx="12672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Notebook</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599" name="Google Shape;1599;p118"/>
          <p:cNvSpPr/>
          <p:nvPr/>
        </p:nvSpPr>
        <p:spPr>
          <a:xfrm>
            <a:off x="7103823" y="2595333"/>
            <a:ext cx="12672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Network Data Sources</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600" name="Google Shape;1600;p118"/>
          <p:cNvSpPr/>
          <p:nvPr/>
        </p:nvSpPr>
        <p:spPr>
          <a:xfrm>
            <a:off x="5433640" y="2595333"/>
            <a:ext cx="1307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Nation State Attacker</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601" name="Google Shape;1601;p118"/>
          <p:cNvSpPr/>
          <p:nvPr/>
        </p:nvSpPr>
        <p:spPr>
          <a:xfrm>
            <a:off x="3904056"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Multicloud</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602" name="Google Shape;1602;p118"/>
          <p:cNvSpPr/>
          <p:nvPr/>
        </p:nvSpPr>
        <p:spPr>
          <a:xfrm>
            <a:off x="2254002"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Mobile Device</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603" name="Google Shape;1603;p118"/>
          <p:cNvSpPr/>
          <p:nvPr/>
        </p:nvSpPr>
        <p:spPr>
          <a:xfrm>
            <a:off x="60394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Malware</a:t>
            </a:r>
            <a:endParaRPr sz="1400">
              <a:solidFill>
                <a:srgbClr val="3A3838"/>
              </a:solidFill>
              <a:latin typeface="DM Sans"/>
              <a:ea typeface="DM Sans"/>
              <a:cs typeface="DM Sans"/>
              <a:sym typeface="DM Sans"/>
            </a:endParaRPr>
          </a:p>
        </p:txBody>
      </p:sp>
      <p:pic>
        <p:nvPicPr>
          <p:cNvPr id="1604" name="Google Shape;1604;p118"/>
          <p:cNvPicPr preferRelativeResize="0"/>
          <p:nvPr/>
        </p:nvPicPr>
        <p:blipFill rotWithShape="1">
          <a:blip r:embed="rId3">
            <a:alphaModFix/>
          </a:blip>
          <a:srcRect b="0" l="40" r="40" t="0"/>
          <a:stretch/>
        </p:blipFill>
        <p:spPr>
          <a:xfrm>
            <a:off x="764806" y="3429006"/>
            <a:ext cx="744464" cy="744459"/>
          </a:xfrm>
          <a:prstGeom prst="rect">
            <a:avLst/>
          </a:prstGeom>
          <a:noFill/>
          <a:ln>
            <a:noFill/>
          </a:ln>
        </p:spPr>
      </p:pic>
      <p:pic>
        <p:nvPicPr>
          <p:cNvPr id="1605" name="Google Shape;1605;p118"/>
          <p:cNvPicPr preferRelativeResize="0"/>
          <p:nvPr/>
        </p:nvPicPr>
        <p:blipFill rotWithShape="1">
          <a:blip r:embed="rId4">
            <a:alphaModFix/>
          </a:blip>
          <a:srcRect b="0" l="0" r="0" t="0"/>
          <a:stretch/>
        </p:blipFill>
        <p:spPr>
          <a:xfrm>
            <a:off x="2414890" y="3429006"/>
            <a:ext cx="744464" cy="744458"/>
          </a:xfrm>
          <a:prstGeom prst="rect">
            <a:avLst/>
          </a:prstGeom>
          <a:noFill/>
          <a:ln>
            <a:noFill/>
          </a:ln>
        </p:spPr>
      </p:pic>
      <p:pic>
        <p:nvPicPr>
          <p:cNvPr id="1606" name="Google Shape;1606;p118"/>
          <p:cNvPicPr preferRelativeResize="0"/>
          <p:nvPr/>
        </p:nvPicPr>
        <p:blipFill rotWithShape="1">
          <a:blip r:embed="rId5">
            <a:alphaModFix/>
          </a:blip>
          <a:srcRect b="0" l="40" r="40" t="0"/>
          <a:stretch/>
        </p:blipFill>
        <p:spPr>
          <a:xfrm>
            <a:off x="4064975" y="3429006"/>
            <a:ext cx="744464" cy="744459"/>
          </a:xfrm>
          <a:prstGeom prst="rect">
            <a:avLst/>
          </a:prstGeom>
          <a:noFill/>
          <a:ln>
            <a:noFill/>
          </a:ln>
        </p:spPr>
      </p:pic>
      <p:pic>
        <p:nvPicPr>
          <p:cNvPr id="1607" name="Google Shape;1607;p118"/>
          <p:cNvPicPr preferRelativeResize="0"/>
          <p:nvPr/>
        </p:nvPicPr>
        <p:blipFill rotWithShape="1">
          <a:blip r:embed="rId6">
            <a:alphaModFix/>
          </a:blip>
          <a:srcRect b="0" l="0" r="0" t="0"/>
          <a:stretch/>
        </p:blipFill>
        <p:spPr>
          <a:xfrm>
            <a:off x="5715060" y="3429006"/>
            <a:ext cx="744464" cy="744458"/>
          </a:xfrm>
          <a:prstGeom prst="rect">
            <a:avLst/>
          </a:prstGeom>
          <a:noFill/>
          <a:ln>
            <a:noFill/>
          </a:ln>
        </p:spPr>
      </p:pic>
      <p:pic>
        <p:nvPicPr>
          <p:cNvPr id="1608" name="Google Shape;1608;p118"/>
          <p:cNvPicPr preferRelativeResize="0"/>
          <p:nvPr/>
        </p:nvPicPr>
        <p:blipFill rotWithShape="1">
          <a:blip r:embed="rId7">
            <a:alphaModFix/>
          </a:blip>
          <a:srcRect b="0" l="40" r="40" t="0"/>
          <a:stretch/>
        </p:blipFill>
        <p:spPr>
          <a:xfrm>
            <a:off x="7365145" y="3429006"/>
            <a:ext cx="744464" cy="744459"/>
          </a:xfrm>
          <a:prstGeom prst="rect">
            <a:avLst/>
          </a:prstGeom>
          <a:noFill/>
          <a:ln>
            <a:noFill/>
          </a:ln>
        </p:spPr>
      </p:pic>
      <p:pic>
        <p:nvPicPr>
          <p:cNvPr id="1609" name="Google Shape;1609;p118"/>
          <p:cNvPicPr preferRelativeResize="0"/>
          <p:nvPr/>
        </p:nvPicPr>
        <p:blipFill rotWithShape="1">
          <a:blip r:embed="rId8">
            <a:alphaModFix/>
          </a:blip>
          <a:srcRect b="0" l="0" r="0" t="0"/>
          <a:stretch/>
        </p:blipFill>
        <p:spPr>
          <a:xfrm>
            <a:off x="9015229" y="3429006"/>
            <a:ext cx="744464" cy="744458"/>
          </a:xfrm>
          <a:prstGeom prst="rect">
            <a:avLst/>
          </a:prstGeom>
          <a:noFill/>
          <a:ln>
            <a:noFill/>
          </a:ln>
        </p:spPr>
      </p:pic>
      <p:pic>
        <p:nvPicPr>
          <p:cNvPr id="1610" name="Google Shape;1610;p118"/>
          <p:cNvPicPr preferRelativeResize="0"/>
          <p:nvPr/>
        </p:nvPicPr>
        <p:blipFill rotWithShape="1">
          <a:blip r:embed="rId9">
            <a:alphaModFix/>
          </a:blip>
          <a:srcRect b="0" l="40" r="40" t="0"/>
          <a:stretch/>
        </p:blipFill>
        <p:spPr>
          <a:xfrm>
            <a:off x="10665314" y="3429006"/>
            <a:ext cx="744464" cy="744459"/>
          </a:xfrm>
          <a:prstGeom prst="rect">
            <a:avLst/>
          </a:prstGeom>
          <a:noFill/>
          <a:ln>
            <a:noFill/>
          </a:ln>
        </p:spPr>
      </p:pic>
      <p:pic>
        <p:nvPicPr>
          <p:cNvPr id="1611" name="Google Shape;1611;p118"/>
          <p:cNvPicPr preferRelativeResize="0"/>
          <p:nvPr/>
        </p:nvPicPr>
        <p:blipFill rotWithShape="1">
          <a:blip r:embed="rId10">
            <a:alphaModFix/>
          </a:blip>
          <a:srcRect b="0" l="40" r="40" t="0"/>
          <a:stretch/>
        </p:blipFill>
        <p:spPr>
          <a:xfrm>
            <a:off x="764806" y="4295928"/>
            <a:ext cx="744464" cy="744459"/>
          </a:xfrm>
          <a:prstGeom prst="rect">
            <a:avLst/>
          </a:prstGeom>
          <a:noFill/>
          <a:ln>
            <a:noFill/>
          </a:ln>
        </p:spPr>
      </p:pic>
      <p:pic>
        <p:nvPicPr>
          <p:cNvPr id="1612" name="Google Shape;1612;p118"/>
          <p:cNvPicPr preferRelativeResize="0"/>
          <p:nvPr/>
        </p:nvPicPr>
        <p:blipFill rotWithShape="1">
          <a:blip r:embed="rId11">
            <a:alphaModFix/>
          </a:blip>
          <a:srcRect b="0" l="0" r="0" t="0"/>
          <a:stretch/>
        </p:blipFill>
        <p:spPr>
          <a:xfrm>
            <a:off x="2414890" y="4295928"/>
            <a:ext cx="744464" cy="744458"/>
          </a:xfrm>
          <a:prstGeom prst="rect">
            <a:avLst/>
          </a:prstGeom>
          <a:noFill/>
          <a:ln>
            <a:noFill/>
          </a:ln>
        </p:spPr>
      </p:pic>
      <p:pic>
        <p:nvPicPr>
          <p:cNvPr id="1613" name="Google Shape;1613;p118"/>
          <p:cNvPicPr preferRelativeResize="0"/>
          <p:nvPr/>
        </p:nvPicPr>
        <p:blipFill rotWithShape="1">
          <a:blip r:embed="rId12">
            <a:alphaModFix/>
          </a:blip>
          <a:srcRect b="0" l="40" r="40" t="0"/>
          <a:stretch/>
        </p:blipFill>
        <p:spPr>
          <a:xfrm>
            <a:off x="4064975" y="4295928"/>
            <a:ext cx="744464" cy="744459"/>
          </a:xfrm>
          <a:prstGeom prst="rect">
            <a:avLst/>
          </a:prstGeom>
          <a:noFill/>
          <a:ln>
            <a:noFill/>
          </a:ln>
        </p:spPr>
      </p:pic>
      <p:pic>
        <p:nvPicPr>
          <p:cNvPr id="1614" name="Google Shape;1614;p118"/>
          <p:cNvPicPr preferRelativeResize="0"/>
          <p:nvPr/>
        </p:nvPicPr>
        <p:blipFill rotWithShape="1">
          <a:blip r:embed="rId13">
            <a:alphaModFix/>
          </a:blip>
          <a:srcRect b="0" l="0" r="0" t="0"/>
          <a:stretch/>
        </p:blipFill>
        <p:spPr>
          <a:xfrm>
            <a:off x="5715060" y="4295928"/>
            <a:ext cx="744464" cy="744458"/>
          </a:xfrm>
          <a:prstGeom prst="rect">
            <a:avLst/>
          </a:prstGeom>
          <a:noFill/>
          <a:ln>
            <a:noFill/>
          </a:ln>
        </p:spPr>
      </p:pic>
      <p:pic>
        <p:nvPicPr>
          <p:cNvPr id="1615" name="Google Shape;1615;p118"/>
          <p:cNvPicPr preferRelativeResize="0"/>
          <p:nvPr/>
        </p:nvPicPr>
        <p:blipFill rotWithShape="1">
          <a:blip r:embed="rId14">
            <a:alphaModFix/>
          </a:blip>
          <a:srcRect b="0" l="40" r="40" t="0"/>
          <a:stretch/>
        </p:blipFill>
        <p:spPr>
          <a:xfrm>
            <a:off x="7365145" y="4295928"/>
            <a:ext cx="744464" cy="744459"/>
          </a:xfrm>
          <a:prstGeom prst="rect">
            <a:avLst/>
          </a:prstGeom>
          <a:noFill/>
          <a:ln>
            <a:noFill/>
          </a:ln>
        </p:spPr>
      </p:pic>
      <p:pic>
        <p:nvPicPr>
          <p:cNvPr id="1616" name="Google Shape;1616;p118"/>
          <p:cNvPicPr preferRelativeResize="0"/>
          <p:nvPr/>
        </p:nvPicPr>
        <p:blipFill rotWithShape="1">
          <a:blip r:embed="rId15">
            <a:alphaModFix/>
          </a:blip>
          <a:srcRect b="0" l="0" r="0" t="0"/>
          <a:stretch/>
        </p:blipFill>
        <p:spPr>
          <a:xfrm>
            <a:off x="9015229" y="4295928"/>
            <a:ext cx="744464" cy="744458"/>
          </a:xfrm>
          <a:prstGeom prst="rect">
            <a:avLst/>
          </a:prstGeom>
          <a:noFill/>
          <a:ln>
            <a:noFill/>
          </a:ln>
        </p:spPr>
      </p:pic>
      <p:pic>
        <p:nvPicPr>
          <p:cNvPr id="1617" name="Google Shape;1617;p118"/>
          <p:cNvPicPr preferRelativeResize="0"/>
          <p:nvPr/>
        </p:nvPicPr>
        <p:blipFill rotWithShape="1">
          <a:blip r:embed="rId16">
            <a:alphaModFix/>
          </a:blip>
          <a:srcRect b="0" l="40" r="40" t="0"/>
          <a:stretch/>
        </p:blipFill>
        <p:spPr>
          <a:xfrm>
            <a:off x="10665314" y="4295928"/>
            <a:ext cx="744464" cy="744459"/>
          </a:xfrm>
          <a:prstGeom prst="rect">
            <a:avLst/>
          </a:prstGeom>
          <a:noFill/>
          <a:ln>
            <a:noFill/>
          </a:ln>
        </p:spPr>
      </p:pic>
      <p:pic>
        <p:nvPicPr>
          <p:cNvPr id="1618" name="Google Shape;1618;p118"/>
          <p:cNvPicPr preferRelativeResize="0"/>
          <p:nvPr/>
        </p:nvPicPr>
        <p:blipFill rotWithShape="1">
          <a:blip r:embed="rId17">
            <a:alphaModFix/>
          </a:blip>
          <a:srcRect b="0" l="40" r="40" t="0"/>
          <a:stretch/>
        </p:blipFill>
        <p:spPr>
          <a:xfrm>
            <a:off x="764806" y="5162849"/>
            <a:ext cx="744464" cy="744459"/>
          </a:xfrm>
          <a:prstGeom prst="rect">
            <a:avLst/>
          </a:prstGeom>
          <a:noFill/>
          <a:ln>
            <a:noFill/>
          </a:ln>
        </p:spPr>
      </p:pic>
      <p:pic>
        <p:nvPicPr>
          <p:cNvPr id="1619" name="Google Shape;1619;p118"/>
          <p:cNvPicPr preferRelativeResize="0"/>
          <p:nvPr/>
        </p:nvPicPr>
        <p:blipFill rotWithShape="1">
          <a:blip r:embed="rId18">
            <a:alphaModFix/>
          </a:blip>
          <a:srcRect b="0" l="0" r="0" t="0"/>
          <a:stretch/>
        </p:blipFill>
        <p:spPr>
          <a:xfrm>
            <a:off x="2414890" y="5162849"/>
            <a:ext cx="744464" cy="744458"/>
          </a:xfrm>
          <a:prstGeom prst="rect">
            <a:avLst/>
          </a:prstGeom>
          <a:noFill/>
          <a:ln>
            <a:noFill/>
          </a:ln>
        </p:spPr>
      </p:pic>
      <p:pic>
        <p:nvPicPr>
          <p:cNvPr id="1620" name="Google Shape;1620;p118"/>
          <p:cNvPicPr preferRelativeResize="0"/>
          <p:nvPr/>
        </p:nvPicPr>
        <p:blipFill rotWithShape="1">
          <a:blip r:embed="rId19">
            <a:alphaModFix/>
          </a:blip>
          <a:srcRect b="0" l="40" r="40" t="0"/>
          <a:stretch/>
        </p:blipFill>
        <p:spPr>
          <a:xfrm>
            <a:off x="4064975" y="5162849"/>
            <a:ext cx="744464" cy="744459"/>
          </a:xfrm>
          <a:prstGeom prst="rect">
            <a:avLst/>
          </a:prstGeom>
          <a:noFill/>
          <a:ln>
            <a:noFill/>
          </a:ln>
        </p:spPr>
      </p:pic>
      <p:pic>
        <p:nvPicPr>
          <p:cNvPr id="1621" name="Google Shape;1621;p118"/>
          <p:cNvPicPr preferRelativeResize="0"/>
          <p:nvPr/>
        </p:nvPicPr>
        <p:blipFill rotWithShape="1">
          <a:blip r:embed="rId20">
            <a:alphaModFix/>
          </a:blip>
          <a:srcRect b="0" l="0" r="0" t="0"/>
          <a:stretch/>
        </p:blipFill>
        <p:spPr>
          <a:xfrm>
            <a:off x="5715060" y="5162849"/>
            <a:ext cx="744464" cy="744458"/>
          </a:xfrm>
          <a:prstGeom prst="rect">
            <a:avLst/>
          </a:prstGeom>
          <a:noFill/>
          <a:ln>
            <a:noFill/>
          </a:ln>
        </p:spPr>
      </p:pic>
      <p:pic>
        <p:nvPicPr>
          <p:cNvPr id="1622" name="Google Shape;1622;p118"/>
          <p:cNvPicPr preferRelativeResize="0"/>
          <p:nvPr/>
        </p:nvPicPr>
        <p:blipFill rotWithShape="1">
          <a:blip r:embed="rId21">
            <a:alphaModFix/>
          </a:blip>
          <a:srcRect b="0" l="40" r="40" t="0"/>
          <a:stretch/>
        </p:blipFill>
        <p:spPr>
          <a:xfrm>
            <a:off x="7365145" y="5162849"/>
            <a:ext cx="744464" cy="744459"/>
          </a:xfrm>
          <a:prstGeom prst="rect">
            <a:avLst/>
          </a:prstGeom>
          <a:noFill/>
          <a:ln>
            <a:noFill/>
          </a:ln>
        </p:spPr>
      </p:pic>
      <p:pic>
        <p:nvPicPr>
          <p:cNvPr id="1623" name="Google Shape;1623;p118"/>
          <p:cNvPicPr preferRelativeResize="0"/>
          <p:nvPr/>
        </p:nvPicPr>
        <p:blipFill rotWithShape="1">
          <a:blip r:embed="rId22">
            <a:alphaModFix/>
          </a:blip>
          <a:srcRect b="0" l="0" r="0" t="0"/>
          <a:stretch/>
        </p:blipFill>
        <p:spPr>
          <a:xfrm>
            <a:off x="9015229" y="5162849"/>
            <a:ext cx="744464" cy="744458"/>
          </a:xfrm>
          <a:prstGeom prst="rect">
            <a:avLst/>
          </a:prstGeom>
          <a:noFill/>
          <a:ln>
            <a:noFill/>
          </a:ln>
        </p:spPr>
      </p:pic>
      <p:pic>
        <p:nvPicPr>
          <p:cNvPr id="1624" name="Google Shape;1624;p118"/>
          <p:cNvPicPr preferRelativeResize="0"/>
          <p:nvPr/>
        </p:nvPicPr>
        <p:blipFill rotWithShape="1">
          <a:blip r:embed="rId23">
            <a:alphaModFix/>
          </a:blip>
          <a:srcRect b="0" l="40" r="40" t="0"/>
          <a:stretch/>
        </p:blipFill>
        <p:spPr>
          <a:xfrm>
            <a:off x="10665314" y="5162849"/>
            <a:ext cx="744464" cy="744459"/>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8" name="Shape 1628"/>
        <p:cNvGrpSpPr/>
        <p:nvPr/>
      </p:nvGrpSpPr>
      <p:grpSpPr>
        <a:xfrm>
          <a:off x="0" y="0"/>
          <a:ext cx="0" cy="0"/>
          <a:chOff x="0" y="0"/>
          <a:chExt cx="0" cy="0"/>
        </a:xfrm>
      </p:grpSpPr>
      <p:sp>
        <p:nvSpPr>
          <p:cNvPr id="1629" name="Google Shape;1629;p119"/>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630" name="Google Shape;1630;p119"/>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631" name="Google Shape;1631;p119"/>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Security (Cont.)</a:t>
            </a:r>
            <a:endParaRPr/>
          </a:p>
        </p:txBody>
      </p:sp>
      <p:sp>
        <p:nvSpPr>
          <p:cNvPr id="1632" name="Google Shape;1632;p119"/>
          <p:cNvSpPr/>
          <p:nvPr/>
        </p:nvSpPr>
        <p:spPr>
          <a:xfrm>
            <a:off x="1050428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Security Analysts - Defenders</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1633" name="Google Shape;1633;p119"/>
          <p:cNvSpPr/>
          <p:nvPr/>
        </p:nvSpPr>
        <p:spPr>
          <a:xfrm>
            <a:off x="8753843" y="2595333"/>
            <a:ext cx="12672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Runbook-</a:t>
            </a:r>
            <a:br>
              <a:rPr lang="en" sz="1400">
                <a:solidFill>
                  <a:srgbClr val="3A3838"/>
                </a:solidFill>
                <a:latin typeface="DM Sans"/>
                <a:ea typeface="DM Sans"/>
                <a:cs typeface="DM Sans"/>
                <a:sym typeface="DM Sans"/>
              </a:rPr>
            </a:br>
            <a:r>
              <a:rPr lang="en" sz="1400">
                <a:solidFill>
                  <a:srgbClr val="3A3838"/>
                </a:solidFill>
                <a:latin typeface="DM Sans"/>
                <a:ea typeface="DM Sans"/>
                <a:cs typeface="DM Sans"/>
                <a:sym typeface="DM Sans"/>
              </a:rPr>
              <a:t>Playbook</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634" name="Google Shape;1634;p119"/>
          <p:cNvSpPr/>
          <p:nvPr/>
        </p:nvSpPr>
        <p:spPr>
          <a:xfrm>
            <a:off x="7103823" y="2595333"/>
            <a:ext cx="12672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Response Time</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635" name="Google Shape;1635;p119"/>
          <p:cNvSpPr/>
          <p:nvPr/>
        </p:nvSpPr>
        <p:spPr>
          <a:xfrm>
            <a:off x="5433640" y="2595333"/>
            <a:ext cx="1307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Reporting</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636" name="Google Shape;1636;p119"/>
          <p:cNvSpPr/>
          <p:nvPr/>
        </p:nvSpPr>
        <p:spPr>
          <a:xfrm>
            <a:off x="3904056"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Ransomware</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637" name="Google Shape;1637;p119"/>
          <p:cNvSpPr/>
          <p:nvPr/>
        </p:nvSpPr>
        <p:spPr>
          <a:xfrm>
            <a:off x="2254002"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Privacy</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638" name="Google Shape;1638;p119"/>
          <p:cNvSpPr/>
          <p:nvPr/>
        </p:nvSpPr>
        <p:spPr>
          <a:xfrm>
            <a:off x="60394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On Prem + Cloud</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(Hybrid)</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pic>
        <p:nvPicPr>
          <p:cNvPr id="1639" name="Google Shape;1639;p119"/>
          <p:cNvPicPr preferRelativeResize="0"/>
          <p:nvPr/>
        </p:nvPicPr>
        <p:blipFill rotWithShape="1">
          <a:blip r:embed="rId3">
            <a:alphaModFix/>
          </a:blip>
          <a:srcRect b="0" l="40" r="40" t="0"/>
          <a:stretch/>
        </p:blipFill>
        <p:spPr>
          <a:xfrm>
            <a:off x="764806" y="3429006"/>
            <a:ext cx="744464" cy="744459"/>
          </a:xfrm>
          <a:prstGeom prst="rect">
            <a:avLst/>
          </a:prstGeom>
          <a:noFill/>
          <a:ln>
            <a:noFill/>
          </a:ln>
        </p:spPr>
      </p:pic>
      <p:pic>
        <p:nvPicPr>
          <p:cNvPr id="1640" name="Google Shape;1640;p119"/>
          <p:cNvPicPr preferRelativeResize="0"/>
          <p:nvPr/>
        </p:nvPicPr>
        <p:blipFill rotWithShape="1">
          <a:blip r:embed="rId4">
            <a:alphaModFix/>
          </a:blip>
          <a:srcRect b="0" l="0" r="0" t="0"/>
          <a:stretch/>
        </p:blipFill>
        <p:spPr>
          <a:xfrm>
            <a:off x="2414890" y="3429006"/>
            <a:ext cx="744464" cy="744458"/>
          </a:xfrm>
          <a:prstGeom prst="rect">
            <a:avLst/>
          </a:prstGeom>
          <a:noFill/>
          <a:ln>
            <a:noFill/>
          </a:ln>
        </p:spPr>
      </p:pic>
      <p:pic>
        <p:nvPicPr>
          <p:cNvPr id="1641" name="Google Shape;1641;p119"/>
          <p:cNvPicPr preferRelativeResize="0"/>
          <p:nvPr/>
        </p:nvPicPr>
        <p:blipFill rotWithShape="1">
          <a:blip r:embed="rId5">
            <a:alphaModFix/>
          </a:blip>
          <a:srcRect b="0" l="40" r="40" t="0"/>
          <a:stretch/>
        </p:blipFill>
        <p:spPr>
          <a:xfrm>
            <a:off x="4064975" y="3429006"/>
            <a:ext cx="744464" cy="744459"/>
          </a:xfrm>
          <a:prstGeom prst="rect">
            <a:avLst/>
          </a:prstGeom>
          <a:noFill/>
          <a:ln>
            <a:noFill/>
          </a:ln>
        </p:spPr>
      </p:pic>
      <p:pic>
        <p:nvPicPr>
          <p:cNvPr id="1642" name="Google Shape;1642;p119"/>
          <p:cNvPicPr preferRelativeResize="0"/>
          <p:nvPr/>
        </p:nvPicPr>
        <p:blipFill rotWithShape="1">
          <a:blip r:embed="rId6">
            <a:alphaModFix/>
          </a:blip>
          <a:srcRect b="0" l="0" r="0" t="0"/>
          <a:stretch/>
        </p:blipFill>
        <p:spPr>
          <a:xfrm>
            <a:off x="5715060" y="3429006"/>
            <a:ext cx="744464" cy="744458"/>
          </a:xfrm>
          <a:prstGeom prst="rect">
            <a:avLst/>
          </a:prstGeom>
          <a:noFill/>
          <a:ln>
            <a:noFill/>
          </a:ln>
        </p:spPr>
      </p:pic>
      <p:pic>
        <p:nvPicPr>
          <p:cNvPr id="1643" name="Google Shape;1643;p119"/>
          <p:cNvPicPr preferRelativeResize="0"/>
          <p:nvPr/>
        </p:nvPicPr>
        <p:blipFill rotWithShape="1">
          <a:blip r:embed="rId7">
            <a:alphaModFix/>
          </a:blip>
          <a:srcRect b="0" l="0" r="0" t="0"/>
          <a:stretch/>
        </p:blipFill>
        <p:spPr>
          <a:xfrm>
            <a:off x="7365145" y="3429006"/>
            <a:ext cx="744464" cy="744458"/>
          </a:xfrm>
          <a:prstGeom prst="rect">
            <a:avLst/>
          </a:prstGeom>
          <a:noFill/>
          <a:ln>
            <a:noFill/>
          </a:ln>
        </p:spPr>
      </p:pic>
      <p:pic>
        <p:nvPicPr>
          <p:cNvPr id="1644" name="Google Shape;1644;p119"/>
          <p:cNvPicPr preferRelativeResize="0"/>
          <p:nvPr/>
        </p:nvPicPr>
        <p:blipFill rotWithShape="1">
          <a:blip r:embed="rId8">
            <a:alphaModFix/>
          </a:blip>
          <a:srcRect b="0" l="0" r="0" t="0"/>
          <a:stretch/>
        </p:blipFill>
        <p:spPr>
          <a:xfrm>
            <a:off x="9015229" y="3429006"/>
            <a:ext cx="744464" cy="744458"/>
          </a:xfrm>
          <a:prstGeom prst="rect">
            <a:avLst/>
          </a:prstGeom>
          <a:noFill/>
          <a:ln>
            <a:noFill/>
          </a:ln>
        </p:spPr>
      </p:pic>
      <p:pic>
        <p:nvPicPr>
          <p:cNvPr id="1645" name="Google Shape;1645;p119"/>
          <p:cNvPicPr preferRelativeResize="0"/>
          <p:nvPr/>
        </p:nvPicPr>
        <p:blipFill rotWithShape="1">
          <a:blip r:embed="rId9">
            <a:alphaModFix/>
          </a:blip>
          <a:srcRect b="0" l="40" r="40" t="0"/>
          <a:stretch/>
        </p:blipFill>
        <p:spPr>
          <a:xfrm>
            <a:off x="10665314" y="3429006"/>
            <a:ext cx="744464" cy="744459"/>
          </a:xfrm>
          <a:prstGeom prst="rect">
            <a:avLst/>
          </a:prstGeom>
          <a:noFill/>
          <a:ln>
            <a:noFill/>
          </a:ln>
        </p:spPr>
      </p:pic>
      <p:pic>
        <p:nvPicPr>
          <p:cNvPr id="1646" name="Google Shape;1646;p119"/>
          <p:cNvPicPr preferRelativeResize="0"/>
          <p:nvPr/>
        </p:nvPicPr>
        <p:blipFill rotWithShape="1">
          <a:blip r:embed="rId10">
            <a:alphaModFix/>
          </a:blip>
          <a:srcRect b="0" l="40" r="40" t="0"/>
          <a:stretch/>
        </p:blipFill>
        <p:spPr>
          <a:xfrm>
            <a:off x="764806" y="4295928"/>
            <a:ext cx="744464" cy="744459"/>
          </a:xfrm>
          <a:prstGeom prst="rect">
            <a:avLst/>
          </a:prstGeom>
          <a:noFill/>
          <a:ln>
            <a:noFill/>
          </a:ln>
        </p:spPr>
      </p:pic>
      <p:pic>
        <p:nvPicPr>
          <p:cNvPr id="1647" name="Google Shape;1647;p119"/>
          <p:cNvPicPr preferRelativeResize="0"/>
          <p:nvPr/>
        </p:nvPicPr>
        <p:blipFill rotWithShape="1">
          <a:blip r:embed="rId11">
            <a:alphaModFix/>
          </a:blip>
          <a:srcRect b="0" l="0" r="0" t="0"/>
          <a:stretch/>
        </p:blipFill>
        <p:spPr>
          <a:xfrm>
            <a:off x="2414890" y="4295928"/>
            <a:ext cx="744464" cy="744458"/>
          </a:xfrm>
          <a:prstGeom prst="rect">
            <a:avLst/>
          </a:prstGeom>
          <a:noFill/>
          <a:ln>
            <a:noFill/>
          </a:ln>
        </p:spPr>
      </p:pic>
      <p:pic>
        <p:nvPicPr>
          <p:cNvPr id="1648" name="Google Shape;1648;p119"/>
          <p:cNvPicPr preferRelativeResize="0"/>
          <p:nvPr/>
        </p:nvPicPr>
        <p:blipFill rotWithShape="1">
          <a:blip r:embed="rId12">
            <a:alphaModFix/>
          </a:blip>
          <a:srcRect b="0" l="40" r="40" t="0"/>
          <a:stretch/>
        </p:blipFill>
        <p:spPr>
          <a:xfrm>
            <a:off x="4064975" y="4295928"/>
            <a:ext cx="744464" cy="744459"/>
          </a:xfrm>
          <a:prstGeom prst="rect">
            <a:avLst/>
          </a:prstGeom>
          <a:noFill/>
          <a:ln>
            <a:noFill/>
          </a:ln>
        </p:spPr>
      </p:pic>
      <p:pic>
        <p:nvPicPr>
          <p:cNvPr id="1649" name="Google Shape;1649;p119"/>
          <p:cNvPicPr preferRelativeResize="0"/>
          <p:nvPr/>
        </p:nvPicPr>
        <p:blipFill rotWithShape="1">
          <a:blip r:embed="rId13">
            <a:alphaModFix/>
          </a:blip>
          <a:srcRect b="0" l="0" r="0" t="0"/>
          <a:stretch/>
        </p:blipFill>
        <p:spPr>
          <a:xfrm>
            <a:off x="5715060" y="4295928"/>
            <a:ext cx="744464" cy="744458"/>
          </a:xfrm>
          <a:prstGeom prst="rect">
            <a:avLst/>
          </a:prstGeom>
          <a:noFill/>
          <a:ln>
            <a:noFill/>
          </a:ln>
        </p:spPr>
      </p:pic>
      <p:pic>
        <p:nvPicPr>
          <p:cNvPr id="1650" name="Google Shape;1650;p119"/>
          <p:cNvPicPr preferRelativeResize="0"/>
          <p:nvPr/>
        </p:nvPicPr>
        <p:blipFill rotWithShape="1">
          <a:blip r:embed="rId14">
            <a:alphaModFix/>
          </a:blip>
          <a:srcRect b="0" l="0" r="0" t="0"/>
          <a:stretch/>
        </p:blipFill>
        <p:spPr>
          <a:xfrm>
            <a:off x="7365145" y="4295928"/>
            <a:ext cx="744464" cy="744458"/>
          </a:xfrm>
          <a:prstGeom prst="rect">
            <a:avLst/>
          </a:prstGeom>
          <a:noFill/>
          <a:ln>
            <a:noFill/>
          </a:ln>
        </p:spPr>
      </p:pic>
      <p:pic>
        <p:nvPicPr>
          <p:cNvPr id="1651" name="Google Shape;1651;p119"/>
          <p:cNvPicPr preferRelativeResize="0"/>
          <p:nvPr/>
        </p:nvPicPr>
        <p:blipFill rotWithShape="1">
          <a:blip r:embed="rId15">
            <a:alphaModFix/>
          </a:blip>
          <a:srcRect b="0" l="0" r="0" t="0"/>
          <a:stretch/>
        </p:blipFill>
        <p:spPr>
          <a:xfrm>
            <a:off x="9015229" y="4295928"/>
            <a:ext cx="744464" cy="744458"/>
          </a:xfrm>
          <a:prstGeom prst="rect">
            <a:avLst/>
          </a:prstGeom>
          <a:noFill/>
          <a:ln>
            <a:noFill/>
          </a:ln>
        </p:spPr>
      </p:pic>
      <p:pic>
        <p:nvPicPr>
          <p:cNvPr id="1652" name="Google Shape;1652;p119"/>
          <p:cNvPicPr preferRelativeResize="0"/>
          <p:nvPr/>
        </p:nvPicPr>
        <p:blipFill rotWithShape="1">
          <a:blip r:embed="rId16">
            <a:alphaModFix/>
          </a:blip>
          <a:srcRect b="0" l="40" r="40" t="0"/>
          <a:stretch/>
        </p:blipFill>
        <p:spPr>
          <a:xfrm>
            <a:off x="10665314" y="4295928"/>
            <a:ext cx="744464" cy="744459"/>
          </a:xfrm>
          <a:prstGeom prst="rect">
            <a:avLst/>
          </a:prstGeom>
          <a:noFill/>
          <a:ln>
            <a:noFill/>
          </a:ln>
        </p:spPr>
      </p:pic>
      <p:pic>
        <p:nvPicPr>
          <p:cNvPr id="1653" name="Google Shape;1653;p119"/>
          <p:cNvPicPr preferRelativeResize="0"/>
          <p:nvPr/>
        </p:nvPicPr>
        <p:blipFill rotWithShape="1">
          <a:blip r:embed="rId17">
            <a:alphaModFix/>
          </a:blip>
          <a:srcRect b="0" l="40" r="40" t="0"/>
          <a:stretch/>
        </p:blipFill>
        <p:spPr>
          <a:xfrm>
            <a:off x="764806" y="5162849"/>
            <a:ext cx="744464" cy="744459"/>
          </a:xfrm>
          <a:prstGeom prst="rect">
            <a:avLst/>
          </a:prstGeom>
          <a:noFill/>
          <a:ln>
            <a:noFill/>
          </a:ln>
        </p:spPr>
      </p:pic>
      <p:pic>
        <p:nvPicPr>
          <p:cNvPr id="1654" name="Google Shape;1654;p119"/>
          <p:cNvPicPr preferRelativeResize="0"/>
          <p:nvPr/>
        </p:nvPicPr>
        <p:blipFill rotWithShape="1">
          <a:blip r:embed="rId18">
            <a:alphaModFix/>
          </a:blip>
          <a:srcRect b="0" l="0" r="0" t="0"/>
          <a:stretch/>
        </p:blipFill>
        <p:spPr>
          <a:xfrm>
            <a:off x="2414890" y="5162849"/>
            <a:ext cx="744464" cy="744458"/>
          </a:xfrm>
          <a:prstGeom prst="rect">
            <a:avLst/>
          </a:prstGeom>
          <a:noFill/>
          <a:ln>
            <a:noFill/>
          </a:ln>
        </p:spPr>
      </p:pic>
      <p:pic>
        <p:nvPicPr>
          <p:cNvPr id="1655" name="Google Shape;1655;p119"/>
          <p:cNvPicPr preferRelativeResize="0"/>
          <p:nvPr/>
        </p:nvPicPr>
        <p:blipFill rotWithShape="1">
          <a:blip r:embed="rId19">
            <a:alphaModFix/>
          </a:blip>
          <a:srcRect b="0" l="40" r="40" t="0"/>
          <a:stretch/>
        </p:blipFill>
        <p:spPr>
          <a:xfrm>
            <a:off x="4064975" y="5162849"/>
            <a:ext cx="744464" cy="744459"/>
          </a:xfrm>
          <a:prstGeom prst="rect">
            <a:avLst/>
          </a:prstGeom>
          <a:noFill/>
          <a:ln>
            <a:noFill/>
          </a:ln>
        </p:spPr>
      </p:pic>
      <p:pic>
        <p:nvPicPr>
          <p:cNvPr id="1656" name="Google Shape;1656;p119"/>
          <p:cNvPicPr preferRelativeResize="0"/>
          <p:nvPr/>
        </p:nvPicPr>
        <p:blipFill rotWithShape="1">
          <a:blip r:embed="rId20">
            <a:alphaModFix/>
          </a:blip>
          <a:srcRect b="0" l="0" r="0" t="0"/>
          <a:stretch/>
        </p:blipFill>
        <p:spPr>
          <a:xfrm>
            <a:off x="5715060" y="5162849"/>
            <a:ext cx="744464" cy="744458"/>
          </a:xfrm>
          <a:prstGeom prst="rect">
            <a:avLst/>
          </a:prstGeom>
          <a:noFill/>
          <a:ln>
            <a:noFill/>
          </a:ln>
        </p:spPr>
      </p:pic>
      <p:pic>
        <p:nvPicPr>
          <p:cNvPr id="1657" name="Google Shape;1657;p119"/>
          <p:cNvPicPr preferRelativeResize="0"/>
          <p:nvPr/>
        </p:nvPicPr>
        <p:blipFill rotWithShape="1">
          <a:blip r:embed="rId21">
            <a:alphaModFix/>
          </a:blip>
          <a:srcRect b="0" l="0" r="0" t="0"/>
          <a:stretch/>
        </p:blipFill>
        <p:spPr>
          <a:xfrm>
            <a:off x="7365145" y="5162849"/>
            <a:ext cx="744464" cy="744458"/>
          </a:xfrm>
          <a:prstGeom prst="rect">
            <a:avLst/>
          </a:prstGeom>
          <a:noFill/>
          <a:ln>
            <a:noFill/>
          </a:ln>
        </p:spPr>
      </p:pic>
      <p:pic>
        <p:nvPicPr>
          <p:cNvPr id="1658" name="Google Shape;1658;p119"/>
          <p:cNvPicPr preferRelativeResize="0"/>
          <p:nvPr/>
        </p:nvPicPr>
        <p:blipFill rotWithShape="1">
          <a:blip r:embed="rId22">
            <a:alphaModFix/>
          </a:blip>
          <a:srcRect b="0" l="0" r="0" t="0"/>
          <a:stretch/>
        </p:blipFill>
        <p:spPr>
          <a:xfrm>
            <a:off x="9015229" y="5162849"/>
            <a:ext cx="744464" cy="744458"/>
          </a:xfrm>
          <a:prstGeom prst="rect">
            <a:avLst/>
          </a:prstGeom>
          <a:noFill/>
          <a:ln>
            <a:noFill/>
          </a:ln>
        </p:spPr>
      </p:pic>
      <p:pic>
        <p:nvPicPr>
          <p:cNvPr id="1659" name="Google Shape;1659;p119"/>
          <p:cNvPicPr preferRelativeResize="0"/>
          <p:nvPr/>
        </p:nvPicPr>
        <p:blipFill rotWithShape="1">
          <a:blip r:embed="rId23">
            <a:alphaModFix/>
          </a:blip>
          <a:srcRect b="0" l="40" r="40" t="0"/>
          <a:stretch/>
        </p:blipFill>
        <p:spPr>
          <a:xfrm>
            <a:off x="10665314" y="5162849"/>
            <a:ext cx="744464" cy="744459"/>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3" name="Shape 1663"/>
        <p:cNvGrpSpPr/>
        <p:nvPr/>
      </p:nvGrpSpPr>
      <p:grpSpPr>
        <a:xfrm>
          <a:off x="0" y="0"/>
          <a:ext cx="0" cy="0"/>
          <a:chOff x="0" y="0"/>
          <a:chExt cx="0" cy="0"/>
        </a:xfrm>
      </p:grpSpPr>
      <p:sp>
        <p:nvSpPr>
          <p:cNvPr id="1664" name="Google Shape;1664;p120"/>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665" name="Google Shape;1665;p120"/>
          <p:cNvSpPr txBox="1"/>
          <p:nvPr>
            <p:ph type="title"/>
          </p:nvPr>
        </p:nvSpPr>
        <p:spPr>
          <a:xfrm>
            <a:off x="6730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666" name="Google Shape;1666;p120"/>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Security (Cont.)</a:t>
            </a:r>
            <a:endParaRPr/>
          </a:p>
        </p:txBody>
      </p:sp>
      <p:sp>
        <p:nvSpPr>
          <p:cNvPr id="1667" name="Google Shape;1667;p120"/>
          <p:cNvSpPr/>
          <p:nvPr/>
        </p:nvSpPr>
        <p:spPr>
          <a:xfrm>
            <a:off x="496076" y="2595333"/>
            <a:ext cx="12933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Security Monitoring</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1668" name="Google Shape;1668;p120"/>
          <p:cNvSpPr/>
          <p:nvPr/>
        </p:nvSpPr>
        <p:spPr>
          <a:xfrm>
            <a:off x="240913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Security</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1669" name="Google Shape;1669;p120"/>
          <p:cNvSpPr/>
          <p:nvPr/>
        </p:nvSpPr>
        <p:spPr>
          <a:xfrm>
            <a:off x="4010663" y="2595333"/>
            <a:ext cx="14628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SIEM</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1670" name="Google Shape;1670;p120"/>
          <p:cNvSpPr/>
          <p:nvPr/>
        </p:nvSpPr>
        <p:spPr>
          <a:xfrm>
            <a:off x="6024225" y="2595333"/>
            <a:ext cx="1066500" cy="230400"/>
          </a:xfrm>
          <a:prstGeom prst="rect">
            <a:avLst/>
          </a:prstGeom>
          <a:noFill/>
          <a:ln>
            <a:noFill/>
          </a:ln>
        </p:spPr>
        <p:txBody>
          <a:bodyPr anchorCtr="0" anchor="t" bIns="60925" lIns="0" spcFirstLastPara="1" rIns="0" wrap="square" tIns="60925">
            <a:noAutofit/>
          </a:bodyPr>
          <a:lstStyle/>
          <a:p>
            <a:pPr indent="0" lvl="0" marL="0" rtl="0" algn="ctr">
              <a:spcBef>
                <a:spcPts val="0"/>
              </a:spcBef>
              <a:spcAft>
                <a:spcPts val="0"/>
              </a:spcAft>
              <a:buNone/>
            </a:pPr>
            <a:r>
              <a:rPr lang="en" sz="1400">
                <a:solidFill>
                  <a:srgbClr val="3A3838"/>
                </a:solidFill>
                <a:latin typeface="Barlow"/>
                <a:ea typeface="Barlow"/>
                <a:cs typeface="Barlow"/>
                <a:sym typeface="Barlow"/>
              </a:rPr>
              <a:t>Threat Intelligence</a:t>
            </a:r>
            <a:endParaRPr sz="1400">
              <a:solidFill>
                <a:srgbClr val="3A3838"/>
              </a:solidFill>
              <a:latin typeface="Barlow"/>
              <a:ea typeface="Barlow"/>
              <a:cs typeface="Barlow"/>
              <a:sym typeface="Barlow"/>
            </a:endParaRPr>
          </a:p>
          <a:p>
            <a:pPr indent="0" lvl="0" marL="0" rtl="0" algn="ctr">
              <a:spcBef>
                <a:spcPts val="0"/>
              </a:spcBef>
              <a:spcAft>
                <a:spcPts val="0"/>
              </a:spcAft>
              <a:buNone/>
            </a:pPr>
            <a:r>
              <a:t/>
            </a:r>
            <a:endParaRPr sz="1400">
              <a:solidFill>
                <a:srgbClr val="3A3838"/>
              </a:solidFill>
              <a:latin typeface="Barlow"/>
              <a:ea typeface="Barlow"/>
              <a:cs typeface="Barlow"/>
              <a:sym typeface="Barlow"/>
            </a:endParaRPr>
          </a:p>
          <a:p>
            <a:pPr indent="0" lvl="0" marL="0" rtl="0" algn="ctr">
              <a:spcBef>
                <a:spcPts val="0"/>
              </a:spcBef>
              <a:spcAft>
                <a:spcPts val="0"/>
              </a:spcAft>
              <a:buClr>
                <a:srgbClr val="3A3838"/>
              </a:buClr>
              <a:buSzPts val="1400"/>
              <a:buFont typeface="Barlow"/>
              <a:buNone/>
            </a:pPr>
            <a:r>
              <a:t/>
            </a:r>
            <a:endParaRPr sz="1400">
              <a:solidFill>
                <a:srgbClr val="3A3838"/>
              </a:solidFill>
              <a:latin typeface="Barlow"/>
              <a:ea typeface="Barlow"/>
              <a:cs typeface="Barlow"/>
              <a:sym typeface="Barlow"/>
            </a:endParaRPr>
          </a:p>
        </p:txBody>
      </p:sp>
      <p:sp>
        <p:nvSpPr>
          <p:cNvPr id="1671" name="Google Shape;1671;p120"/>
          <p:cNvSpPr/>
          <p:nvPr/>
        </p:nvSpPr>
        <p:spPr>
          <a:xfrm>
            <a:off x="7443471" y="2595333"/>
            <a:ext cx="1795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Users_1</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1672" name="Google Shape;1672;p120"/>
          <p:cNvSpPr/>
          <p:nvPr/>
        </p:nvSpPr>
        <p:spPr>
          <a:xfrm>
            <a:off x="9591866"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Website (www)</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pic>
        <p:nvPicPr>
          <p:cNvPr id="1673" name="Google Shape;1673;p120"/>
          <p:cNvPicPr preferRelativeResize="0"/>
          <p:nvPr/>
        </p:nvPicPr>
        <p:blipFill rotWithShape="1">
          <a:blip r:embed="rId3">
            <a:alphaModFix/>
          </a:blip>
          <a:srcRect b="0" l="0" r="0" t="0"/>
          <a:stretch/>
        </p:blipFill>
        <p:spPr>
          <a:xfrm>
            <a:off x="764808" y="3842880"/>
            <a:ext cx="753868" cy="753871"/>
          </a:xfrm>
          <a:prstGeom prst="rect">
            <a:avLst/>
          </a:prstGeom>
          <a:noFill/>
          <a:ln>
            <a:noFill/>
          </a:ln>
        </p:spPr>
      </p:pic>
      <p:pic>
        <p:nvPicPr>
          <p:cNvPr id="1674" name="Google Shape;1674;p120"/>
          <p:cNvPicPr preferRelativeResize="0"/>
          <p:nvPr/>
        </p:nvPicPr>
        <p:blipFill rotWithShape="1">
          <a:blip r:embed="rId4">
            <a:alphaModFix/>
          </a:blip>
          <a:srcRect b="0" l="0" r="0" t="0"/>
          <a:stretch/>
        </p:blipFill>
        <p:spPr>
          <a:xfrm>
            <a:off x="2561487" y="3842880"/>
            <a:ext cx="753868" cy="753871"/>
          </a:xfrm>
          <a:prstGeom prst="rect">
            <a:avLst/>
          </a:prstGeom>
          <a:noFill/>
          <a:ln>
            <a:noFill/>
          </a:ln>
        </p:spPr>
      </p:pic>
      <p:pic>
        <p:nvPicPr>
          <p:cNvPr id="1675" name="Google Shape;1675;p120"/>
          <p:cNvPicPr preferRelativeResize="0"/>
          <p:nvPr/>
        </p:nvPicPr>
        <p:blipFill rotWithShape="1">
          <a:blip r:embed="rId5">
            <a:alphaModFix/>
          </a:blip>
          <a:srcRect b="0" l="0" r="0" t="0"/>
          <a:stretch/>
        </p:blipFill>
        <p:spPr>
          <a:xfrm>
            <a:off x="4358166" y="3842880"/>
            <a:ext cx="753868" cy="753871"/>
          </a:xfrm>
          <a:prstGeom prst="rect">
            <a:avLst/>
          </a:prstGeom>
          <a:noFill/>
          <a:ln>
            <a:noFill/>
          </a:ln>
        </p:spPr>
      </p:pic>
      <p:pic>
        <p:nvPicPr>
          <p:cNvPr id="1676" name="Google Shape;1676;p120"/>
          <p:cNvPicPr preferRelativeResize="0"/>
          <p:nvPr/>
        </p:nvPicPr>
        <p:blipFill rotWithShape="1">
          <a:blip r:embed="rId6">
            <a:alphaModFix/>
          </a:blip>
          <a:srcRect b="0" l="0" r="0" t="0"/>
          <a:stretch/>
        </p:blipFill>
        <p:spPr>
          <a:xfrm>
            <a:off x="6154844" y="3842880"/>
            <a:ext cx="753868" cy="753871"/>
          </a:xfrm>
          <a:prstGeom prst="rect">
            <a:avLst/>
          </a:prstGeom>
          <a:noFill/>
          <a:ln>
            <a:noFill/>
          </a:ln>
        </p:spPr>
      </p:pic>
      <p:pic>
        <p:nvPicPr>
          <p:cNvPr id="1677" name="Google Shape;1677;p120"/>
          <p:cNvPicPr preferRelativeResize="0"/>
          <p:nvPr/>
        </p:nvPicPr>
        <p:blipFill rotWithShape="1">
          <a:blip r:embed="rId7">
            <a:alphaModFix/>
          </a:blip>
          <a:srcRect b="0" l="0" r="0" t="0"/>
          <a:stretch/>
        </p:blipFill>
        <p:spPr>
          <a:xfrm>
            <a:off x="7951523" y="3842880"/>
            <a:ext cx="753868" cy="753871"/>
          </a:xfrm>
          <a:prstGeom prst="rect">
            <a:avLst/>
          </a:prstGeom>
          <a:noFill/>
          <a:ln>
            <a:noFill/>
          </a:ln>
        </p:spPr>
      </p:pic>
      <p:pic>
        <p:nvPicPr>
          <p:cNvPr id="1678" name="Google Shape;1678;p120"/>
          <p:cNvPicPr preferRelativeResize="0"/>
          <p:nvPr/>
        </p:nvPicPr>
        <p:blipFill rotWithShape="1">
          <a:blip r:embed="rId8">
            <a:alphaModFix/>
          </a:blip>
          <a:srcRect b="0" l="0" r="0" t="0"/>
          <a:stretch/>
        </p:blipFill>
        <p:spPr>
          <a:xfrm>
            <a:off x="9748202" y="3842880"/>
            <a:ext cx="753868" cy="753871"/>
          </a:xfrm>
          <a:prstGeom prst="rect">
            <a:avLst/>
          </a:prstGeom>
          <a:noFill/>
          <a:ln>
            <a:noFill/>
          </a:ln>
        </p:spPr>
      </p:pic>
      <p:pic>
        <p:nvPicPr>
          <p:cNvPr id="1679" name="Google Shape;1679;p120"/>
          <p:cNvPicPr preferRelativeResize="0"/>
          <p:nvPr/>
        </p:nvPicPr>
        <p:blipFill rotWithShape="1">
          <a:blip r:embed="rId9">
            <a:alphaModFix/>
          </a:blip>
          <a:srcRect b="0" l="0" r="0" t="0"/>
          <a:stretch/>
        </p:blipFill>
        <p:spPr>
          <a:xfrm>
            <a:off x="764808" y="4720760"/>
            <a:ext cx="753868" cy="753871"/>
          </a:xfrm>
          <a:prstGeom prst="rect">
            <a:avLst/>
          </a:prstGeom>
          <a:noFill/>
          <a:ln>
            <a:noFill/>
          </a:ln>
        </p:spPr>
      </p:pic>
      <p:pic>
        <p:nvPicPr>
          <p:cNvPr id="1680" name="Google Shape;1680;p120"/>
          <p:cNvPicPr preferRelativeResize="0"/>
          <p:nvPr/>
        </p:nvPicPr>
        <p:blipFill rotWithShape="1">
          <a:blip r:embed="rId10">
            <a:alphaModFix/>
          </a:blip>
          <a:srcRect b="0" l="0" r="0" t="0"/>
          <a:stretch/>
        </p:blipFill>
        <p:spPr>
          <a:xfrm>
            <a:off x="2561487" y="4720760"/>
            <a:ext cx="753868" cy="753871"/>
          </a:xfrm>
          <a:prstGeom prst="rect">
            <a:avLst/>
          </a:prstGeom>
          <a:noFill/>
          <a:ln>
            <a:noFill/>
          </a:ln>
        </p:spPr>
      </p:pic>
      <p:pic>
        <p:nvPicPr>
          <p:cNvPr id="1681" name="Google Shape;1681;p120"/>
          <p:cNvPicPr preferRelativeResize="0"/>
          <p:nvPr/>
        </p:nvPicPr>
        <p:blipFill rotWithShape="1">
          <a:blip r:embed="rId11">
            <a:alphaModFix/>
          </a:blip>
          <a:srcRect b="0" l="0" r="0" t="0"/>
          <a:stretch/>
        </p:blipFill>
        <p:spPr>
          <a:xfrm>
            <a:off x="4358166" y="4720760"/>
            <a:ext cx="753868" cy="753871"/>
          </a:xfrm>
          <a:prstGeom prst="rect">
            <a:avLst/>
          </a:prstGeom>
          <a:noFill/>
          <a:ln>
            <a:noFill/>
          </a:ln>
        </p:spPr>
      </p:pic>
      <p:pic>
        <p:nvPicPr>
          <p:cNvPr id="1682" name="Google Shape;1682;p120"/>
          <p:cNvPicPr preferRelativeResize="0"/>
          <p:nvPr/>
        </p:nvPicPr>
        <p:blipFill rotWithShape="1">
          <a:blip r:embed="rId12">
            <a:alphaModFix/>
          </a:blip>
          <a:srcRect b="0" l="0" r="0" t="0"/>
          <a:stretch/>
        </p:blipFill>
        <p:spPr>
          <a:xfrm>
            <a:off x="6154844" y="4720760"/>
            <a:ext cx="753868" cy="753871"/>
          </a:xfrm>
          <a:prstGeom prst="rect">
            <a:avLst/>
          </a:prstGeom>
          <a:noFill/>
          <a:ln>
            <a:noFill/>
          </a:ln>
        </p:spPr>
      </p:pic>
      <p:pic>
        <p:nvPicPr>
          <p:cNvPr id="1683" name="Google Shape;1683;p120"/>
          <p:cNvPicPr preferRelativeResize="0"/>
          <p:nvPr/>
        </p:nvPicPr>
        <p:blipFill rotWithShape="1">
          <a:blip r:embed="rId13">
            <a:alphaModFix/>
          </a:blip>
          <a:srcRect b="0" l="0" r="0" t="0"/>
          <a:stretch/>
        </p:blipFill>
        <p:spPr>
          <a:xfrm>
            <a:off x="7951523" y="4720760"/>
            <a:ext cx="753868" cy="753871"/>
          </a:xfrm>
          <a:prstGeom prst="rect">
            <a:avLst/>
          </a:prstGeom>
          <a:noFill/>
          <a:ln>
            <a:noFill/>
          </a:ln>
        </p:spPr>
      </p:pic>
      <p:pic>
        <p:nvPicPr>
          <p:cNvPr id="1684" name="Google Shape;1684;p120"/>
          <p:cNvPicPr preferRelativeResize="0"/>
          <p:nvPr/>
        </p:nvPicPr>
        <p:blipFill rotWithShape="1">
          <a:blip r:embed="rId14">
            <a:alphaModFix/>
          </a:blip>
          <a:srcRect b="0" l="0" r="0" t="0"/>
          <a:stretch/>
        </p:blipFill>
        <p:spPr>
          <a:xfrm>
            <a:off x="9748202" y="4720760"/>
            <a:ext cx="753868" cy="753871"/>
          </a:xfrm>
          <a:prstGeom prst="rect">
            <a:avLst/>
          </a:prstGeom>
          <a:noFill/>
          <a:ln>
            <a:noFill/>
          </a:ln>
        </p:spPr>
      </p:pic>
      <p:pic>
        <p:nvPicPr>
          <p:cNvPr id="1685" name="Google Shape;1685;p120"/>
          <p:cNvPicPr preferRelativeResize="0"/>
          <p:nvPr/>
        </p:nvPicPr>
        <p:blipFill rotWithShape="1">
          <a:blip r:embed="rId15">
            <a:alphaModFix/>
          </a:blip>
          <a:srcRect b="0" l="0" r="0" t="0"/>
          <a:stretch/>
        </p:blipFill>
        <p:spPr>
          <a:xfrm>
            <a:off x="764808" y="5598640"/>
            <a:ext cx="753868" cy="753871"/>
          </a:xfrm>
          <a:prstGeom prst="rect">
            <a:avLst/>
          </a:prstGeom>
          <a:noFill/>
          <a:ln>
            <a:noFill/>
          </a:ln>
        </p:spPr>
      </p:pic>
      <p:pic>
        <p:nvPicPr>
          <p:cNvPr id="1686" name="Google Shape;1686;p120"/>
          <p:cNvPicPr preferRelativeResize="0"/>
          <p:nvPr/>
        </p:nvPicPr>
        <p:blipFill rotWithShape="1">
          <a:blip r:embed="rId16">
            <a:alphaModFix/>
          </a:blip>
          <a:srcRect b="0" l="0" r="0" t="0"/>
          <a:stretch/>
        </p:blipFill>
        <p:spPr>
          <a:xfrm>
            <a:off x="2561487" y="5598640"/>
            <a:ext cx="753868" cy="753871"/>
          </a:xfrm>
          <a:prstGeom prst="rect">
            <a:avLst/>
          </a:prstGeom>
          <a:noFill/>
          <a:ln>
            <a:noFill/>
          </a:ln>
        </p:spPr>
      </p:pic>
      <p:pic>
        <p:nvPicPr>
          <p:cNvPr id="1687" name="Google Shape;1687;p120"/>
          <p:cNvPicPr preferRelativeResize="0"/>
          <p:nvPr/>
        </p:nvPicPr>
        <p:blipFill rotWithShape="1">
          <a:blip r:embed="rId17">
            <a:alphaModFix/>
          </a:blip>
          <a:srcRect b="0" l="0" r="0" t="0"/>
          <a:stretch/>
        </p:blipFill>
        <p:spPr>
          <a:xfrm>
            <a:off x="4358166" y="5598640"/>
            <a:ext cx="753868" cy="753871"/>
          </a:xfrm>
          <a:prstGeom prst="rect">
            <a:avLst/>
          </a:prstGeom>
          <a:noFill/>
          <a:ln>
            <a:noFill/>
          </a:ln>
        </p:spPr>
      </p:pic>
      <p:pic>
        <p:nvPicPr>
          <p:cNvPr id="1688" name="Google Shape;1688;p120"/>
          <p:cNvPicPr preferRelativeResize="0"/>
          <p:nvPr/>
        </p:nvPicPr>
        <p:blipFill rotWithShape="1">
          <a:blip r:embed="rId18">
            <a:alphaModFix/>
          </a:blip>
          <a:srcRect b="0" l="0" r="0" t="0"/>
          <a:stretch/>
        </p:blipFill>
        <p:spPr>
          <a:xfrm>
            <a:off x="6154844" y="5598640"/>
            <a:ext cx="753868" cy="753871"/>
          </a:xfrm>
          <a:prstGeom prst="rect">
            <a:avLst/>
          </a:prstGeom>
          <a:noFill/>
          <a:ln>
            <a:noFill/>
          </a:ln>
        </p:spPr>
      </p:pic>
      <p:pic>
        <p:nvPicPr>
          <p:cNvPr id="1689" name="Google Shape;1689;p120"/>
          <p:cNvPicPr preferRelativeResize="0"/>
          <p:nvPr/>
        </p:nvPicPr>
        <p:blipFill rotWithShape="1">
          <a:blip r:embed="rId19">
            <a:alphaModFix/>
          </a:blip>
          <a:srcRect b="0" l="0" r="0" t="0"/>
          <a:stretch/>
        </p:blipFill>
        <p:spPr>
          <a:xfrm>
            <a:off x="7951523" y="5598640"/>
            <a:ext cx="753868" cy="753871"/>
          </a:xfrm>
          <a:prstGeom prst="rect">
            <a:avLst/>
          </a:prstGeom>
          <a:noFill/>
          <a:ln>
            <a:noFill/>
          </a:ln>
        </p:spPr>
      </p:pic>
      <p:pic>
        <p:nvPicPr>
          <p:cNvPr id="1690" name="Google Shape;1690;p120"/>
          <p:cNvPicPr preferRelativeResize="0"/>
          <p:nvPr/>
        </p:nvPicPr>
        <p:blipFill rotWithShape="1">
          <a:blip r:embed="rId20">
            <a:alphaModFix/>
          </a:blip>
          <a:srcRect b="0" l="0" r="0" t="0"/>
          <a:stretch/>
        </p:blipFill>
        <p:spPr>
          <a:xfrm>
            <a:off x="9748202" y="5598640"/>
            <a:ext cx="753868" cy="753871"/>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4" name="Shape 1694"/>
        <p:cNvGrpSpPr/>
        <p:nvPr/>
      </p:nvGrpSpPr>
      <p:grpSpPr>
        <a:xfrm>
          <a:off x="0" y="0"/>
          <a:ext cx="0" cy="0"/>
          <a:chOff x="0" y="0"/>
          <a:chExt cx="0" cy="0"/>
        </a:xfrm>
      </p:grpSpPr>
      <p:sp>
        <p:nvSpPr>
          <p:cNvPr id="1695" name="Google Shape;1695;p121"/>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696" name="Google Shape;1696;p121"/>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697" name="Google Shape;1697;p121"/>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Miscellaneous</a:t>
            </a:r>
            <a:endParaRPr/>
          </a:p>
        </p:txBody>
      </p:sp>
      <p:sp>
        <p:nvSpPr>
          <p:cNvPr id="1698" name="Google Shape;1698;p121"/>
          <p:cNvSpPr/>
          <p:nvPr/>
        </p:nvSpPr>
        <p:spPr>
          <a:xfrm>
            <a:off x="909694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Connectors</a:t>
            </a:r>
            <a:endParaRPr sz="1400">
              <a:solidFill>
                <a:srgbClr val="3A3838"/>
              </a:solidFill>
              <a:latin typeface="DM Sans"/>
              <a:ea typeface="DM Sans"/>
              <a:cs typeface="DM Sans"/>
              <a:sym typeface="DM Sans"/>
            </a:endParaRPr>
          </a:p>
        </p:txBody>
      </p:sp>
      <p:sp>
        <p:nvSpPr>
          <p:cNvPr id="1699" name="Google Shape;1699;p121"/>
          <p:cNvSpPr/>
          <p:nvPr/>
        </p:nvSpPr>
        <p:spPr>
          <a:xfrm>
            <a:off x="7357792" y="2595333"/>
            <a:ext cx="1244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Collaborative</a:t>
            </a:r>
            <a:endParaRPr sz="1400">
              <a:solidFill>
                <a:srgbClr val="3A3838"/>
              </a:solidFill>
              <a:latin typeface="DM Sans"/>
              <a:ea typeface="DM Sans"/>
              <a:cs typeface="DM Sans"/>
              <a:sym typeface="DM Sans"/>
            </a:endParaRPr>
          </a:p>
        </p:txBody>
      </p:sp>
      <p:sp>
        <p:nvSpPr>
          <p:cNvPr id="1700" name="Google Shape;1700;p121"/>
          <p:cNvSpPr/>
          <p:nvPr/>
        </p:nvSpPr>
        <p:spPr>
          <a:xfrm>
            <a:off x="5796816"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Cloud</a:t>
            </a:r>
            <a:endParaRPr sz="1400">
              <a:solidFill>
                <a:srgbClr val="3A3838"/>
              </a:solidFill>
              <a:latin typeface="DM Sans"/>
              <a:ea typeface="DM Sans"/>
              <a:cs typeface="DM Sans"/>
              <a:sym typeface="DM Sans"/>
            </a:endParaRPr>
          </a:p>
        </p:txBody>
      </p:sp>
      <p:sp>
        <p:nvSpPr>
          <p:cNvPr id="1701" name="Google Shape;1701;p121"/>
          <p:cNvSpPr/>
          <p:nvPr/>
        </p:nvSpPr>
        <p:spPr>
          <a:xfrm>
            <a:off x="3758126" y="2595333"/>
            <a:ext cx="1358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Business Decision</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Maker Persona</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702" name="Google Shape;1702;p121"/>
          <p:cNvSpPr/>
          <p:nvPr/>
        </p:nvSpPr>
        <p:spPr>
          <a:xfrm>
            <a:off x="2254002"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Bronze</a:t>
            </a:r>
            <a:endParaRPr sz="1400">
              <a:solidFill>
                <a:srgbClr val="3A3838"/>
              </a:solidFill>
              <a:latin typeface="DM Sans"/>
              <a:ea typeface="DM Sans"/>
              <a:cs typeface="DM Sans"/>
              <a:sym typeface="DM Sans"/>
            </a:endParaRPr>
          </a:p>
        </p:txBody>
      </p:sp>
      <p:sp>
        <p:nvSpPr>
          <p:cNvPr id="1703" name="Google Shape;1703;p121"/>
          <p:cNvSpPr/>
          <p:nvPr/>
        </p:nvSpPr>
        <p:spPr>
          <a:xfrm>
            <a:off x="60394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Autosize Clusters</a:t>
            </a:r>
            <a:endParaRPr sz="1400">
              <a:solidFill>
                <a:srgbClr val="3A3838"/>
              </a:solidFill>
              <a:latin typeface="DM Sans"/>
              <a:ea typeface="DM Sans"/>
              <a:cs typeface="DM Sans"/>
              <a:sym typeface="DM Sans"/>
            </a:endParaRPr>
          </a:p>
        </p:txBody>
      </p:sp>
      <p:pic>
        <p:nvPicPr>
          <p:cNvPr id="1704" name="Google Shape;1704;p121"/>
          <p:cNvPicPr preferRelativeResize="0"/>
          <p:nvPr/>
        </p:nvPicPr>
        <p:blipFill rotWithShape="1">
          <a:blip r:embed="rId3">
            <a:alphaModFix/>
          </a:blip>
          <a:srcRect b="0" l="0" r="0" t="0"/>
          <a:stretch/>
        </p:blipFill>
        <p:spPr>
          <a:xfrm>
            <a:off x="761806" y="3429006"/>
            <a:ext cx="744464" cy="744458"/>
          </a:xfrm>
          <a:prstGeom prst="rect">
            <a:avLst/>
          </a:prstGeom>
          <a:noFill/>
          <a:ln>
            <a:noFill/>
          </a:ln>
        </p:spPr>
      </p:pic>
      <p:pic>
        <p:nvPicPr>
          <p:cNvPr id="1705" name="Google Shape;1705;p121"/>
          <p:cNvPicPr preferRelativeResize="0"/>
          <p:nvPr/>
        </p:nvPicPr>
        <p:blipFill rotWithShape="1">
          <a:blip r:embed="rId4">
            <a:alphaModFix/>
          </a:blip>
          <a:srcRect b="0" l="0" r="0" t="0"/>
          <a:stretch/>
        </p:blipFill>
        <p:spPr>
          <a:xfrm>
            <a:off x="2412391" y="3429006"/>
            <a:ext cx="744464" cy="744458"/>
          </a:xfrm>
          <a:prstGeom prst="rect">
            <a:avLst/>
          </a:prstGeom>
          <a:noFill/>
          <a:ln>
            <a:noFill/>
          </a:ln>
        </p:spPr>
      </p:pic>
      <p:pic>
        <p:nvPicPr>
          <p:cNvPr id="1706" name="Google Shape;1706;p121"/>
          <p:cNvPicPr preferRelativeResize="0"/>
          <p:nvPr/>
        </p:nvPicPr>
        <p:blipFill rotWithShape="1">
          <a:blip r:embed="rId5">
            <a:alphaModFix/>
          </a:blip>
          <a:srcRect b="0" l="0" r="0" t="0"/>
          <a:stretch/>
        </p:blipFill>
        <p:spPr>
          <a:xfrm>
            <a:off x="4062976" y="3429006"/>
            <a:ext cx="744464" cy="744458"/>
          </a:xfrm>
          <a:prstGeom prst="rect">
            <a:avLst/>
          </a:prstGeom>
          <a:noFill/>
          <a:ln>
            <a:noFill/>
          </a:ln>
        </p:spPr>
      </p:pic>
      <p:pic>
        <p:nvPicPr>
          <p:cNvPr id="1707" name="Google Shape;1707;p121"/>
          <p:cNvPicPr preferRelativeResize="0"/>
          <p:nvPr/>
        </p:nvPicPr>
        <p:blipFill rotWithShape="1">
          <a:blip r:embed="rId6">
            <a:alphaModFix/>
          </a:blip>
          <a:srcRect b="0" l="0" r="0" t="0"/>
          <a:stretch/>
        </p:blipFill>
        <p:spPr>
          <a:xfrm>
            <a:off x="5956797" y="3429006"/>
            <a:ext cx="744464" cy="744458"/>
          </a:xfrm>
          <a:prstGeom prst="rect">
            <a:avLst/>
          </a:prstGeom>
          <a:noFill/>
          <a:ln>
            <a:noFill/>
          </a:ln>
        </p:spPr>
      </p:pic>
      <p:pic>
        <p:nvPicPr>
          <p:cNvPr id="1708" name="Google Shape;1708;p121"/>
          <p:cNvPicPr preferRelativeResize="0"/>
          <p:nvPr/>
        </p:nvPicPr>
        <p:blipFill rotWithShape="1">
          <a:blip r:embed="rId7">
            <a:alphaModFix/>
          </a:blip>
          <a:srcRect b="0" l="0" r="0" t="0"/>
          <a:stretch/>
        </p:blipFill>
        <p:spPr>
          <a:xfrm>
            <a:off x="7607382" y="3429006"/>
            <a:ext cx="744464" cy="744458"/>
          </a:xfrm>
          <a:prstGeom prst="rect">
            <a:avLst/>
          </a:prstGeom>
          <a:noFill/>
          <a:ln>
            <a:noFill/>
          </a:ln>
        </p:spPr>
      </p:pic>
      <p:pic>
        <p:nvPicPr>
          <p:cNvPr id="1709" name="Google Shape;1709;p121"/>
          <p:cNvPicPr preferRelativeResize="0"/>
          <p:nvPr/>
        </p:nvPicPr>
        <p:blipFill rotWithShape="1">
          <a:blip r:embed="rId8">
            <a:alphaModFix/>
          </a:blip>
          <a:srcRect b="0" l="0" r="0" t="0"/>
          <a:stretch/>
        </p:blipFill>
        <p:spPr>
          <a:xfrm>
            <a:off x="9257966" y="3429006"/>
            <a:ext cx="744464" cy="744458"/>
          </a:xfrm>
          <a:prstGeom prst="rect">
            <a:avLst/>
          </a:prstGeom>
          <a:noFill/>
          <a:ln>
            <a:noFill/>
          </a:ln>
        </p:spPr>
      </p:pic>
      <p:pic>
        <p:nvPicPr>
          <p:cNvPr id="1710" name="Google Shape;1710;p121"/>
          <p:cNvPicPr preferRelativeResize="0"/>
          <p:nvPr/>
        </p:nvPicPr>
        <p:blipFill rotWithShape="1">
          <a:blip r:embed="rId9">
            <a:alphaModFix/>
          </a:blip>
          <a:srcRect b="0" l="0" r="0" t="0"/>
          <a:stretch/>
        </p:blipFill>
        <p:spPr>
          <a:xfrm>
            <a:off x="761806" y="4295928"/>
            <a:ext cx="744464" cy="744458"/>
          </a:xfrm>
          <a:prstGeom prst="rect">
            <a:avLst/>
          </a:prstGeom>
          <a:noFill/>
          <a:ln>
            <a:noFill/>
          </a:ln>
        </p:spPr>
      </p:pic>
      <p:pic>
        <p:nvPicPr>
          <p:cNvPr id="1711" name="Google Shape;1711;p121"/>
          <p:cNvPicPr preferRelativeResize="0"/>
          <p:nvPr/>
        </p:nvPicPr>
        <p:blipFill rotWithShape="1">
          <a:blip r:embed="rId10">
            <a:alphaModFix/>
          </a:blip>
          <a:srcRect b="0" l="0" r="0" t="0"/>
          <a:stretch/>
        </p:blipFill>
        <p:spPr>
          <a:xfrm>
            <a:off x="2412391" y="4295928"/>
            <a:ext cx="744464" cy="744458"/>
          </a:xfrm>
          <a:prstGeom prst="rect">
            <a:avLst/>
          </a:prstGeom>
          <a:noFill/>
          <a:ln>
            <a:noFill/>
          </a:ln>
        </p:spPr>
      </p:pic>
      <p:pic>
        <p:nvPicPr>
          <p:cNvPr id="1712" name="Google Shape;1712;p121"/>
          <p:cNvPicPr preferRelativeResize="0"/>
          <p:nvPr/>
        </p:nvPicPr>
        <p:blipFill rotWithShape="1">
          <a:blip r:embed="rId11">
            <a:alphaModFix/>
          </a:blip>
          <a:srcRect b="0" l="0" r="0" t="0"/>
          <a:stretch/>
        </p:blipFill>
        <p:spPr>
          <a:xfrm>
            <a:off x="4062976" y="4295928"/>
            <a:ext cx="744464" cy="744458"/>
          </a:xfrm>
          <a:prstGeom prst="rect">
            <a:avLst/>
          </a:prstGeom>
          <a:noFill/>
          <a:ln>
            <a:noFill/>
          </a:ln>
        </p:spPr>
      </p:pic>
      <p:pic>
        <p:nvPicPr>
          <p:cNvPr id="1713" name="Google Shape;1713;p121"/>
          <p:cNvPicPr preferRelativeResize="0"/>
          <p:nvPr/>
        </p:nvPicPr>
        <p:blipFill rotWithShape="1">
          <a:blip r:embed="rId12">
            <a:alphaModFix/>
          </a:blip>
          <a:srcRect b="0" l="0" r="0" t="0"/>
          <a:stretch/>
        </p:blipFill>
        <p:spPr>
          <a:xfrm>
            <a:off x="5956797" y="4295928"/>
            <a:ext cx="744464" cy="744458"/>
          </a:xfrm>
          <a:prstGeom prst="rect">
            <a:avLst/>
          </a:prstGeom>
          <a:noFill/>
          <a:ln>
            <a:noFill/>
          </a:ln>
        </p:spPr>
      </p:pic>
      <p:pic>
        <p:nvPicPr>
          <p:cNvPr id="1714" name="Google Shape;1714;p121"/>
          <p:cNvPicPr preferRelativeResize="0"/>
          <p:nvPr/>
        </p:nvPicPr>
        <p:blipFill rotWithShape="1">
          <a:blip r:embed="rId13">
            <a:alphaModFix/>
          </a:blip>
          <a:srcRect b="0" l="0" r="0" t="0"/>
          <a:stretch/>
        </p:blipFill>
        <p:spPr>
          <a:xfrm>
            <a:off x="7607382" y="4295928"/>
            <a:ext cx="744464" cy="744458"/>
          </a:xfrm>
          <a:prstGeom prst="rect">
            <a:avLst/>
          </a:prstGeom>
          <a:noFill/>
          <a:ln>
            <a:noFill/>
          </a:ln>
        </p:spPr>
      </p:pic>
      <p:pic>
        <p:nvPicPr>
          <p:cNvPr id="1715" name="Google Shape;1715;p121"/>
          <p:cNvPicPr preferRelativeResize="0"/>
          <p:nvPr/>
        </p:nvPicPr>
        <p:blipFill rotWithShape="1">
          <a:blip r:embed="rId14">
            <a:alphaModFix/>
          </a:blip>
          <a:srcRect b="0" l="0" r="0" t="0"/>
          <a:stretch/>
        </p:blipFill>
        <p:spPr>
          <a:xfrm>
            <a:off x="9257966" y="4295928"/>
            <a:ext cx="744464" cy="744458"/>
          </a:xfrm>
          <a:prstGeom prst="rect">
            <a:avLst/>
          </a:prstGeom>
          <a:noFill/>
          <a:ln>
            <a:noFill/>
          </a:ln>
        </p:spPr>
      </p:pic>
      <p:pic>
        <p:nvPicPr>
          <p:cNvPr id="1716" name="Google Shape;1716;p121"/>
          <p:cNvPicPr preferRelativeResize="0"/>
          <p:nvPr/>
        </p:nvPicPr>
        <p:blipFill rotWithShape="1">
          <a:blip r:embed="rId15">
            <a:alphaModFix/>
          </a:blip>
          <a:srcRect b="0" l="0" r="0" t="0"/>
          <a:stretch/>
        </p:blipFill>
        <p:spPr>
          <a:xfrm>
            <a:off x="761806" y="5162849"/>
            <a:ext cx="744464" cy="744458"/>
          </a:xfrm>
          <a:prstGeom prst="rect">
            <a:avLst/>
          </a:prstGeom>
          <a:noFill/>
          <a:ln>
            <a:noFill/>
          </a:ln>
        </p:spPr>
      </p:pic>
      <p:pic>
        <p:nvPicPr>
          <p:cNvPr id="1717" name="Google Shape;1717;p121"/>
          <p:cNvPicPr preferRelativeResize="0"/>
          <p:nvPr/>
        </p:nvPicPr>
        <p:blipFill rotWithShape="1">
          <a:blip r:embed="rId16">
            <a:alphaModFix/>
          </a:blip>
          <a:srcRect b="0" l="0" r="0" t="0"/>
          <a:stretch/>
        </p:blipFill>
        <p:spPr>
          <a:xfrm>
            <a:off x="2412391" y="5162849"/>
            <a:ext cx="744464" cy="744458"/>
          </a:xfrm>
          <a:prstGeom prst="rect">
            <a:avLst/>
          </a:prstGeom>
          <a:noFill/>
          <a:ln>
            <a:noFill/>
          </a:ln>
        </p:spPr>
      </p:pic>
      <p:pic>
        <p:nvPicPr>
          <p:cNvPr id="1718" name="Google Shape;1718;p121"/>
          <p:cNvPicPr preferRelativeResize="0"/>
          <p:nvPr/>
        </p:nvPicPr>
        <p:blipFill rotWithShape="1">
          <a:blip r:embed="rId17">
            <a:alphaModFix/>
          </a:blip>
          <a:srcRect b="0" l="0" r="0" t="0"/>
          <a:stretch/>
        </p:blipFill>
        <p:spPr>
          <a:xfrm>
            <a:off x="4062976" y="5162849"/>
            <a:ext cx="744464" cy="744458"/>
          </a:xfrm>
          <a:prstGeom prst="rect">
            <a:avLst/>
          </a:prstGeom>
          <a:noFill/>
          <a:ln>
            <a:noFill/>
          </a:ln>
        </p:spPr>
      </p:pic>
      <p:pic>
        <p:nvPicPr>
          <p:cNvPr id="1719" name="Google Shape;1719;p121"/>
          <p:cNvPicPr preferRelativeResize="0"/>
          <p:nvPr/>
        </p:nvPicPr>
        <p:blipFill rotWithShape="1">
          <a:blip r:embed="rId18">
            <a:alphaModFix/>
          </a:blip>
          <a:srcRect b="0" l="0" r="0" t="0"/>
          <a:stretch/>
        </p:blipFill>
        <p:spPr>
          <a:xfrm>
            <a:off x="5956797" y="5162849"/>
            <a:ext cx="744464" cy="744458"/>
          </a:xfrm>
          <a:prstGeom prst="rect">
            <a:avLst/>
          </a:prstGeom>
          <a:noFill/>
          <a:ln>
            <a:noFill/>
          </a:ln>
        </p:spPr>
      </p:pic>
      <p:pic>
        <p:nvPicPr>
          <p:cNvPr id="1720" name="Google Shape;1720;p121"/>
          <p:cNvPicPr preferRelativeResize="0"/>
          <p:nvPr/>
        </p:nvPicPr>
        <p:blipFill rotWithShape="1">
          <a:blip r:embed="rId19">
            <a:alphaModFix/>
          </a:blip>
          <a:srcRect b="0" l="0" r="0" t="0"/>
          <a:stretch/>
        </p:blipFill>
        <p:spPr>
          <a:xfrm>
            <a:off x="7607382" y="5162849"/>
            <a:ext cx="744464" cy="744458"/>
          </a:xfrm>
          <a:prstGeom prst="rect">
            <a:avLst/>
          </a:prstGeom>
          <a:noFill/>
          <a:ln>
            <a:noFill/>
          </a:ln>
        </p:spPr>
      </p:pic>
      <p:pic>
        <p:nvPicPr>
          <p:cNvPr id="1721" name="Google Shape;1721;p121"/>
          <p:cNvPicPr preferRelativeResize="0"/>
          <p:nvPr/>
        </p:nvPicPr>
        <p:blipFill rotWithShape="1">
          <a:blip r:embed="rId20">
            <a:alphaModFix/>
          </a:blip>
          <a:srcRect b="0" l="0" r="0" t="0"/>
          <a:stretch/>
        </p:blipFill>
        <p:spPr>
          <a:xfrm>
            <a:off x="9257966" y="5162849"/>
            <a:ext cx="744464" cy="744458"/>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5" name="Shape 1725"/>
        <p:cNvGrpSpPr/>
        <p:nvPr/>
      </p:nvGrpSpPr>
      <p:grpSpPr>
        <a:xfrm>
          <a:off x="0" y="0"/>
          <a:ext cx="0" cy="0"/>
          <a:chOff x="0" y="0"/>
          <a:chExt cx="0" cy="0"/>
        </a:xfrm>
      </p:grpSpPr>
      <p:sp>
        <p:nvSpPr>
          <p:cNvPr id="1726" name="Google Shape;1726;p122"/>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727" name="Google Shape;1727;p122"/>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728" name="Google Shape;1728;p122"/>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Miscellaneous (Cont.)</a:t>
            </a:r>
            <a:endParaRPr/>
          </a:p>
        </p:txBody>
      </p:sp>
      <p:sp>
        <p:nvSpPr>
          <p:cNvPr id="1729" name="Google Shape;1729;p122"/>
          <p:cNvSpPr/>
          <p:nvPr/>
        </p:nvSpPr>
        <p:spPr>
          <a:xfrm>
            <a:off x="1050428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Deploy</a:t>
            </a:r>
            <a:endParaRPr sz="1400">
              <a:solidFill>
                <a:srgbClr val="3A3838"/>
              </a:solidFill>
              <a:latin typeface="DM Sans"/>
              <a:ea typeface="DM Sans"/>
              <a:cs typeface="DM Sans"/>
              <a:sym typeface="DM Sans"/>
            </a:endParaRPr>
          </a:p>
        </p:txBody>
      </p:sp>
      <p:sp>
        <p:nvSpPr>
          <p:cNvPr id="1730" name="Google Shape;1730;p122"/>
          <p:cNvSpPr/>
          <p:nvPr/>
        </p:nvSpPr>
        <p:spPr>
          <a:xfrm>
            <a:off x="8765140" y="2595333"/>
            <a:ext cx="1244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Delta Table</a:t>
            </a:r>
            <a:endParaRPr sz="1400">
              <a:solidFill>
                <a:srgbClr val="3A3838"/>
              </a:solidFill>
              <a:latin typeface="DM Sans"/>
              <a:ea typeface="DM Sans"/>
              <a:cs typeface="DM Sans"/>
              <a:sym typeface="DM Sans"/>
            </a:endParaRPr>
          </a:p>
        </p:txBody>
      </p:sp>
      <p:sp>
        <p:nvSpPr>
          <p:cNvPr id="1731" name="Google Shape;1731;p122"/>
          <p:cNvSpPr/>
          <p:nvPr/>
        </p:nvSpPr>
        <p:spPr>
          <a:xfrm>
            <a:off x="7204163"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Databricks Workspace</a:t>
            </a:r>
            <a:endParaRPr sz="1400">
              <a:solidFill>
                <a:srgbClr val="3A3838"/>
              </a:solidFill>
              <a:latin typeface="DM Sans"/>
              <a:ea typeface="DM Sans"/>
              <a:cs typeface="DM Sans"/>
              <a:sym typeface="DM Sans"/>
            </a:endParaRPr>
          </a:p>
        </p:txBody>
      </p:sp>
      <p:sp>
        <p:nvSpPr>
          <p:cNvPr id="1732" name="Google Shape;1732;p122"/>
          <p:cNvSpPr/>
          <p:nvPr/>
        </p:nvSpPr>
        <p:spPr>
          <a:xfrm>
            <a:off x="555411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Databricks Usage</a:t>
            </a:r>
            <a:endParaRPr sz="1400">
              <a:solidFill>
                <a:srgbClr val="3A3838"/>
              </a:solidFill>
              <a:latin typeface="DM Sans"/>
              <a:ea typeface="DM Sans"/>
              <a:cs typeface="DM Sans"/>
              <a:sym typeface="DM Sans"/>
            </a:endParaRPr>
          </a:p>
        </p:txBody>
      </p:sp>
      <p:sp>
        <p:nvSpPr>
          <p:cNvPr id="1733" name="Google Shape;1733;p122"/>
          <p:cNvSpPr/>
          <p:nvPr/>
        </p:nvSpPr>
        <p:spPr>
          <a:xfrm>
            <a:off x="3758126" y="2595333"/>
            <a:ext cx="1358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Data Scientist Persona</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p:txBody>
      </p:sp>
      <p:sp>
        <p:nvSpPr>
          <p:cNvPr id="1734" name="Google Shape;1734;p122"/>
          <p:cNvSpPr/>
          <p:nvPr/>
        </p:nvSpPr>
        <p:spPr>
          <a:xfrm>
            <a:off x="2165025" y="2595333"/>
            <a:ext cx="1244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Data Engineer Persona</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None/>
            </a:pPr>
            <a:r>
              <a:t/>
            </a:r>
            <a:endParaRPr sz="1400">
              <a:solidFill>
                <a:srgbClr val="3A3838"/>
              </a:solidFill>
              <a:latin typeface="DM Sans"/>
              <a:ea typeface="DM Sans"/>
              <a:cs typeface="DM Sans"/>
              <a:sym typeface="DM Sans"/>
            </a:endParaRPr>
          </a:p>
          <a:p>
            <a:pPr indent="0" lvl="0" marL="0" marR="0" rtl="0" algn="ctr">
              <a:lnSpc>
                <a:spcPct val="100000"/>
              </a:lnSpc>
              <a:spcBef>
                <a:spcPts val="0"/>
              </a:spcBef>
              <a:spcAft>
                <a:spcPts val="0"/>
              </a:spcAft>
              <a:buClr>
                <a:srgbClr val="3A3838"/>
              </a:buClr>
              <a:buSzPts val="1400"/>
              <a:buFont typeface="Barlow"/>
              <a:buNone/>
            </a:pPr>
            <a:r>
              <a:t/>
            </a:r>
            <a:endParaRPr sz="1400">
              <a:solidFill>
                <a:srgbClr val="3A3838"/>
              </a:solidFill>
              <a:latin typeface="DM Sans"/>
              <a:ea typeface="DM Sans"/>
              <a:cs typeface="DM Sans"/>
              <a:sym typeface="DM Sans"/>
            </a:endParaRPr>
          </a:p>
        </p:txBody>
      </p:sp>
      <p:sp>
        <p:nvSpPr>
          <p:cNvPr id="1735" name="Google Shape;1735;p122"/>
          <p:cNvSpPr/>
          <p:nvPr/>
        </p:nvSpPr>
        <p:spPr>
          <a:xfrm>
            <a:off x="60394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Data Analyst Persona</a:t>
            </a:r>
            <a:endParaRPr sz="1400">
              <a:solidFill>
                <a:srgbClr val="3A3838"/>
              </a:solidFill>
              <a:latin typeface="DM Sans"/>
              <a:ea typeface="DM Sans"/>
              <a:cs typeface="DM Sans"/>
              <a:sym typeface="DM Sans"/>
            </a:endParaRPr>
          </a:p>
        </p:txBody>
      </p:sp>
      <p:pic>
        <p:nvPicPr>
          <p:cNvPr id="1736" name="Google Shape;1736;p122"/>
          <p:cNvPicPr preferRelativeResize="0"/>
          <p:nvPr/>
        </p:nvPicPr>
        <p:blipFill rotWithShape="1">
          <a:blip r:embed="rId3">
            <a:alphaModFix/>
          </a:blip>
          <a:srcRect b="0" l="0" r="0" t="0"/>
          <a:stretch/>
        </p:blipFill>
        <p:spPr>
          <a:xfrm>
            <a:off x="764806" y="5162849"/>
            <a:ext cx="744464" cy="744458"/>
          </a:xfrm>
          <a:prstGeom prst="rect">
            <a:avLst/>
          </a:prstGeom>
          <a:noFill/>
          <a:ln>
            <a:noFill/>
          </a:ln>
        </p:spPr>
      </p:pic>
      <p:pic>
        <p:nvPicPr>
          <p:cNvPr id="1737" name="Google Shape;1737;p122"/>
          <p:cNvPicPr preferRelativeResize="0"/>
          <p:nvPr/>
        </p:nvPicPr>
        <p:blipFill rotWithShape="1">
          <a:blip r:embed="rId4">
            <a:alphaModFix/>
          </a:blip>
          <a:srcRect b="0" l="0" r="0" t="0"/>
          <a:stretch/>
        </p:blipFill>
        <p:spPr>
          <a:xfrm>
            <a:off x="2414890" y="5162849"/>
            <a:ext cx="744464" cy="744458"/>
          </a:xfrm>
          <a:prstGeom prst="rect">
            <a:avLst/>
          </a:prstGeom>
          <a:noFill/>
          <a:ln>
            <a:noFill/>
          </a:ln>
        </p:spPr>
      </p:pic>
      <p:pic>
        <p:nvPicPr>
          <p:cNvPr id="1738" name="Google Shape;1738;p122"/>
          <p:cNvPicPr preferRelativeResize="0"/>
          <p:nvPr/>
        </p:nvPicPr>
        <p:blipFill rotWithShape="1">
          <a:blip r:embed="rId5">
            <a:alphaModFix/>
          </a:blip>
          <a:srcRect b="0" l="0" r="0" t="0"/>
          <a:stretch/>
        </p:blipFill>
        <p:spPr>
          <a:xfrm>
            <a:off x="4064975" y="5162849"/>
            <a:ext cx="744464" cy="744458"/>
          </a:xfrm>
          <a:prstGeom prst="rect">
            <a:avLst/>
          </a:prstGeom>
          <a:noFill/>
          <a:ln>
            <a:noFill/>
          </a:ln>
        </p:spPr>
      </p:pic>
      <p:pic>
        <p:nvPicPr>
          <p:cNvPr id="1739" name="Google Shape;1739;p122"/>
          <p:cNvPicPr preferRelativeResize="0"/>
          <p:nvPr/>
        </p:nvPicPr>
        <p:blipFill rotWithShape="1">
          <a:blip r:embed="rId6">
            <a:alphaModFix/>
          </a:blip>
          <a:srcRect b="0" l="0" r="0" t="0"/>
          <a:stretch/>
        </p:blipFill>
        <p:spPr>
          <a:xfrm>
            <a:off x="5715060" y="5162849"/>
            <a:ext cx="744464" cy="744458"/>
          </a:xfrm>
          <a:prstGeom prst="rect">
            <a:avLst/>
          </a:prstGeom>
          <a:noFill/>
          <a:ln>
            <a:noFill/>
          </a:ln>
        </p:spPr>
      </p:pic>
      <p:pic>
        <p:nvPicPr>
          <p:cNvPr id="1740" name="Google Shape;1740;p122"/>
          <p:cNvPicPr preferRelativeResize="0"/>
          <p:nvPr/>
        </p:nvPicPr>
        <p:blipFill rotWithShape="1">
          <a:blip r:embed="rId7">
            <a:alphaModFix/>
          </a:blip>
          <a:srcRect b="0" l="0" r="0" t="0"/>
          <a:stretch/>
        </p:blipFill>
        <p:spPr>
          <a:xfrm>
            <a:off x="7365145" y="5162849"/>
            <a:ext cx="744464" cy="744458"/>
          </a:xfrm>
          <a:prstGeom prst="rect">
            <a:avLst/>
          </a:prstGeom>
          <a:noFill/>
          <a:ln>
            <a:noFill/>
          </a:ln>
        </p:spPr>
      </p:pic>
      <p:pic>
        <p:nvPicPr>
          <p:cNvPr id="1741" name="Google Shape;1741;p122"/>
          <p:cNvPicPr preferRelativeResize="0"/>
          <p:nvPr/>
        </p:nvPicPr>
        <p:blipFill rotWithShape="1">
          <a:blip r:embed="rId8">
            <a:alphaModFix/>
          </a:blip>
          <a:srcRect b="0" l="0" r="0" t="0"/>
          <a:stretch/>
        </p:blipFill>
        <p:spPr>
          <a:xfrm>
            <a:off x="9015229" y="5162849"/>
            <a:ext cx="744464" cy="744458"/>
          </a:xfrm>
          <a:prstGeom prst="rect">
            <a:avLst/>
          </a:prstGeom>
          <a:noFill/>
          <a:ln>
            <a:noFill/>
          </a:ln>
        </p:spPr>
      </p:pic>
      <p:pic>
        <p:nvPicPr>
          <p:cNvPr id="1742" name="Google Shape;1742;p122"/>
          <p:cNvPicPr preferRelativeResize="0"/>
          <p:nvPr/>
        </p:nvPicPr>
        <p:blipFill rotWithShape="1">
          <a:blip r:embed="rId9">
            <a:alphaModFix/>
          </a:blip>
          <a:srcRect b="0" l="0" r="0" t="0"/>
          <a:stretch/>
        </p:blipFill>
        <p:spPr>
          <a:xfrm>
            <a:off x="10665314" y="5162849"/>
            <a:ext cx="744464" cy="744458"/>
          </a:xfrm>
          <a:prstGeom prst="rect">
            <a:avLst/>
          </a:prstGeom>
          <a:noFill/>
          <a:ln>
            <a:noFill/>
          </a:ln>
        </p:spPr>
      </p:pic>
      <p:pic>
        <p:nvPicPr>
          <p:cNvPr id="1743" name="Google Shape;1743;p122"/>
          <p:cNvPicPr preferRelativeResize="0"/>
          <p:nvPr/>
        </p:nvPicPr>
        <p:blipFill rotWithShape="1">
          <a:blip r:embed="rId10">
            <a:alphaModFix/>
          </a:blip>
          <a:srcRect b="0" l="0" r="0" t="0"/>
          <a:stretch/>
        </p:blipFill>
        <p:spPr>
          <a:xfrm>
            <a:off x="764806" y="3429006"/>
            <a:ext cx="744464" cy="744458"/>
          </a:xfrm>
          <a:prstGeom prst="rect">
            <a:avLst/>
          </a:prstGeom>
          <a:noFill/>
          <a:ln>
            <a:noFill/>
          </a:ln>
        </p:spPr>
      </p:pic>
      <p:pic>
        <p:nvPicPr>
          <p:cNvPr id="1744" name="Google Shape;1744;p122"/>
          <p:cNvPicPr preferRelativeResize="0"/>
          <p:nvPr/>
        </p:nvPicPr>
        <p:blipFill rotWithShape="1">
          <a:blip r:embed="rId11">
            <a:alphaModFix/>
          </a:blip>
          <a:srcRect b="0" l="0" r="0" t="0"/>
          <a:stretch/>
        </p:blipFill>
        <p:spPr>
          <a:xfrm>
            <a:off x="2414890" y="3429006"/>
            <a:ext cx="744464" cy="744458"/>
          </a:xfrm>
          <a:prstGeom prst="rect">
            <a:avLst/>
          </a:prstGeom>
          <a:noFill/>
          <a:ln>
            <a:noFill/>
          </a:ln>
        </p:spPr>
      </p:pic>
      <p:pic>
        <p:nvPicPr>
          <p:cNvPr id="1745" name="Google Shape;1745;p122"/>
          <p:cNvPicPr preferRelativeResize="0"/>
          <p:nvPr/>
        </p:nvPicPr>
        <p:blipFill rotWithShape="1">
          <a:blip r:embed="rId12">
            <a:alphaModFix/>
          </a:blip>
          <a:srcRect b="0" l="0" r="0" t="0"/>
          <a:stretch/>
        </p:blipFill>
        <p:spPr>
          <a:xfrm>
            <a:off x="4064975" y="3429006"/>
            <a:ext cx="744464" cy="744458"/>
          </a:xfrm>
          <a:prstGeom prst="rect">
            <a:avLst/>
          </a:prstGeom>
          <a:noFill/>
          <a:ln>
            <a:noFill/>
          </a:ln>
        </p:spPr>
      </p:pic>
      <p:pic>
        <p:nvPicPr>
          <p:cNvPr id="1746" name="Google Shape;1746;p122"/>
          <p:cNvPicPr preferRelativeResize="0"/>
          <p:nvPr/>
        </p:nvPicPr>
        <p:blipFill rotWithShape="1">
          <a:blip r:embed="rId13">
            <a:alphaModFix/>
          </a:blip>
          <a:srcRect b="0" l="0" r="0" t="0"/>
          <a:stretch/>
        </p:blipFill>
        <p:spPr>
          <a:xfrm>
            <a:off x="5715060" y="3429006"/>
            <a:ext cx="744464" cy="744458"/>
          </a:xfrm>
          <a:prstGeom prst="rect">
            <a:avLst/>
          </a:prstGeom>
          <a:noFill/>
          <a:ln>
            <a:noFill/>
          </a:ln>
        </p:spPr>
      </p:pic>
      <p:pic>
        <p:nvPicPr>
          <p:cNvPr id="1747" name="Google Shape;1747;p122"/>
          <p:cNvPicPr preferRelativeResize="0"/>
          <p:nvPr/>
        </p:nvPicPr>
        <p:blipFill rotWithShape="1">
          <a:blip r:embed="rId14">
            <a:alphaModFix/>
          </a:blip>
          <a:srcRect b="0" l="0" r="0" t="0"/>
          <a:stretch/>
        </p:blipFill>
        <p:spPr>
          <a:xfrm>
            <a:off x="7365145" y="3429006"/>
            <a:ext cx="744464" cy="744458"/>
          </a:xfrm>
          <a:prstGeom prst="rect">
            <a:avLst/>
          </a:prstGeom>
          <a:noFill/>
          <a:ln>
            <a:noFill/>
          </a:ln>
        </p:spPr>
      </p:pic>
      <p:pic>
        <p:nvPicPr>
          <p:cNvPr id="1748" name="Google Shape;1748;p122"/>
          <p:cNvPicPr preferRelativeResize="0"/>
          <p:nvPr/>
        </p:nvPicPr>
        <p:blipFill rotWithShape="1">
          <a:blip r:embed="rId15">
            <a:alphaModFix/>
          </a:blip>
          <a:srcRect b="0" l="0" r="0" t="0"/>
          <a:stretch/>
        </p:blipFill>
        <p:spPr>
          <a:xfrm>
            <a:off x="9015229" y="3429006"/>
            <a:ext cx="744464" cy="744458"/>
          </a:xfrm>
          <a:prstGeom prst="rect">
            <a:avLst/>
          </a:prstGeom>
          <a:noFill/>
          <a:ln>
            <a:noFill/>
          </a:ln>
        </p:spPr>
      </p:pic>
      <p:pic>
        <p:nvPicPr>
          <p:cNvPr id="1749" name="Google Shape;1749;p122"/>
          <p:cNvPicPr preferRelativeResize="0"/>
          <p:nvPr/>
        </p:nvPicPr>
        <p:blipFill rotWithShape="1">
          <a:blip r:embed="rId16">
            <a:alphaModFix/>
          </a:blip>
          <a:srcRect b="0" l="0" r="0" t="0"/>
          <a:stretch/>
        </p:blipFill>
        <p:spPr>
          <a:xfrm>
            <a:off x="10665314" y="3429006"/>
            <a:ext cx="744464" cy="744458"/>
          </a:xfrm>
          <a:prstGeom prst="rect">
            <a:avLst/>
          </a:prstGeom>
          <a:noFill/>
          <a:ln>
            <a:noFill/>
          </a:ln>
        </p:spPr>
      </p:pic>
      <p:pic>
        <p:nvPicPr>
          <p:cNvPr id="1750" name="Google Shape;1750;p122"/>
          <p:cNvPicPr preferRelativeResize="0"/>
          <p:nvPr/>
        </p:nvPicPr>
        <p:blipFill rotWithShape="1">
          <a:blip r:embed="rId17">
            <a:alphaModFix/>
          </a:blip>
          <a:srcRect b="0" l="0" r="0" t="0"/>
          <a:stretch/>
        </p:blipFill>
        <p:spPr>
          <a:xfrm>
            <a:off x="764806" y="4295928"/>
            <a:ext cx="744464" cy="744458"/>
          </a:xfrm>
          <a:prstGeom prst="rect">
            <a:avLst/>
          </a:prstGeom>
          <a:noFill/>
          <a:ln>
            <a:noFill/>
          </a:ln>
        </p:spPr>
      </p:pic>
      <p:pic>
        <p:nvPicPr>
          <p:cNvPr id="1751" name="Google Shape;1751;p122"/>
          <p:cNvPicPr preferRelativeResize="0"/>
          <p:nvPr/>
        </p:nvPicPr>
        <p:blipFill rotWithShape="1">
          <a:blip r:embed="rId18">
            <a:alphaModFix/>
          </a:blip>
          <a:srcRect b="0" l="0" r="0" t="0"/>
          <a:stretch/>
        </p:blipFill>
        <p:spPr>
          <a:xfrm>
            <a:off x="2414890" y="4295928"/>
            <a:ext cx="744464" cy="744458"/>
          </a:xfrm>
          <a:prstGeom prst="rect">
            <a:avLst/>
          </a:prstGeom>
          <a:noFill/>
          <a:ln>
            <a:noFill/>
          </a:ln>
        </p:spPr>
      </p:pic>
      <p:pic>
        <p:nvPicPr>
          <p:cNvPr id="1752" name="Google Shape;1752;p122"/>
          <p:cNvPicPr preferRelativeResize="0"/>
          <p:nvPr/>
        </p:nvPicPr>
        <p:blipFill rotWithShape="1">
          <a:blip r:embed="rId19">
            <a:alphaModFix/>
          </a:blip>
          <a:srcRect b="0" l="0" r="0" t="0"/>
          <a:stretch/>
        </p:blipFill>
        <p:spPr>
          <a:xfrm>
            <a:off x="4064975" y="4295928"/>
            <a:ext cx="744464" cy="744458"/>
          </a:xfrm>
          <a:prstGeom prst="rect">
            <a:avLst/>
          </a:prstGeom>
          <a:noFill/>
          <a:ln>
            <a:noFill/>
          </a:ln>
        </p:spPr>
      </p:pic>
      <p:pic>
        <p:nvPicPr>
          <p:cNvPr id="1753" name="Google Shape;1753;p122"/>
          <p:cNvPicPr preferRelativeResize="0"/>
          <p:nvPr/>
        </p:nvPicPr>
        <p:blipFill rotWithShape="1">
          <a:blip r:embed="rId20">
            <a:alphaModFix/>
          </a:blip>
          <a:srcRect b="0" l="0" r="0" t="0"/>
          <a:stretch/>
        </p:blipFill>
        <p:spPr>
          <a:xfrm>
            <a:off x="5715060" y="4295928"/>
            <a:ext cx="744464" cy="744458"/>
          </a:xfrm>
          <a:prstGeom prst="rect">
            <a:avLst/>
          </a:prstGeom>
          <a:noFill/>
          <a:ln>
            <a:noFill/>
          </a:ln>
        </p:spPr>
      </p:pic>
      <p:pic>
        <p:nvPicPr>
          <p:cNvPr id="1754" name="Google Shape;1754;p122"/>
          <p:cNvPicPr preferRelativeResize="0"/>
          <p:nvPr/>
        </p:nvPicPr>
        <p:blipFill rotWithShape="1">
          <a:blip r:embed="rId21">
            <a:alphaModFix/>
          </a:blip>
          <a:srcRect b="0" l="0" r="0" t="0"/>
          <a:stretch/>
        </p:blipFill>
        <p:spPr>
          <a:xfrm>
            <a:off x="7365145" y="4295928"/>
            <a:ext cx="744464" cy="744458"/>
          </a:xfrm>
          <a:prstGeom prst="rect">
            <a:avLst/>
          </a:prstGeom>
          <a:noFill/>
          <a:ln>
            <a:noFill/>
          </a:ln>
        </p:spPr>
      </p:pic>
      <p:pic>
        <p:nvPicPr>
          <p:cNvPr id="1755" name="Google Shape;1755;p122"/>
          <p:cNvPicPr preferRelativeResize="0"/>
          <p:nvPr/>
        </p:nvPicPr>
        <p:blipFill rotWithShape="1">
          <a:blip r:embed="rId22">
            <a:alphaModFix/>
          </a:blip>
          <a:srcRect b="0" l="0" r="0" t="0"/>
          <a:stretch/>
        </p:blipFill>
        <p:spPr>
          <a:xfrm>
            <a:off x="9015229" y="4295928"/>
            <a:ext cx="744464" cy="744458"/>
          </a:xfrm>
          <a:prstGeom prst="rect">
            <a:avLst/>
          </a:prstGeom>
          <a:noFill/>
          <a:ln>
            <a:noFill/>
          </a:ln>
        </p:spPr>
      </p:pic>
      <p:pic>
        <p:nvPicPr>
          <p:cNvPr id="1756" name="Google Shape;1756;p122"/>
          <p:cNvPicPr preferRelativeResize="0"/>
          <p:nvPr/>
        </p:nvPicPr>
        <p:blipFill rotWithShape="1">
          <a:blip r:embed="rId23">
            <a:alphaModFix/>
          </a:blip>
          <a:srcRect b="0" l="0" r="0" t="0"/>
          <a:stretch/>
        </p:blipFill>
        <p:spPr>
          <a:xfrm>
            <a:off x="10665314" y="4295928"/>
            <a:ext cx="744464" cy="744458"/>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0" name="Shape 1760"/>
        <p:cNvGrpSpPr/>
        <p:nvPr/>
      </p:nvGrpSpPr>
      <p:grpSpPr>
        <a:xfrm>
          <a:off x="0" y="0"/>
          <a:ext cx="0" cy="0"/>
          <a:chOff x="0" y="0"/>
          <a:chExt cx="0" cy="0"/>
        </a:xfrm>
      </p:grpSpPr>
      <p:sp>
        <p:nvSpPr>
          <p:cNvPr id="1761" name="Google Shape;1761;p123"/>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762" name="Google Shape;1762;p123"/>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763" name="Google Shape;1763;p123"/>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Miscellaneous (Cont.)</a:t>
            </a:r>
            <a:endParaRPr/>
          </a:p>
        </p:txBody>
      </p:sp>
      <p:sp>
        <p:nvSpPr>
          <p:cNvPr id="1764" name="Google Shape;1764;p123"/>
          <p:cNvSpPr/>
          <p:nvPr/>
        </p:nvSpPr>
        <p:spPr>
          <a:xfrm>
            <a:off x="1050428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Program</a:t>
            </a:r>
            <a:endParaRPr sz="1400">
              <a:solidFill>
                <a:srgbClr val="3A3838"/>
              </a:solidFill>
              <a:latin typeface="DM Sans"/>
              <a:ea typeface="DM Sans"/>
              <a:cs typeface="DM Sans"/>
              <a:sym typeface="DM Sans"/>
            </a:endParaRPr>
          </a:p>
        </p:txBody>
      </p:sp>
      <p:sp>
        <p:nvSpPr>
          <p:cNvPr id="1765" name="Google Shape;1765;p123"/>
          <p:cNvSpPr/>
          <p:nvPr/>
        </p:nvSpPr>
        <p:spPr>
          <a:xfrm>
            <a:off x="8765140" y="2595333"/>
            <a:ext cx="1244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Productionize</a:t>
            </a:r>
            <a:endParaRPr sz="1400">
              <a:solidFill>
                <a:srgbClr val="3A3838"/>
              </a:solidFill>
              <a:latin typeface="DM Sans"/>
              <a:ea typeface="DM Sans"/>
              <a:cs typeface="DM Sans"/>
              <a:sym typeface="DM Sans"/>
            </a:endParaRPr>
          </a:p>
        </p:txBody>
      </p:sp>
      <p:sp>
        <p:nvSpPr>
          <p:cNvPr id="1766" name="Google Shape;1766;p123"/>
          <p:cNvSpPr/>
          <p:nvPr/>
        </p:nvSpPr>
        <p:spPr>
          <a:xfrm>
            <a:off x="7204163"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Predict</a:t>
            </a:r>
            <a:endParaRPr sz="1400">
              <a:solidFill>
                <a:srgbClr val="3A3838"/>
              </a:solidFill>
              <a:latin typeface="DM Sans"/>
              <a:ea typeface="DM Sans"/>
              <a:cs typeface="DM Sans"/>
              <a:sym typeface="DM Sans"/>
            </a:endParaRPr>
          </a:p>
        </p:txBody>
      </p:sp>
      <p:sp>
        <p:nvSpPr>
          <p:cNvPr id="1767" name="Google Shape;1767;p123"/>
          <p:cNvSpPr/>
          <p:nvPr/>
        </p:nvSpPr>
        <p:spPr>
          <a:xfrm>
            <a:off x="555411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Output</a:t>
            </a:r>
            <a:endParaRPr sz="1400">
              <a:solidFill>
                <a:srgbClr val="3A3838"/>
              </a:solidFill>
              <a:latin typeface="DM Sans"/>
              <a:ea typeface="DM Sans"/>
              <a:cs typeface="DM Sans"/>
              <a:sym typeface="DM Sans"/>
            </a:endParaRPr>
          </a:p>
        </p:txBody>
      </p:sp>
      <p:sp>
        <p:nvSpPr>
          <p:cNvPr id="1768" name="Google Shape;1768;p123"/>
          <p:cNvSpPr/>
          <p:nvPr/>
        </p:nvSpPr>
        <p:spPr>
          <a:xfrm>
            <a:off x="3758126" y="2595333"/>
            <a:ext cx="1358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Open Source</a:t>
            </a:r>
            <a:endParaRPr sz="1400">
              <a:solidFill>
                <a:srgbClr val="3A3838"/>
              </a:solidFill>
              <a:latin typeface="DM Sans"/>
              <a:ea typeface="DM Sans"/>
              <a:cs typeface="DM Sans"/>
              <a:sym typeface="DM Sans"/>
            </a:endParaRPr>
          </a:p>
        </p:txBody>
      </p:sp>
      <p:sp>
        <p:nvSpPr>
          <p:cNvPr id="1769" name="Google Shape;1769;p123"/>
          <p:cNvSpPr/>
          <p:nvPr/>
        </p:nvSpPr>
        <p:spPr>
          <a:xfrm>
            <a:off x="2165025" y="2595333"/>
            <a:ext cx="1244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Notebooks</a:t>
            </a:r>
            <a:endParaRPr sz="1400">
              <a:solidFill>
                <a:srgbClr val="3A3838"/>
              </a:solidFill>
              <a:latin typeface="DM Sans"/>
              <a:ea typeface="DM Sans"/>
              <a:cs typeface="DM Sans"/>
              <a:sym typeface="DM Sans"/>
            </a:endParaRPr>
          </a:p>
        </p:txBody>
      </p:sp>
      <p:sp>
        <p:nvSpPr>
          <p:cNvPr id="1770" name="Google Shape;1770;p123"/>
          <p:cNvSpPr/>
          <p:nvPr/>
        </p:nvSpPr>
        <p:spPr>
          <a:xfrm>
            <a:off x="60394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ML Runtime</a:t>
            </a:r>
            <a:endParaRPr sz="1400">
              <a:solidFill>
                <a:srgbClr val="3A3838"/>
              </a:solidFill>
              <a:latin typeface="DM Sans"/>
              <a:ea typeface="DM Sans"/>
              <a:cs typeface="DM Sans"/>
              <a:sym typeface="DM Sans"/>
            </a:endParaRPr>
          </a:p>
        </p:txBody>
      </p:sp>
      <p:pic>
        <p:nvPicPr>
          <p:cNvPr id="1771" name="Google Shape;1771;p123"/>
          <p:cNvPicPr preferRelativeResize="0"/>
          <p:nvPr/>
        </p:nvPicPr>
        <p:blipFill rotWithShape="1">
          <a:blip r:embed="rId3">
            <a:alphaModFix/>
          </a:blip>
          <a:srcRect b="0" l="0" r="0" t="0"/>
          <a:stretch/>
        </p:blipFill>
        <p:spPr>
          <a:xfrm>
            <a:off x="764806" y="5162849"/>
            <a:ext cx="744464" cy="744458"/>
          </a:xfrm>
          <a:prstGeom prst="rect">
            <a:avLst/>
          </a:prstGeom>
          <a:noFill/>
          <a:ln>
            <a:noFill/>
          </a:ln>
        </p:spPr>
      </p:pic>
      <p:pic>
        <p:nvPicPr>
          <p:cNvPr id="1772" name="Google Shape;1772;p123"/>
          <p:cNvPicPr preferRelativeResize="0"/>
          <p:nvPr/>
        </p:nvPicPr>
        <p:blipFill rotWithShape="1">
          <a:blip r:embed="rId4">
            <a:alphaModFix/>
          </a:blip>
          <a:srcRect b="0" l="0" r="0" t="0"/>
          <a:stretch/>
        </p:blipFill>
        <p:spPr>
          <a:xfrm>
            <a:off x="2414890" y="5162849"/>
            <a:ext cx="744464" cy="744458"/>
          </a:xfrm>
          <a:prstGeom prst="rect">
            <a:avLst/>
          </a:prstGeom>
          <a:noFill/>
          <a:ln>
            <a:noFill/>
          </a:ln>
        </p:spPr>
      </p:pic>
      <p:pic>
        <p:nvPicPr>
          <p:cNvPr id="1773" name="Google Shape;1773;p123"/>
          <p:cNvPicPr preferRelativeResize="0"/>
          <p:nvPr/>
        </p:nvPicPr>
        <p:blipFill rotWithShape="1">
          <a:blip r:embed="rId5">
            <a:alphaModFix/>
          </a:blip>
          <a:srcRect b="0" l="0" r="0" t="0"/>
          <a:stretch/>
        </p:blipFill>
        <p:spPr>
          <a:xfrm>
            <a:off x="4064975" y="5162849"/>
            <a:ext cx="744464" cy="744458"/>
          </a:xfrm>
          <a:prstGeom prst="rect">
            <a:avLst/>
          </a:prstGeom>
          <a:noFill/>
          <a:ln>
            <a:noFill/>
          </a:ln>
        </p:spPr>
      </p:pic>
      <p:pic>
        <p:nvPicPr>
          <p:cNvPr id="1774" name="Google Shape;1774;p123"/>
          <p:cNvPicPr preferRelativeResize="0"/>
          <p:nvPr/>
        </p:nvPicPr>
        <p:blipFill rotWithShape="1">
          <a:blip r:embed="rId6">
            <a:alphaModFix/>
          </a:blip>
          <a:srcRect b="0" l="0" r="0" t="0"/>
          <a:stretch/>
        </p:blipFill>
        <p:spPr>
          <a:xfrm>
            <a:off x="5715060" y="5162849"/>
            <a:ext cx="744464" cy="744458"/>
          </a:xfrm>
          <a:prstGeom prst="rect">
            <a:avLst/>
          </a:prstGeom>
          <a:noFill/>
          <a:ln>
            <a:noFill/>
          </a:ln>
        </p:spPr>
      </p:pic>
      <p:pic>
        <p:nvPicPr>
          <p:cNvPr id="1775" name="Google Shape;1775;p123"/>
          <p:cNvPicPr preferRelativeResize="0"/>
          <p:nvPr/>
        </p:nvPicPr>
        <p:blipFill rotWithShape="1">
          <a:blip r:embed="rId7">
            <a:alphaModFix/>
          </a:blip>
          <a:srcRect b="0" l="0" r="0" t="0"/>
          <a:stretch/>
        </p:blipFill>
        <p:spPr>
          <a:xfrm>
            <a:off x="7365145" y="5162849"/>
            <a:ext cx="744464" cy="744458"/>
          </a:xfrm>
          <a:prstGeom prst="rect">
            <a:avLst/>
          </a:prstGeom>
          <a:noFill/>
          <a:ln>
            <a:noFill/>
          </a:ln>
        </p:spPr>
      </p:pic>
      <p:pic>
        <p:nvPicPr>
          <p:cNvPr id="1776" name="Google Shape;1776;p123"/>
          <p:cNvPicPr preferRelativeResize="0"/>
          <p:nvPr/>
        </p:nvPicPr>
        <p:blipFill rotWithShape="1">
          <a:blip r:embed="rId8">
            <a:alphaModFix/>
          </a:blip>
          <a:srcRect b="0" l="0" r="0" t="0"/>
          <a:stretch/>
        </p:blipFill>
        <p:spPr>
          <a:xfrm>
            <a:off x="9015229" y="5162849"/>
            <a:ext cx="744464" cy="744458"/>
          </a:xfrm>
          <a:prstGeom prst="rect">
            <a:avLst/>
          </a:prstGeom>
          <a:noFill/>
          <a:ln>
            <a:noFill/>
          </a:ln>
        </p:spPr>
      </p:pic>
      <p:pic>
        <p:nvPicPr>
          <p:cNvPr id="1777" name="Google Shape;1777;p123"/>
          <p:cNvPicPr preferRelativeResize="0"/>
          <p:nvPr/>
        </p:nvPicPr>
        <p:blipFill rotWithShape="1">
          <a:blip r:embed="rId9">
            <a:alphaModFix/>
          </a:blip>
          <a:srcRect b="0" l="0" r="0" t="0"/>
          <a:stretch/>
        </p:blipFill>
        <p:spPr>
          <a:xfrm>
            <a:off x="10665314" y="5162849"/>
            <a:ext cx="744464" cy="744458"/>
          </a:xfrm>
          <a:prstGeom prst="rect">
            <a:avLst/>
          </a:prstGeom>
          <a:noFill/>
          <a:ln>
            <a:noFill/>
          </a:ln>
        </p:spPr>
      </p:pic>
      <p:pic>
        <p:nvPicPr>
          <p:cNvPr id="1778" name="Google Shape;1778;p123"/>
          <p:cNvPicPr preferRelativeResize="0"/>
          <p:nvPr/>
        </p:nvPicPr>
        <p:blipFill rotWithShape="1">
          <a:blip r:embed="rId10">
            <a:alphaModFix/>
          </a:blip>
          <a:srcRect b="0" l="0" r="0" t="0"/>
          <a:stretch/>
        </p:blipFill>
        <p:spPr>
          <a:xfrm>
            <a:off x="764806" y="3429006"/>
            <a:ext cx="744464" cy="744458"/>
          </a:xfrm>
          <a:prstGeom prst="rect">
            <a:avLst/>
          </a:prstGeom>
          <a:noFill/>
          <a:ln>
            <a:noFill/>
          </a:ln>
        </p:spPr>
      </p:pic>
      <p:pic>
        <p:nvPicPr>
          <p:cNvPr id="1779" name="Google Shape;1779;p123"/>
          <p:cNvPicPr preferRelativeResize="0"/>
          <p:nvPr/>
        </p:nvPicPr>
        <p:blipFill rotWithShape="1">
          <a:blip r:embed="rId11">
            <a:alphaModFix/>
          </a:blip>
          <a:srcRect b="0" l="0" r="0" t="0"/>
          <a:stretch/>
        </p:blipFill>
        <p:spPr>
          <a:xfrm>
            <a:off x="2414890" y="3429006"/>
            <a:ext cx="744464" cy="744458"/>
          </a:xfrm>
          <a:prstGeom prst="rect">
            <a:avLst/>
          </a:prstGeom>
          <a:noFill/>
          <a:ln>
            <a:noFill/>
          </a:ln>
        </p:spPr>
      </p:pic>
      <p:pic>
        <p:nvPicPr>
          <p:cNvPr id="1780" name="Google Shape;1780;p123"/>
          <p:cNvPicPr preferRelativeResize="0"/>
          <p:nvPr/>
        </p:nvPicPr>
        <p:blipFill rotWithShape="1">
          <a:blip r:embed="rId12">
            <a:alphaModFix/>
          </a:blip>
          <a:srcRect b="0" l="0" r="0" t="0"/>
          <a:stretch/>
        </p:blipFill>
        <p:spPr>
          <a:xfrm>
            <a:off x="4064975" y="3429006"/>
            <a:ext cx="744464" cy="744458"/>
          </a:xfrm>
          <a:prstGeom prst="rect">
            <a:avLst/>
          </a:prstGeom>
          <a:noFill/>
          <a:ln>
            <a:noFill/>
          </a:ln>
        </p:spPr>
      </p:pic>
      <p:pic>
        <p:nvPicPr>
          <p:cNvPr id="1781" name="Google Shape;1781;p123"/>
          <p:cNvPicPr preferRelativeResize="0"/>
          <p:nvPr/>
        </p:nvPicPr>
        <p:blipFill rotWithShape="1">
          <a:blip r:embed="rId13">
            <a:alphaModFix/>
          </a:blip>
          <a:srcRect b="0" l="0" r="0" t="0"/>
          <a:stretch/>
        </p:blipFill>
        <p:spPr>
          <a:xfrm>
            <a:off x="5715060" y="3429006"/>
            <a:ext cx="744464" cy="744458"/>
          </a:xfrm>
          <a:prstGeom prst="rect">
            <a:avLst/>
          </a:prstGeom>
          <a:noFill/>
          <a:ln>
            <a:noFill/>
          </a:ln>
        </p:spPr>
      </p:pic>
      <p:pic>
        <p:nvPicPr>
          <p:cNvPr id="1782" name="Google Shape;1782;p123"/>
          <p:cNvPicPr preferRelativeResize="0"/>
          <p:nvPr/>
        </p:nvPicPr>
        <p:blipFill rotWithShape="1">
          <a:blip r:embed="rId14">
            <a:alphaModFix/>
          </a:blip>
          <a:srcRect b="0" l="0" r="0" t="0"/>
          <a:stretch/>
        </p:blipFill>
        <p:spPr>
          <a:xfrm>
            <a:off x="7365145" y="3429006"/>
            <a:ext cx="744464" cy="744458"/>
          </a:xfrm>
          <a:prstGeom prst="rect">
            <a:avLst/>
          </a:prstGeom>
          <a:noFill/>
          <a:ln>
            <a:noFill/>
          </a:ln>
        </p:spPr>
      </p:pic>
      <p:pic>
        <p:nvPicPr>
          <p:cNvPr id="1783" name="Google Shape;1783;p123"/>
          <p:cNvPicPr preferRelativeResize="0"/>
          <p:nvPr/>
        </p:nvPicPr>
        <p:blipFill rotWithShape="1">
          <a:blip r:embed="rId15">
            <a:alphaModFix/>
          </a:blip>
          <a:srcRect b="0" l="0" r="0" t="0"/>
          <a:stretch/>
        </p:blipFill>
        <p:spPr>
          <a:xfrm>
            <a:off x="9015229" y="3429006"/>
            <a:ext cx="744464" cy="744458"/>
          </a:xfrm>
          <a:prstGeom prst="rect">
            <a:avLst/>
          </a:prstGeom>
          <a:noFill/>
          <a:ln>
            <a:noFill/>
          </a:ln>
        </p:spPr>
      </p:pic>
      <p:pic>
        <p:nvPicPr>
          <p:cNvPr id="1784" name="Google Shape;1784;p123"/>
          <p:cNvPicPr preferRelativeResize="0"/>
          <p:nvPr/>
        </p:nvPicPr>
        <p:blipFill rotWithShape="1">
          <a:blip r:embed="rId16">
            <a:alphaModFix/>
          </a:blip>
          <a:srcRect b="0" l="0" r="0" t="0"/>
          <a:stretch/>
        </p:blipFill>
        <p:spPr>
          <a:xfrm>
            <a:off x="10665314" y="3429006"/>
            <a:ext cx="744464" cy="744458"/>
          </a:xfrm>
          <a:prstGeom prst="rect">
            <a:avLst/>
          </a:prstGeom>
          <a:noFill/>
          <a:ln>
            <a:noFill/>
          </a:ln>
        </p:spPr>
      </p:pic>
      <p:pic>
        <p:nvPicPr>
          <p:cNvPr id="1785" name="Google Shape;1785;p123"/>
          <p:cNvPicPr preferRelativeResize="0"/>
          <p:nvPr/>
        </p:nvPicPr>
        <p:blipFill rotWithShape="1">
          <a:blip r:embed="rId17">
            <a:alphaModFix/>
          </a:blip>
          <a:srcRect b="0" l="0" r="0" t="0"/>
          <a:stretch/>
        </p:blipFill>
        <p:spPr>
          <a:xfrm>
            <a:off x="764806" y="4295928"/>
            <a:ext cx="744464" cy="744458"/>
          </a:xfrm>
          <a:prstGeom prst="rect">
            <a:avLst/>
          </a:prstGeom>
          <a:noFill/>
          <a:ln>
            <a:noFill/>
          </a:ln>
        </p:spPr>
      </p:pic>
      <p:pic>
        <p:nvPicPr>
          <p:cNvPr id="1786" name="Google Shape;1786;p123"/>
          <p:cNvPicPr preferRelativeResize="0"/>
          <p:nvPr/>
        </p:nvPicPr>
        <p:blipFill rotWithShape="1">
          <a:blip r:embed="rId18">
            <a:alphaModFix/>
          </a:blip>
          <a:srcRect b="0" l="0" r="0" t="0"/>
          <a:stretch/>
        </p:blipFill>
        <p:spPr>
          <a:xfrm>
            <a:off x="2414890" y="4295928"/>
            <a:ext cx="744464" cy="744458"/>
          </a:xfrm>
          <a:prstGeom prst="rect">
            <a:avLst/>
          </a:prstGeom>
          <a:noFill/>
          <a:ln>
            <a:noFill/>
          </a:ln>
        </p:spPr>
      </p:pic>
      <p:pic>
        <p:nvPicPr>
          <p:cNvPr id="1787" name="Google Shape;1787;p123"/>
          <p:cNvPicPr preferRelativeResize="0"/>
          <p:nvPr/>
        </p:nvPicPr>
        <p:blipFill rotWithShape="1">
          <a:blip r:embed="rId19">
            <a:alphaModFix/>
          </a:blip>
          <a:srcRect b="0" l="0" r="0" t="0"/>
          <a:stretch/>
        </p:blipFill>
        <p:spPr>
          <a:xfrm>
            <a:off x="4064975" y="4295928"/>
            <a:ext cx="744464" cy="744458"/>
          </a:xfrm>
          <a:prstGeom prst="rect">
            <a:avLst/>
          </a:prstGeom>
          <a:noFill/>
          <a:ln>
            <a:noFill/>
          </a:ln>
        </p:spPr>
      </p:pic>
      <p:pic>
        <p:nvPicPr>
          <p:cNvPr id="1788" name="Google Shape;1788;p123"/>
          <p:cNvPicPr preferRelativeResize="0"/>
          <p:nvPr/>
        </p:nvPicPr>
        <p:blipFill rotWithShape="1">
          <a:blip r:embed="rId20">
            <a:alphaModFix/>
          </a:blip>
          <a:srcRect b="0" l="0" r="0" t="0"/>
          <a:stretch/>
        </p:blipFill>
        <p:spPr>
          <a:xfrm>
            <a:off x="5715060" y="4295928"/>
            <a:ext cx="744464" cy="744458"/>
          </a:xfrm>
          <a:prstGeom prst="rect">
            <a:avLst/>
          </a:prstGeom>
          <a:noFill/>
          <a:ln>
            <a:noFill/>
          </a:ln>
        </p:spPr>
      </p:pic>
      <p:pic>
        <p:nvPicPr>
          <p:cNvPr id="1789" name="Google Shape;1789;p123"/>
          <p:cNvPicPr preferRelativeResize="0"/>
          <p:nvPr/>
        </p:nvPicPr>
        <p:blipFill rotWithShape="1">
          <a:blip r:embed="rId21">
            <a:alphaModFix/>
          </a:blip>
          <a:srcRect b="0" l="0" r="0" t="0"/>
          <a:stretch/>
        </p:blipFill>
        <p:spPr>
          <a:xfrm>
            <a:off x="7365145" y="4295928"/>
            <a:ext cx="744464" cy="744458"/>
          </a:xfrm>
          <a:prstGeom prst="rect">
            <a:avLst/>
          </a:prstGeom>
          <a:noFill/>
          <a:ln>
            <a:noFill/>
          </a:ln>
        </p:spPr>
      </p:pic>
      <p:pic>
        <p:nvPicPr>
          <p:cNvPr id="1790" name="Google Shape;1790;p123"/>
          <p:cNvPicPr preferRelativeResize="0"/>
          <p:nvPr/>
        </p:nvPicPr>
        <p:blipFill rotWithShape="1">
          <a:blip r:embed="rId22">
            <a:alphaModFix/>
          </a:blip>
          <a:srcRect b="0" l="0" r="0" t="0"/>
          <a:stretch/>
        </p:blipFill>
        <p:spPr>
          <a:xfrm>
            <a:off x="9015229" y="4295928"/>
            <a:ext cx="744464" cy="744458"/>
          </a:xfrm>
          <a:prstGeom prst="rect">
            <a:avLst/>
          </a:prstGeom>
          <a:noFill/>
          <a:ln>
            <a:noFill/>
          </a:ln>
        </p:spPr>
      </p:pic>
      <p:pic>
        <p:nvPicPr>
          <p:cNvPr id="1791" name="Google Shape;1791;p123"/>
          <p:cNvPicPr preferRelativeResize="0"/>
          <p:nvPr/>
        </p:nvPicPr>
        <p:blipFill rotWithShape="1">
          <a:blip r:embed="rId23">
            <a:alphaModFix/>
          </a:blip>
          <a:srcRect b="0" l="0" r="0" t="0"/>
          <a:stretch/>
        </p:blipFill>
        <p:spPr>
          <a:xfrm>
            <a:off x="10665314" y="4295928"/>
            <a:ext cx="744464" cy="744458"/>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5" name="Shape 1795"/>
        <p:cNvGrpSpPr/>
        <p:nvPr/>
      </p:nvGrpSpPr>
      <p:grpSpPr>
        <a:xfrm>
          <a:off x="0" y="0"/>
          <a:ext cx="0" cy="0"/>
          <a:chOff x="0" y="0"/>
          <a:chExt cx="0" cy="0"/>
        </a:xfrm>
      </p:grpSpPr>
      <p:sp>
        <p:nvSpPr>
          <p:cNvPr id="1796" name="Google Shape;1796;p124"/>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797" name="Google Shape;1797;p124"/>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798" name="Google Shape;1798;p124"/>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Miscellaneous (Cont.)</a:t>
            </a:r>
            <a:endParaRPr/>
          </a:p>
        </p:txBody>
      </p:sp>
      <p:sp>
        <p:nvSpPr>
          <p:cNvPr id="1799" name="Google Shape;1799;p124"/>
          <p:cNvSpPr/>
          <p:nvPr/>
        </p:nvSpPr>
        <p:spPr>
          <a:xfrm>
            <a:off x="1050428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Program</a:t>
            </a:r>
            <a:endParaRPr sz="1400">
              <a:solidFill>
                <a:srgbClr val="3A3838"/>
              </a:solidFill>
              <a:latin typeface="DM Sans"/>
              <a:ea typeface="DM Sans"/>
              <a:cs typeface="DM Sans"/>
              <a:sym typeface="DM Sans"/>
            </a:endParaRPr>
          </a:p>
        </p:txBody>
      </p:sp>
      <p:sp>
        <p:nvSpPr>
          <p:cNvPr id="1800" name="Google Shape;1800;p124"/>
          <p:cNvSpPr/>
          <p:nvPr/>
        </p:nvSpPr>
        <p:spPr>
          <a:xfrm>
            <a:off x="8765140" y="2595333"/>
            <a:ext cx="1244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Productionize</a:t>
            </a:r>
            <a:endParaRPr sz="1400">
              <a:solidFill>
                <a:srgbClr val="3A3838"/>
              </a:solidFill>
              <a:latin typeface="DM Sans"/>
              <a:ea typeface="DM Sans"/>
              <a:cs typeface="DM Sans"/>
              <a:sym typeface="DM Sans"/>
            </a:endParaRPr>
          </a:p>
        </p:txBody>
      </p:sp>
      <p:sp>
        <p:nvSpPr>
          <p:cNvPr id="1801" name="Google Shape;1801;p124"/>
          <p:cNvSpPr/>
          <p:nvPr/>
        </p:nvSpPr>
        <p:spPr>
          <a:xfrm>
            <a:off x="7204163"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Predict</a:t>
            </a:r>
            <a:endParaRPr sz="1400">
              <a:solidFill>
                <a:srgbClr val="3A3838"/>
              </a:solidFill>
              <a:latin typeface="DM Sans"/>
              <a:ea typeface="DM Sans"/>
              <a:cs typeface="DM Sans"/>
              <a:sym typeface="DM Sans"/>
            </a:endParaRPr>
          </a:p>
        </p:txBody>
      </p:sp>
      <p:sp>
        <p:nvSpPr>
          <p:cNvPr id="1802" name="Google Shape;1802;p124"/>
          <p:cNvSpPr/>
          <p:nvPr/>
        </p:nvSpPr>
        <p:spPr>
          <a:xfrm>
            <a:off x="555411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Output</a:t>
            </a:r>
            <a:endParaRPr sz="1400">
              <a:solidFill>
                <a:srgbClr val="3A3838"/>
              </a:solidFill>
              <a:latin typeface="DM Sans"/>
              <a:ea typeface="DM Sans"/>
              <a:cs typeface="DM Sans"/>
              <a:sym typeface="DM Sans"/>
            </a:endParaRPr>
          </a:p>
        </p:txBody>
      </p:sp>
      <p:sp>
        <p:nvSpPr>
          <p:cNvPr id="1803" name="Google Shape;1803;p124"/>
          <p:cNvSpPr/>
          <p:nvPr/>
        </p:nvSpPr>
        <p:spPr>
          <a:xfrm>
            <a:off x="3758126" y="2595333"/>
            <a:ext cx="1358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Open Source</a:t>
            </a:r>
            <a:endParaRPr sz="1400">
              <a:solidFill>
                <a:srgbClr val="3A3838"/>
              </a:solidFill>
              <a:latin typeface="DM Sans"/>
              <a:ea typeface="DM Sans"/>
              <a:cs typeface="DM Sans"/>
              <a:sym typeface="DM Sans"/>
            </a:endParaRPr>
          </a:p>
        </p:txBody>
      </p:sp>
      <p:sp>
        <p:nvSpPr>
          <p:cNvPr id="1804" name="Google Shape;1804;p124"/>
          <p:cNvSpPr/>
          <p:nvPr/>
        </p:nvSpPr>
        <p:spPr>
          <a:xfrm>
            <a:off x="2165025" y="2595333"/>
            <a:ext cx="1244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Clr>
                <a:srgbClr val="3A3838"/>
              </a:buClr>
              <a:buSzPts val="1400"/>
              <a:buFont typeface="Barlow"/>
              <a:buNone/>
            </a:pPr>
            <a:r>
              <a:rPr lang="en" sz="1400">
                <a:solidFill>
                  <a:srgbClr val="3A3838"/>
                </a:solidFill>
                <a:latin typeface="DM Sans"/>
                <a:ea typeface="DM Sans"/>
                <a:cs typeface="DM Sans"/>
                <a:sym typeface="DM Sans"/>
              </a:rPr>
              <a:t>Notebooks</a:t>
            </a:r>
            <a:endParaRPr sz="1400">
              <a:solidFill>
                <a:srgbClr val="3A3838"/>
              </a:solidFill>
              <a:latin typeface="DM Sans"/>
              <a:ea typeface="DM Sans"/>
              <a:cs typeface="DM Sans"/>
              <a:sym typeface="DM Sans"/>
            </a:endParaRPr>
          </a:p>
        </p:txBody>
      </p:sp>
      <p:sp>
        <p:nvSpPr>
          <p:cNvPr id="1805" name="Google Shape;1805;p124"/>
          <p:cNvSpPr/>
          <p:nvPr/>
        </p:nvSpPr>
        <p:spPr>
          <a:xfrm>
            <a:off x="60394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ML Runtime</a:t>
            </a:r>
            <a:endParaRPr sz="1400">
              <a:solidFill>
                <a:srgbClr val="3A3838"/>
              </a:solidFill>
              <a:latin typeface="DM Sans"/>
              <a:ea typeface="DM Sans"/>
              <a:cs typeface="DM Sans"/>
              <a:sym typeface="DM Sans"/>
            </a:endParaRPr>
          </a:p>
        </p:txBody>
      </p:sp>
      <p:pic>
        <p:nvPicPr>
          <p:cNvPr id="1806" name="Google Shape;1806;p124"/>
          <p:cNvPicPr preferRelativeResize="0"/>
          <p:nvPr/>
        </p:nvPicPr>
        <p:blipFill rotWithShape="1">
          <a:blip r:embed="rId3">
            <a:alphaModFix/>
          </a:blip>
          <a:srcRect b="0" l="0" r="0" t="0"/>
          <a:stretch/>
        </p:blipFill>
        <p:spPr>
          <a:xfrm>
            <a:off x="764806" y="5162849"/>
            <a:ext cx="744464" cy="744458"/>
          </a:xfrm>
          <a:prstGeom prst="rect">
            <a:avLst/>
          </a:prstGeom>
          <a:noFill/>
          <a:ln>
            <a:noFill/>
          </a:ln>
        </p:spPr>
      </p:pic>
      <p:pic>
        <p:nvPicPr>
          <p:cNvPr id="1807" name="Google Shape;1807;p124"/>
          <p:cNvPicPr preferRelativeResize="0"/>
          <p:nvPr/>
        </p:nvPicPr>
        <p:blipFill rotWithShape="1">
          <a:blip r:embed="rId4">
            <a:alphaModFix/>
          </a:blip>
          <a:srcRect b="0" l="0" r="0" t="0"/>
          <a:stretch/>
        </p:blipFill>
        <p:spPr>
          <a:xfrm>
            <a:off x="2414890" y="5162849"/>
            <a:ext cx="744464" cy="744458"/>
          </a:xfrm>
          <a:prstGeom prst="rect">
            <a:avLst/>
          </a:prstGeom>
          <a:noFill/>
          <a:ln>
            <a:noFill/>
          </a:ln>
        </p:spPr>
      </p:pic>
      <p:pic>
        <p:nvPicPr>
          <p:cNvPr id="1808" name="Google Shape;1808;p124"/>
          <p:cNvPicPr preferRelativeResize="0"/>
          <p:nvPr/>
        </p:nvPicPr>
        <p:blipFill rotWithShape="1">
          <a:blip r:embed="rId5">
            <a:alphaModFix/>
          </a:blip>
          <a:srcRect b="0" l="0" r="0" t="0"/>
          <a:stretch/>
        </p:blipFill>
        <p:spPr>
          <a:xfrm>
            <a:off x="4064975" y="5162849"/>
            <a:ext cx="744464" cy="744458"/>
          </a:xfrm>
          <a:prstGeom prst="rect">
            <a:avLst/>
          </a:prstGeom>
          <a:noFill/>
          <a:ln>
            <a:noFill/>
          </a:ln>
        </p:spPr>
      </p:pic>
      <p:pic>
        <p:nvPicPr>
          <p:cNvPr id="1809" name="Google Shape;1809;p124"/>
          <p:cNvPicPr preferRelativeResize="0"/>
          <p:nvPr/>
        </p:nvPicPr>
        <p:blipFill rotWithShape="1">
          <a:blip r:embed="rId6">
            <a:alphaModFix/>
          </a:blip>
          <a:srcRect b="0" l="0" r="0" t="0"/>
          <a:stretch/>
        </p:blipFill>
        <p:spPr>
          <a:xfrm>
            <a:off x="5715060" y="5162849"/>
            <a:ext cx="744464" cy="744458"/>
          </a:xfrm>
          <a:prstGeom prst="rect">
            <a:avLst/>
          </a:prstGeom>
          <a:noFill/>
          <a:ln>
            <a:noFill/>
          </a:ln>
        </p:spPr>
      </p:pic>
      <p:pic>
        <p:nvPicPr>
          <p:cNvPr id="1810" name="Google Shape;1810;p124"/>
          <p:cNvPicPr preferRelativeResize="0"/>
          <p:nvPr/>
        </p:nvPicPr>
        <p:blipFill rotWithShape="1">
          <a:blip r:embed="rId7">
            <a:alphaModFix/>
          </a:blip>
          <a:srcRect b="0" l="0" r="0" t="0"/>
          <a:stretch/>
        </p:blipFill>
        <p:spPr>
          <a:xfrm>
            <a:off x="7365145" y="5162849"/>
            <a:ext cx="744464" cy="744458"/>
          </a:xfrm>
          <a:prstGeom prst="rect">
            <a:avLst/>
          </a:prstGeom>
          <a:noFill/>
          <a:ln>
            <a:noFill/>
          </a:ln>
        </p:spPr>
      </p:pic>
      <p:pic>
        <p:nvPicPr>
          <p:cNvPr id="1811" name="Google Shape;1811;p124"/>
          <p:cNvPicPr preferRelativeResize="0"/>
          <p:nvPr/>
        </p:nvPicPr>
        <p:blipFill rotWithShape="1">
          <a:blip r:embed="rId8">
            <a:alphaModFix/>
          </a:blip>
          <a:srcRect b="0" l="0" r="0" t="0"/>
          <a:stretch/>
        </p:blipFill>
        <p:spPr>
          <a:xfrm>
            <a:off x="9015229" y="5162849"/>
            <a:ext cx="744464" cy="744458"/>
          </a:xfrm>
          <a:prstGeom prst="rect">
            <a:avLst/>
          </a:prstGeom>
          <a:noFill/>
          <a:ln>
            <a:noFill/>
          </a:ln>
        </p:spPr>
      </p:pic>
      <p:pic>
        <p:nvPicPr>
          <p:cNvPr id="1812" name="Google Shape;1812;p124"/>
          <p:cNvPicPr preferRelativeResize="0"/>
          <p:nvPr/>
        </p:nvPicPr>
        <p:blipFill rotWithShape="1">
          <a:blip r:embed="rId9">
            <a:alphaModFix/>
          </a:blip>
          <a:srcRect b="0" l="0" r="0" t="0"/>
          <a:stretch/>
        </p:blipFill>
        <p:spPr>
          <a:xfrm>
            <a:off x="10665314" y="5162849"/>
            <a:ext cx="744464" cy="744458"/>
          </a:xfrm>
          <a:prstGeom prst="rect">
            <a:avLst/>
          </a:prstGeom>
          <a:noFill/>
          <a:ln>
            <a:noFill/>
          </a:ln>
        </p:spPr>
      </p:pic>
      <p:pic>
        <p:nvPicPr>
          <p:cNvPr id="1813" name="Google Shape;1813;p124"/>
          <p:cNvPicPr preferRelativeResize="0"/>
          <p:nvPr/>
        </p:nvPicPr>
        <p:blipFill rotWithShape="1">
          <a:blip r:embed="rId10">
            <a:alphaModFix/>
          </a:blip>
          <a:srcRect b="0" l="0" r="0" t="0"/>
          <a:stretch/>
        </p:blipFill>
        <p:spPr>
          <a:xfrm>
            <a:off x="764806" y="3429006"/>
            <a:ext cx="744464" cy="744458"/>
          </a:xfrm>
          <a:prstGeom prst="rect">
            <a:avLst/>
          </a:prstGeom>
          <a:noFill/>
          <a:ln>
            <a:noFill/>
          </a:ln>
        </p:spPr>
      </p:pic>
      <p:pic>
        <p:nvPicPr>
          <p:cNvPr id="1814" name="Google Shape;1814;p124"/>
          <p:cNvPicPr preferRelativeResize="0"/>
          <p:nvPr/>
        </p:nvPicPr>
        <p:blipFill rotWithShape="1">
          <a:blip r:embed="rId11">
            <a:alphaModFix/>
          </a:blip>
          <a:srcRect b="0" l="0" r="0" t="0"/>
          <a:stretch/>
        </p:blipFill>
        <p:spPr>
          <a:xfrm>
            <a:off x="2414890" y="3429006"/>
            <a:ext cx="744464" cy="744458"/>
          </a:xfrm>
          <a:prstGeom prst="rect">
            <a:avLst/>
          </a:prstGeom>
          <a:noFill/>
          <a:ln>
            <a:noFill/>
          </a:ln>
        </p:spPr>
      </p:pic>
      <p:pic>
        <p:nvPicPr>
          <p:cNvPr id="1815" name="Google Shape;1815;p124"/>
          <p:cNvPicPr preferRelativeResize="0"/>
          <p:nvPr/>
        </p:nvPicPr>
        <p:blipFill rotWithShape="1">
          <a:blip r:embed="rId12">
            <a:alphaModFix/>
          </a:blip>
          <a:srcRect b="0" l="0" r="0" t="0"/>
          <a:stretch/>
        </p:blipFill>
        <p:spPr>
          <a:xfrm>
            <a:off x="4064975" y="3429006"/>
            <a:ext cx="744464" cy="744458"/>
          </a:xfrm>
          <a:prstGeom prst="rect">
            <a:avLst/>
          </a:prstGeom>
          <a:noFill/>
          <a:ln>
            <a:noFill/>
          </a:ln>
        </p:spPr>
      </p:pic>
      <p:pic>
        <p:nvPicPr>
          <p:cNvPr id="1816" name="Google Shape;1816;p124"/>
          <p:cNvPicPr preferRelativeResize="0"/>
          <p:nvPr/>
        </p:nvPicPr>
        <p:blipFill rotWithShape="1">
          <a:blip r:embed="rId13">
            <a:alphaModFix/>
          </a:blip>
          <a:srcRect b="0" l="0" r="0" t="0"/>
          <a:stretch/>
        </p:blipFill>
        <p:spPr>
          <a:xfrm>
            <a:off x="5715060" y="3429006"/>
            <a:ext cx="744464" cy="744458"/>
          </a:xfrm>
          <a:prstGeom prst="rect">
            <a:avLst/>
          </a:prstGeom>
          <a:noFill/>
          <a:ln>
            <a:noFill/>
          </a:ln>
        </p:spPr>
      </p:pic>
      <p:pic>
        <p:nvPicPr>
          <p:cNvPr id="1817" name="Google Shape;1817;p124"/>
          <p:cNvPicPr preferRelativeResize="0"/>
          <p:nvPr/>
        </p:nvPicPr>
        <p:blipFill rotWithShape="1">
          <a:blip r:embed="rId14">
            <a:alphaModFix/>
          </a:blip>
          <a:srcRect b="0" l="0" r="0" t="0"/>
          <a:stretch/>
        </p:blipFill>
        <p:spPr>
          <a:xfrm>
            <a:off x="7365145" y="3429006"/>
            <a:ext cx="744464" cy="744458"/>
          </a:xfrm>
          <a:prstGeom prst="rect">
            <a:avLst/>
          </a:prstGeom>
          <a:noFill/>
          <a:ln>
            <a:noFill/>
          </a:ln>
        </p:spPr>
      </p:pic>
      <p:pic>
        <p:nvPicPr>
          <p:cNvPr id="1818" name="Google Shape;1818;p124"/>
          <p:cNvPicPr preferRelativeResize="0"/>
          <p:nvPr/>
        </p:nvPicPr>
        <p:blipFill rotWithShape="1">
          <a:blip r:embed="rId15">
            <a:alphaModFix/>
          </a:blip>
          <a:srcRect b="0" l="0" r="0" t="0"/>
          <a:stretch/>
        </p:blipFill>
        <p:spPr>
          <a:xfrm>
            <a:off x="9015229" y="3429006"/>
            <a:ext cx="744464" cy="744458"/>
          </a:xfrm>
          <a:prstGeom prst="rect">
            <a:avLst/>
          </a:prstGeom>
          <a:noFill/>
          <a:ln>
            <a:noFill/>
          </a:ln>
        </p:spPr>
      </p:pic>
      <p:pic>
        <p:nvPicPr>
          <p:cNvPr id="1819" name="Google Shape;1819;p124"/>
          <p:cNvPicPr preferRelativeResize="0"/>
          <p:nvPr/>
        </p:nvPicPr>
        <p:blipFill rotWithShape="1">
          <a:blip r:embed="rId16">
            <a:alphaModFix/>
          </a:blip>
          <a:srcRect b="0" l="0" r="0" t="0"/>
          <a:stretch/>
        </p:blipFill>
        <p:spPr>
          <a:xfrm>
            <a:off x="10665314" y="3429006"/>
            <a:ext cx="744464" cy="744458"/>
          </a:xfrm>
          <a:prstGeom prst="rect">
            <a:avLst/>
          </a:prstGeom>
          <a:noFill/>
          <a:ln>
            <a:noFill/>
          </a:ln>
        </p:spPr>
      </p:pic>
      <p:pic>
        <p:nvPicPr>
          <p:cNvPr id="1820" name="Google Shape;1820;p124"/>
          <p:cNvPicPr preferRelativeResize="0"/>
          <p:nvPr/>
        </p:nvPicPr>
        <p:blipFill rotWithShape="1">
          <a:blip r:embed="rId17">
            <a:alphaModFix/>
          </a:blip>
          <a:srcRect b="0" l="0" r="0" t="0"/>
          <a:stretch/>
        </p:blipFill>
        <p:spPr>
          <a:xfrm>
            <a:off x="764806" y="4295928"/>
            <a:ext cx="744464" cy="744458"/>
          </a:xfrm>
          <a:prstGeom prst="rect">
            <a:avLst/>
          </a:prstGeom>
          <a:noFill/>
          <a:ln>
            <a:noFill/>
          </a:ln>
        </p:spPr>
      </p:pic>
      <p:pic>
        <p:nvPicPr>
          <p:cNvPr id="1821" name="Google Shape;1821;p124"/>
          <p:cNvPicPr preferRelativeResize="0"/>
          <p:nvPr/>
        </p:nvPicPr>
        <p:blipFill rotWithShape="1">
          <a:blip r:embed="rId18">
            <a:alphaModFix/>
          </a:blip>
          <a:srcRect b="0" l="0" r="0" t="0"/>
          <a:stretch/>
        </p:blipFill>
        <p:spPr>
          <a:xfrm>
            <a:off x="2414890" y="4295928"/>
            <a:ext cx="744464" cy="744458"/>
          </a:xfrm>
          <a:prstGeom prst="rect">
            <a:avLst/>
          </a:prstGeom>
          <a:noFill/>
          <a:ln>
            <a:noFill/>
          </a:ln>
        </p:spPr>
      </p:pic>
      <p:pic>
        <p:nvPicPr>
          <p:cNvPr id="1822" name="Google Shape;1822;p124"/>
          <p:cNvPicPr preferRelativeResize="0"/>
          <p:nvPr/>
        </p:nvPicPr>
        <p:blipFill rotWithShape="1">
          <a:blip r:embed="rId19">
            <a:alphaModFix/>
          </a:blip>
          <a:srcRect b="0" l="0" r="0" t="0"/>
          <a:stretch/>
        </p:blipFill>
        <p:spPr>
          <a:xfrm>
            <a:off x="4064975" y="4295928"/>
            <a:ext cx="744464" cy="744458"/>
          </a:xfrm>
          <a:prstGeom prst="rect">
            <a:avLst/>
          </a:prstGeom>
          <a:noFill/>
          <a:ln>
            <a:noFill/>
          </a:ln>
        </p:spPr>
      </p:pic>
      <p:pic>
        <p:nvPicPr>
          <p:cNvPr id="1823" name="Google Shape;1823;p124"/>
          <p:cNvPicPr preferRelativeResize="0"/>
          <p:nvPr/>
        </p:nvPicPr>
        <p:blipFill rotWithShape="1">
          <a:blip r:embed="rId20">
            <a:alphaModFix/>
          </a:blip>
          <a:srcRect b="0" l="0" r="0" t="0"/>
          <a:stretch/>
        </p:blipFill>
        <p:spPr>
          <a:xfrm>
            <a:off x="5715060" y="4295928"/>
            <a:ext cx="744464" cy="744458"/>
          </a:xfrm>
          <a:prstGeom prst="rect">
            <a:avLst/>
          </a:prstGeom>
          <a:noFill/>
          <a:ln>
            <a:noFill/>
          </a:ln>
        </p:spPr>
      </p:pic>
      <p:pic>
        <p:nvPicPr>
          <p:cNvPr id="1824" name="Google Shape;1824;p124"/>
          <p:cNvPicPr preferRelativeResize="0"/>
          <p:nvPr/>
        </p:nvPicPr>
        <p:blipFill rotWithShape="1">
          <a:blip r:embed="rId21">
            <a:alphaModFix/>
          </a:blip>
          <a:srcRect b="0" l="0" r="0" t="0"/>
          <a:stretch/>
        </p:blipFill>
        <p:spPr>
          <a:xfrm>
            <a:off x="7365145" y="4295928"/>
            <a:ext cx="744464" cy="744458"/>
          </a:xfrm>
          <a:prstGeom prst="rect">
            <a:avLst/>
          </a:prstGeom>
          <a:noFill/>
          <a:ln>
            <a:noFill/>
          </a:ln>
        </p:spPr>
      </p:pic>
      <p:pic>
        <p:nvPicPr>
          <p:cNvPr id="1825" name="Google Shape;1825;p124"/>
          <p:cNvPicPr preferRelativeResize="0"/>
          <p:nvPr/>
        </p:nvPicPr>
        <p:blipFill rotWithShape="1">
          <a:blip r:embed="rId22">
            <a:alphaModFix/>
          </a:blip>
          <a:srcRect b="0" l="0" r="0" t="0"/>
          <a:stretch/>
        </p:blipFill>
        <p:spPr>
          <a:xfrm>
            <a:off x="9015229" y="4295928"/>
            <a:ext cx="744464" cy="744458"/>
          </a:xfrm>
          <a:prstGeom prst="rect">
            <a:avLst/>
          </a:prstGeom>
          <a:noFill/>
          <a:ln>
            <a:noFill/>
          </a:ln>
        </p:spPr>
      </p:pic>
      <p:pic>
        <p:nvPicPr>
          <p:cNvPr id="1826" name="Google Shape;1826;p124"/>
          <p:cNvPicPr preferRelativeResize="0"/>
          <p:nvPr/>
        </p:nvPicPr>
        <p:blipFill rotWithShape="1">
          <a:blip r:embed="rId23">
            <a:alphaModFix/>
          </a:blip>
          <a:srcRect b="0" l="0" r="0" t="0"/>
          <a:stretch/>
        </p:blipFill>
        <p:spPr>
          <a:xfrm>
            <a:off x="10665314" y="4295928"/>
            <a:ext cx="744464" cy="744458"/>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0" name="Shape 1830"/>
        <p:cNvGrpSpPr/>
        <p:nvPr/>
      </p:nvGrpSpPr>
      <p:grpSpPr>
        <a:xfrm>
          <a:off x="0" y="0"/>
          <a:ext cx="0" cy="0"/>
          <a:chOff x="0" y="0"/>
          <a:chExt cx="0" cy="0"/>
        </a:xfrm>
      </p:grpSpPr>
      <p:sp>
        <p:nvSpPr>
          <p:cNvPr id="1831" name="Google Shape;1831;p125"/>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832" name="Google Shape;1832;p125"/>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833" name="Google Shape;1833;p125"/>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Miscellaneous (Cont.)</a:t>
            </a:r>
            <a:endParaRPr/>
          </a:p>
        </p:txBody>
      </p:sp>
      <p:sp>
        <p:nvSpPr>
          <p:cNvPr id="1834" name="Google Shape;1834;p125"/>
          <p:cNvSpPr/>
          <p:nvPr/>
        </p:nvSpPr>
        <p:spPr>
          <a:xfrm>
            <a:off x="1050428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Users</a:t>
            </a:r>
            <a:endParaRPr sz="1400">
              <a:solidFill>
                <a:srgbClr val="3A3838"/>
              </a:solidFill>
              <a:latin typeface="DM Sans"/>
              <a:ea typeface="DM Sans"/>
              <a:cs typeface="DM Sans"/>
              <a:sym typeface="DM Sans"/>
            </a:endParaRPr>
          </a:p>
        </p:txBody>
      </p:sp>
      <p:sp>
        <p:nvSpPr>
          <p:cNvPr id="1835" name="Google Shape;1835;p125"/>
          <p:cNvSpPr/>
          <p:nvPr/>
        </p:nvSpPr>
        <p:spPr>
          <a:xfrm>
            <a:off x="8765140" y="2595333"/>
            <a:ext cx="1244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Spark Streaming Job</a:t>
            </a:r>
            <a:endParaRPr sz="1400">
              <a:solidFill>
                <a:srgbClr val="3A3838"/>
              </a:solidFill>
              <a:latin typeface="DM Sans"/>
              <a:ea typeface="DM Sans"/>
              <a:cs typeface="DM Sans"/>
              <a:sym typeface="DM Sans"/>
            </a:endParaRPr>
          </a:p>
        </p:txBody>
      </p:sp>
      <p:sp>
        <p:nvSpPr>
          <p:cNvPr id="1836" name="Google Shape;1836;p125"/>
          <p:cNvSpPr/>
          <p:nvPr/>
        </p:nvSpPr>
        <p:spPr>
          <a:xfrm>
            <a:off x="7204163"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Spark Cluster</a:t>
            </a:r>
            <a:endParaRPr sz="1400">
              <a:solidFill>
                <a:srgbClr val="3A3838"/>
              </a:solidFill>
              <a:latin typeface="DM Sans"/>
              <a:ea typeface="DM Sans"/>
              <a:cs typeface="DM Sans"/>
              <a:sym typeface="DM Sans"/>
            </a:endParaRPr>
          </a:p>
        </p:txBody>
      </p:sp>
      <p:sp>
        <p:nvSpPr>
          <p:cNvPr id="1837" name="Google Shape;1837;p125"/>
          <p:cNvSpPr/>
          <p:nvPr/>
        </p:nvSpPr>
        <p:spPr>
          <a:xfrm>
            <a:off x="5554110"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Simulator</a:t>
            </a:r>
            <a:endParaRPr sz="1400">
              <a:solidFill>
                <a:srgbClr val="3A3838"/>
              </a:solidFill>
              <a:latin typeface="DM Sans"/>
              <a:ea typeface="DM Sans"/>
              <a:cs typeface="DM Sans"/>
              <a:sym typeface="DM Sans"/>
            </a:endParaRPr>
          </a:p>
        </p:txBody>
      </p:sp>
      <p:sp>
        <p:nvSpPr>
          <p:cNvPr id="1838" name="Google Shape;1838;p125"/>
          <p:cNvSpPr/>
          <p:nvPr/>
        </p:nvSpPr>
        <p:spPr>
          <a:xfrm>
            <a:off x="3758126" y="2595333"/>
            <a:ext cx="1358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Silver</a:t>
            </a:r>
            <a:endParaRPr sz="1400">
              <a:solidFill>
                <a:srgbClr val="3A3838"/>
              </a:solidFill>
              <a:latin typeface="DM Sans"/>
              <a:ea typeface="DM Sans"/>
              <a:cs typeface="DM Sans"/>
              <a:sym typeface="DM Sans"/>
            </a:endParaRPr>
          </a:p>
        </p:txBody>
      </p:sp>
      <p:sp>
        <p:nvSpPr>
          <p:cNvPr id="1839" name="Google Shape;1839;p125"/>
          <p:cNvSpPr/>
          <p:nvPr/>
        </p:nvSpPr>
        <p:spPr>
          <a:xfrm>
            <a:off x="2165025" y="2595333"/>
            <a:ext cx="12444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Scheduled Jobs</a:t>
            </a:r>
            <a:endParaRPr sz="1400">
              <a:solidFill>
                <a:srgbClr val="3A3838"/>
              </a:solidFill>
              <a:latin typeface="DM Sans"/>
              <a:ea typeface="DM Sans"/>
              <a:cs typeface="DM Sans"/>
              <a:sym typeface="DM Sans"/>
            </a:endParaRPr>
          </a:p>
        </p:txBody>
      </p:sp>
      <p:sp>
        <p:nvSpPr>
          <p:cNvPr id="1840" name="Google Shape;1840;p125"/>
          <p:cNvSpPr/>
          <p:nvPr/>
        </p:nvSpPr>
        <p:spPr>
          <a:xfrm>
            <a:off x="603948" y="2595333"/>
            <a:ext cx="10665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Runtime</a:t>
            </a:r>
            <a:endParaRPr sz="1400">
              <a:solidFill>
                <a:srgbClr val="3A3838"/>
              </a:solidFill>
              <a:latin typeface="DM Sans"/>
              <a:ea typeface="DM Sans"/>
              <a:cs typeface="DM Sans"/>
              <a:sym typeface="DM Sans"/>
            </a:endParaRPr>
          </a:p>
        </p:txBody>
      </p:sp>
      <p:pic>
        <p:nvPicPr>
          <p:cNvPr id="1841" name="Google Shape;1841;p125"/>
          <p:cNvPicPr preferRelativeResize="0"/>
          <p:nvPr/>
        </p:nvPicPr>
        <p:blipFill rotWithShape="1">
          <a:blip r:embed="rId3">
            <a:alphaModFix/>
          </a:blip>
          <a:srcRect b="0" l="0" r="0" t="0"/>
          <a:stretch/>
        </p:blipFill>
        <p:spPr>
          <a:xfrm>
            <a:off x="764806" y="5239049"/>
            <a:ext cx="744464" cy="744458"/>
          </a:xfrm>
          <a:prstGeom prst="rect">
            <a:avLst/>
          </a:prstGeom>
          <a:noFill/>
          <a:ln>
            <a:noFill/>
          </a:ln>
        </p:spPr>
      </p:pic>
      <p:pic>
        <p:nvPicPr>
          <p:cNvPr id="1842" name="Google Shape;1842;p125"/>
          <p:cNvPicPr preferRelativeResize="0"/>
          <p:nvPr/>
        </p:nvPicPr>
        <p:blipFill rotWithShape="1">
          <a:blip r:embed="rId4">
            <a:alphaModFix/>
          </a:blip>
          <a:srcRect b="0" l="0" r="0" t="0"/>
          <a:stretch/>
        </p:blipFill>
        <p:spPr>
          <a:xfrm>
            <a:off x="2414890" y="5162849"/>
            <a:ext cx="744464" cy="744458"/>
          </a:xfrm>
          <a:prstGeom prst="rect">
            <a:avLst/>
          </a:prstGeom>
          <a:noFill/>
          <a:ln>
            <a:noFill/>
          </a:ln>
        </p:spPr>
      </p:pic>
      <p:pic>
        <p:nvPicPr>
          <p:cNvPr id="1843" name="Google Shape;1843;p125"/>
          <p:cNvPicPr preferRelativeResize="0"/>
          <p:nvPr/>
        </p:nvPicPr>
        <p:blipFill rotWithShape="1">
          <a:blip r:embed="rId5">
            <a:alphaModFix/>
          </a:blip>
          <a:srcRect b="0" l="0" r="0" t="0"/>
          <a:stretch/>
        </p:blipFill>
        <p:spPr>
          <a:xfrm>
            <a:off x="4064975" y="5162849"/>
            <a:ext cx="744464" cy="744458"/>
          </a:xfrm>
          <a:prstGeom prst="rect">
            <a:avLst/>
          </a:prstGeom>
          <a:noFill/>
          <a:ln>
            <a:noFill/>
          </a:ln>
        </p:spPr>
      </p:pic>
      <p:pic>
        <p:nvPicPr>
          <p:cNvPr id="1844" name="Google Shape;1844;p125"/>
          <p:cNvPicPr preferRelativeResize="0"/>
          <p:nvPr/>
        </p:nvPicPr>
        <p:blipFill rotWithShape="1">
          <a:blip r:embed="rId6">
            <a:alphaModFix/>
          </a:blip>
          <a:srcRect b="0" l="0" r="0" t="0"/>
          <a:stretch/>
        </p:blipFill>
        <p:spPr>
          <a:xfrm>
            <a:off x="5715060" y="5162849"/>
            <a:ext cx="744464" cy="744458"/>
          </a:xfrm>
          <a:prstGeom prst="rect">
            <a:avLst/>
          </a:prstGeom>
          <a:noFill/>
          <a:ln>
            <a:noFill/>
          </a:ln>
        </p:spPr>
      </p:pic>
      <p:pic>
        <p:nvPicPr>
          <p:cNvPr id="1845" name="Google Shape;1845;p125"/>
          <p:cNvPicPr preferRelativeResize="0"/>
          <p:nvPr/>
        </p:nvPicPr>
        <p:blipFill rotWithShape="1">
          <a:blip r:embed="rId7">
            <a:alphaModFix/>
          </a:blip>
          <a:srcRect b="0" l="0" r="0" t="0"/>
          <a:stretch/>
        </p:blipFill>
        <p:spPr>
          <a:xfrm>
            <a:off x="7365145" y="5162849"/>
            <a:ext cx="744464" cy="744458"/>
          </a:xfrm>
          <a:prstGeom prst="rect">
            <a:avLst/>
          </a:prstGeom>
          <a:noFill/>
          <a:ln>
            <a:noFill/>
          </a:ln>
        </p:spPr>
      </p:pic>
      <p:pic>
        <p:nvPicPr>
          <p:cNvPr id="1846" name="Google Shape;1846;p125"/>
          <p:cNvPicPr preferRelativeResize="0"/>
          <p:nvPr/>
        </p:nvPicPr>
        <p:blipFill rotWithShape="1">
          <a:blip r:embed="rId8">
            <a:alphaModFix/>
          </a:blip>
          <a:srcRect b="0" l="0" r="0" t="0"/>
          <a:stretch/>
        </p:blipFill>
        <p:spPr>
          <a:xfrm>
            <a:off x="9015229" y="5162849"/>
            <a:ext cx="744464" cy="744458"/>
          </a:xfrm>
          <a:prstGeom prst="rect">
            <a:avLst/>
          </a:prstGeom>
          <a:noFill/>
          <a:ln>
            <a:noFill/>
          </a:ln>
        </p:spPr>
      </p:pic>
      <p:pic>
        <p:nvPicPr>
          <p:cNvPr id="1847" name="Google Shape;1847;p125"/>
          <p:cNvPicPr preferRelativeResize="0"/>
          <p:nvPr/>
        </p:nvPicPr>
        <p:blipFill rotWithShape="1">
          <a:blip r:embed="rId9">
            <a:alphaModFix/>
          </a:blip>
          <a:srcRect b="0" l="0" r="0" t="0"/>
          <a:stretch/>
        </p:blipFill>
        <p:spPr>
          <a:xfrm>
            <a:off x="10665314" y="5162849"/>
            <a:ext cx="744464" cy="744458"/>
          </a:xfrm>
          <a:prstGeom prst="rect">
            <a:avLst/>
          </a:prstGeom>
          <a:noFill/>
          <a:ln>
            <a:noFill/>
          </a:ln>
        </p:spPr>
      </p:pic>
      <p:pic>
        <p:nvPicPr>
          <p:cNvPr id="1848" name="Google Shape;1848;p125"/>
          <p:cNvPicPr preferRelativeResize="0"/>
          <p:nvPr/>
        </p:nvPicPr>
        <p:blipFill rotWithShape="1">
          <a:blip r:embed="rId10">
            <a:alphaModFix/>
          </a:blip>
          <a:srcRect b="0" l="0" r="0" t="0"/>
          <a:stretch/>
        </p:blipFill>
        <p:spPr>
          <a:xfrm>
            <a:off x="764806" y="3429006"/>
            <a:ext cx="744464" cy="744458"/>
          </a:xfrm>
          <a:prstGeom prst="rect">
            <a:avLst/>
          </a:prstGeom>
          <a:noFill/>
          <a:ln>
            <a:noFill/>
          </a:ln>
        </p:spPr>
      </p:pic>
      <p:pic>
        <p:nvPicPr>
          <p:cNvPr id="1849" name="Google Shape;1849;p125"/>
          <p:cNvPicPr preferRelativeResize="0"/>
          <p:nvPr/>
        </p:nvPicPr>
        <p:blipFill rotWithShape="1">
          <a:blip r:embed="rId11">
            <a:alphaModFix/>
          </a:blip>
          <a:srcRect b="0" l="0" r="0" t="0"/>
          <a:stretch/>
        </p:blipFill>
        <p:spPr>
          <a:xfrm>
            <a:off x="2414890" y="3429006"/>
            <a:ext cx="744464" cy="744458"/>
          </a:xfrm>
          <a:prstGeom prst="rect">
            <a:avLst/>
          </a:prstGeom>
          <a:noFill/>
          <a:ln>
            <a:noFill/>
          </a:ln>
        </p:spPr>
      </p:pic>
      <p:pic>
        <p:nvPicPr>
          <p:cNvPr id="1850" name="Google Shape;1850;p125"/>
          <p:cNvPicPr preferRelativeResize="0"/>
          <p:nvPr/>
        </p:nvPicPr>
        <p:blipFill rotWithShape="1">
          <a:blip r:embed="rId12">
            <a:alphaModFix/>
          </a:blip>
          <a:srcRect b="0" l="0" r="0" t="0"/>
          <a:stretch/>
        </p:blipFill>
        <p:spPr>
          <a:xfrm>
            <a:off x="4064975" y="3429006"/>
            <a:ext cx="744464" cy="744458"/>
          </a:xfrm>
          <a:prstGeom prst="rect">
            <a:avLst/>
          </a:prstGeom>
          <a:noFill/>
          <a:ln>
            <a:noFill/>
          </a:ln>
        </p:spPr>
      </p:pic>
      <p:pic>
        <p:nvPicPr>
          <p:cNvPr id="1851" name="Google Shape;1851;p125"/>
          <p:cNvPicPr preferRelativeResize="0"/>
          <p:nvPr/>
        </p:nvPicPr>
        <p:blipFill rotWithShape="1">
          <a:blip r:embed="rId13">
            <a:alphaModFix/>
          </a:blip>
          <a:srcRect b="0" l="0" r="0" t="0"/>
          <a:stretch/>
        </p:blipFill>
        <p:spPr>
          <a:xfrm>
            <a:off x="5715060" y="3429006"/>
            <a:ext cx="744464" cy="744458"/>
          </a:xfrm>
          <a:prstGeom prst="rect">
            <a:avLst/>
          </a:prstGeom>
          <a:noFill/>
          <a:ln>
            <a:noFill/>
          </a:ln>
        </p:spPr>
      </p:pic>
      <p:pic>
        <p:nvPicPr>
          <p:cNvPr id="1852" name="Google Shape;1852;p125"/>
          <p:cNvPicPr preferRelativeResize="0"/>
          <p:nvPr/>
        </p:nvPicPr>
        <p:blipFill rotWithShape="1">
          <a:blip r:embed="rId14">
            <a:alphaModFix/>
          </a:blip>
          <a:srcRect b="0" l="0" r="0" t="0"/>
          <a:stretch/>
        </p:blipFill>
        <p:spPr>
          <a:xfrm>
            <a:off x="7365145" y="3429006"/>
            <a:ext cx="744464" cy="744458"/>
          </a:xfrm>
          <a:prstGeom prst="rect">
            <a:avLst/>
          </a:prstGeom>
          <a:noFill/>
          <a:ln>
            <a:noFill/>
          </a:ln>
        </p:spPr>
      </p:pic>
      <p:pic>
        <p:nvPicPr>
          <p:cNvPr id="1853" name="Google Shape;1853;p125"/>
          <p:cNvPicPr preferRelativeResize="0"/>
          <p:nvPr/>
        </p:nvPicPr>
        <p:blipFill rotWithShape="1">
          <a:blip r:embed="rId15">
            <a:alphaModFix/>
          </a:blip>
          <a:srcRect b="0" l="0" r="0" t="0"/>
          <a:stretch/>
        </p:blipFill>
        <p:spPr>
          <a:xfrm>
            <a:off x="9015229" y="3429006"/>
            <a:ext cx="744464" cy="744458"/>
          </a:xfrm>
          <a:prstGeom prst="rect">
            <a:avLst/>
          </a:prstGeom>
          <a:noFill/>
          <a:ln>
            <a:noFill/>
          </a:ln>
        </p:spPr>
      </p:pic>
      <p:pic>
        <p:nvPicPr>
          <p:cNvPr id="1854" name="Google Shape;1854;p125"/>
          <p:cNvPicPr preferRelativeResize="0"/>
          <p:nvPr/>
        </p:nvPicPr>
        <p:blipFill rotWithShape="1">
          <a:blip r:embed="rId16">
            <a:alphaModFix/>
          </a:blip>
          <a:srcRect b="0" l="0" r="0" t="0"/>
          <a:stretch/>
        </p:blipFill>
        <p:spPr>
          <a:xfrm>
            <a:off x="10665314" y="3429006"/>
            <a:ext cx="744464" cy="744458"/>
          </a:xfrm>
          <a:prstGeom prst="rect">
            <a:avLst/>
          </a:prstGeom>
          <a:noFill/>
          <a:ln>
            <a:noFill/>
          </a:ln>
        </p:spPr>
      </p:pic>
      <p:pic>
        <p:nvPicPr>
          <p:cNvPr id="1855" name="Google Shape;1855;p125"/>
          <p:cNvPicPr preferRelativeResize="0"/>
          <p:nvPr/>
        </p:nvPicPr>
        <p:blipFill rotWithShape="1">
          <a:blip r:embed="rId17">
            <a:alphaModFix/>
          </a:blip>
          <a:srcRect b="0" l="0" r="0" t="0"/>
          <a:stretch/>
        </p:blipFill>
        <p:spPr>
          <a:xfrm>
            <a:off x="764806" y="4295928"/>
            <a:ext cx="744464" cy="744458"/>
          </a:xfrm>
          <a:prstGeom prst="rect">
            <a:avLst/>
          </a:prstGeom>
          <a:noFill/>
          <a:ln>
            <a:noFill/>
          </a:ln>
        </p:spPr>
      </p:pic>
      <p:pic>
        <p:nvPicPr>
          <p:cNvPr id="1856" name="Google Shape;1856;p125"/>
          <p:cNvPicPr preferRelativeResize="0"/>
          <p:nvPr/>
        </p:nvPicPr>
        <p:blipFill rotWithShape="1">
          <a:blip r:embed="rId18">
            <a:alphaModFix/>
          </a:blip>
          <a:srcRect b="0" l="0" r="0" t="0"/>
          <a:stretch/>
        </p:blipFill>
        <p:spPr>
          <a:xfrm>
            <a:off x="2414890" y="4295928"/>
            <a:ext cx="744464" cy="744458"/>
          </a:xfrm>
          <a:prstGeom prst="rect">
            <a:avLst/>
          </a:prstGeom>
          <a:noFill/>
          <a:ln>
            <a:noFill/>
          </a:ln>
        </p:spPr>
      </p:pic>
      <p:pic>
        <p:nvPicPr>
          <p:cNvPr id="1857" name="Google Shape;1857;p125"/>
          <p:cNvPicPr preferRelativeResize="0"/>
          <p:nvPr/>
        </p:nvPicPr>
        <p:blipFill rotWithShape="1">
          <a:blip r:embed="rId19">
            <a:alphaModFix/>
          </a:blip>
          <a:srcRect b="0" l="0" r="0" t="0"/>
          <a:stretch/>
        </p:blipFill>
        <p:spPr>
          <a:xfrm>
            <a:off x="4064975" y="4295928"/>
            <a:ext cx="744464" cy="744458"/>
          </a:xfrm>
          <a:prstGeom prst="rect">
            <a:avLst/>
          </a:prstGeom>
          <a:noFill/>
          <a:ln>
            <a:noFill/>
          </a:ln>
        </p:spPr>
      </p:pic>
      <p:pic>
        <p:nvPicPr>
          <p:cNvPr id="1858" name="Google Shape;1858;p125"/>
          <p:cNvPicPr preferRelativeResize="0"/>
          <p:nvPr/>
        </p:nvPicPr>
        <p:blipFill rotWithShape="1">
          <a:blip r:embed="rId20">
            <a:alphaModFix/>
          </a:blip>
          <a:srcRect b="0" l="0" r="0" t="0"/>
          <a:stretch/>
        </p:blipFill>
        <p:spPr>
          <a:xfrm>
            <a:off x="5715060" y="4295928"/>
            <a:ext cx="744464" cy="744458"/>
          </a:xfrm>
          <a:prstGeom prst="rect">
            <a:avLst/>
          </a:prstGeom>
          <a:noFill/>
          <a:ln>
            <a:noFill/>
          </a:ln>
        </p:spPr>
      </p:pic>
      <p:pic>
        <p:nvPicPr>
          <p:cNvPr id="1859" name="Google Shape;1859;p125"/>
          <p:cNvPicPr preferRelativeResize="0"/>
          <p:nvPr/>
        </p:nvPicPr>
        <p:blipFill rotWithShape="1">
          <a:blip r:embed="rId21">
            <a:alphaModFix/>
          </a:blip>
          <a:srcRect b="0" l="0" r="0" t="0"/>
          <a:stretch/>
        </p:blipFill>
        <p:spPr>
          <a:xfrm>
            <a:off x="7365145" y="4372128"/>
            <a:ext cx="744464" cy="744458"/>
          </a:xfrm>
          <a:prstGeom prst="rect">
            <a:avLst/>
          </a:prstGeom>
          <a:noFill/>
          <a:ln>
            <a:noFill/>
          </a:ln>
        </p:spPr>
      </p:pic>
      <p:pic>
        <p:nvPicPr>
          <p:cNvPr id="1860" name="Google Shape;1860;p125"/>
          <p:cNvPicPr preferRelativeResize="0"/>
          <p:nvPr/>
        </p:nvPicPr>
        <p:blipFill rotWithShape="1">
          <a:blip r:embed="rId22">
            <a:alphaModFix/>
          </a:blip>
          <a:srcRect b="0" l="0" r="0" t="0"/>
          <a:stretch/>
        </p:blipFill>
        <p:spPr>
          <a:xfrm>
            <a:off x="9015229" y="4295928"/>
            <a:ext cx="744464" cy="744458"/>
          </a:xfrm>
          <a:prstGeom prst="rect">
            <a:avLst/>
          </a:prstGeom>
          <a:noFill/>
          <a:ln>
            <a:noFill/>
          </a:ln>
        </p:spPr>
      </p:pic>
      <p:pic>
        <p:nvPicPr>
          <p:cNvPr id="1861" name="Google Shape;1861;p125"/>
          <p:cNvPicPr preferRelativeResize="0"/>
          <p:nvPr/>
        </p:nvPicPr>
        <p:blipFill rotWithShape="1">
          <a:blip r:embed="rId23">
            <a:alphaModFix/>
          </a:blip>
          <a:srcRect b="0" l="0" r="0" t="0"/>
          <a:stretch/>
        </p:blipFill>
        <p:spPr>
          <a:xfrm>
            <a:off x="10665314" y="4295928"/>
            <a:ext cx="744464" cy="744458"/>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5" name="Shape 1865"/>
        <p:cNvGrpSpPr/>
        <p:nvPr/>
      </p:nvGrpSpPr>
      <p:grpSpPr>
        <a:xfrm>
          <a:off x="0" y="0"/>
          <a:ext cx="0" cy="0"/>
          <a:chOff x="0" y="0"/>
          <a:chExt cx="0" cy="0"/>
        </a:xfrm>
      </p:grpSpPr>
      <p:sp>
        <p:nvSpPr>
          <p:cNvPr id="1866" name="Google Shape;1866;p126"/>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867" name="Google Shape;1867;p126"/>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Icons</a:t>
            </a:r>
            <a:endParaRPr/>
          </a:p>
        </p:txBody>
      </p:sp>
      <p:sp>
        <p:nvSpPr>
          <p:cNvPr id="1868" name="Google Shape;1868;p126"/>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Miscellaneous (Cont.)</a:t>
            </a:r>
            <a:endParaRPr/>
          </a:p>
        </p:txBody>
      </p:sp>
      <p:sp>
        <p:nvSpPr>
          <p:cNvPr id="1869" name="Google Shape;1869;p126"/>
          <p:cNvSpPr/>
          <p:nvPr/>
        </p:nvSpPr>
        <p:spPr>
          <a:xfrm>
            <a:off x="416329" y="2595333"/>
            <a:ext cx="14529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Gold</a:t>
            </a:r>
            <a:endParaRPr sz="1400">
              <a:solidFill>
                <a:srgbClr val="3A3838"/>
              </a:solidFill>
              <a:latin typeface="DM Sans"/>
              <a:ea typeface="DM Sans"/>
              <a:cs typeface="DM Sans"/>
              <a:sym typeface="DM Sans"/>
            </a:endParaRPr>
          </a:p>
        </p:txBody>
      </p:sp>
      <p:sp>
        <p:nvSpPr>
          <p:cNvPr id="1870" name="Google Shape;1870;p126"/>
          <p:cNvSpPr/>
          <p:nvPr/>
        </p:nvSpPr>
        <p:spPr>
          <a:xfrm>
            <a:off x="2157993" y="2595333"/>
            <a:ext cx="15687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Hospital</a:t>
            </a:r>
            <a:endParaRPr sz="1400">
              <a:solidFill>
                <a:srgbClr val="3A3838"/>
              </a:solidFill>
              <a:latin typeface="DM Sans"/>
              <a:ea typeface="DM Sans"/>
              <a:cs typeface="DM Sans"/>
              <a:sym typeface="DM Sans"/>
            </a:endParaRPr>
          </a:p>
        </p:txBody>
      </p:sp>
      <p:sp>
        <p:nvSpPr>
          <p:cNvPr id="1871" name="Google Shape;1871;p126"/>
          <p:cNvSpPr/>
          <p:nvPr/>
        </p:nvSpPr>
        <p:spPr>
          <a:xfrm>
            <a:off x="3957610" y="2595333"/>
            <a:ext cx="15687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Input Ingest</a:t>
            </a:r>
            <a:endParaRPr sz="1400">
              <a:solidFill>
                <a:srgbClr val="3A3838"/>
              </a:solidFill>
              <a:latin typeface="DM Sans"/>
              <a:ea typeface="DM Sans"/>
              <a:cs typeface="DM Sans"/>
              <a:sym typeface="DM Sans"/>
            </a:endParaRPr>
          </a:p>
        </p:txBody>
      </p:sp>
      <p:sp>
        <p:nvSpPr>
          <p:cNvPr id="1872" name="Google Shape;1872;p126"/>
          <p:cNvSpPr/>
          <p:nvPr/>
        </p:nvSpPr>
        <p:spPr>
          <a:xfrm>
            <a:off x="5736065" y="2595333"/>
            <a:ext cx="1642800" cy="230400"/>
          </a:xfrm>
          <a:prstGeom prst="rect">
            <a:avLst/>
          </a:prstGeom>
          <a:noFill/>
          <a:ln>
            <a:noFill/>
          </a:ln>
        </p:spPr>
        <p:txBody>
          <a:bodyPr anchorCtr="0" anchor="t" bIns="60925" lIns="0" spcFirstLastPara="1" rIns="0" wrap="square" tIns="60925">
            <a:noAutofit/>
          </a:bodyPr>
          <a:lstStyle/>
          <a:p>
            <a:pPr indent="0" lvl="0" marL="0" marR="0" rtl="0" algn="ctr">
              <a:lnSpc>
                <a:spcPct val="100000"/>
              </a:lnSpc>
              <a:spcBef>
                <a:spcPts val="0"/>
              </a:spcBef>
              <a:spcAft>
                <a:spcPts val="0"/>
              </a:spcAft>
              <a:buNone/>
            </a:pPr>
            <a:r>
              <a:rPr lang="en" sz="1400">
                <a:solidFill>
                  <a:srgbClr val="3A3838"/>
                </a:solidFill>
                <a:latin typeface="DM Sans"/>
                <a:ea typeface="DM Sans"/>
                <a:cs typeface="DM Sans"/>
                <a:sym typeface="DM Sans"/>
              </a:rPr>
              <a:t>Admin</a:t>
            </a:r>
            <a:endParaRPr sz="1400">
              <a:solidFill>
                <a:srgbClr val="3A3838"/>
              </a:solidFill>
              <a:latin typeface="DM Sans"/>
              <a:ea typeface="DM Sans"/>
              <a:cs typeface="DM Sans"/>
              <a:sym typeface="DM Sans"/>
            </a:endParaRPr>
          </a:p>
        </p:txBody>
      </p:sp>
      <p:pic>
        <p:nvPicPr>
          <p:cNvPr id="1873" name="Google Shape;1873;p126"/>
          <p:cNvPicPr preferRelativeResize="0"/>
          <p:nvPr/>
        </p:nvPicPr>
        <p:blipFill rotWithShape="1">
          <a:blip r:embed="rId3">
            <a:alphaModFix/>
          </a:blip>
          <a:srcRect b="0" l="0" r="0" t="0"/>
          <a:stretch/>
        </p:blipFill>
        <p:spPr>
          <a:xfrm>
            <a:off x="764809" y="5170477"/>
            <a:ext cx="747745" cy="747735"/>
          </a:xfrm>
          <a:prstGeom prst="rect">
            <a:avLst/>
          </a:prstGeom>
          <a:noFill/>
          <a:ln>
            <a:noFill/>
          </a:ln>
        </p:spPr>
      </p:pic>
      <p:pic>
        <p:nvPicPr>
          <p:cNvPr id="1874" name="Google Shape;1874;p126"/>
          <p:cNvPicPr preferRelativeResize="0"/>
          <p:nvPr/>
        </p:nvPicPr>
        <p:blipFill rotWithShape="1">
          <a:blip r:embed="rId4">
            <a:alphaModFix/>
          </a:blip>
          <a:srcRect b="0" l="0" r="0" t="0"/>
          <a:stretch/>
        </p:blipFill>
        <p:spPr>
          <a:xfrm>
            <a:off x="2566488" y="5170477"/>
            <a:ext cx="747745" cy="747735"/>
          </a:xfrm>
          <a:prstGeom prst="rect">
            <a:avLst/>
          </a:prstGeom>
          <a:noFill/>
          <a:ln>
            <a:noFill/>
          </a:ln>
        </p:spPr>
      </p:pic>
      <p:pic>
        <p:nvPicPr>
          <p:cNvPr id="1875" name="Google Shape;1875;p126"/>
          <p:cNvPicPr preferRelativeResize="0"/>
          <p:nvPr/>
        </p:nvPicPr>
        <p:blipFill rotWithShape="1">
          <a:blip r:embed="rId5">
            <a:alphaModFix/>
          </a:blip>
          <a:srcRect b="0" l="0" r="0" t="0"/>
          <a:stretch/>
        </p:blipFill>
        <p:spPr>
          <a:xfrm>
            <a:off x="4368133" y="5170477"/>
            <a:ext cx="747745" cy="747735"/>
          </a:xfrm>
          <a:prstGeom prst="rect">
            <a:avLst/>
          </a:prstGeom>
          <a:noFill/>
          <a:ln>
            <a:noFill/>
          </a:ln>
        </p:spPr>
      </p:pic>
      <p:pic>
        <p:nvPicPr>
          <p:cNvPr id="1876" name="Google Shape;1876;p126"/>
          <p:cNvPicPr preferRelativeResize="0"/>
          <p:nvPr/>
        </p:nvPicPr>
        <p:blipFill rotWithShape="1">
          <a:blip r:embed="rId6">
            <a:alphaModFix/>
          </a:blip>
          <a:srcRect b="0" l="0" r="0" t="0"/>
          <a:stretch/>
        </p:blipFill>
        <p:spPr>
          <a:xfrm>
            <a:off x="6164729" y="5170477"/>
            <a:ext cx="747745" cy="747735"/>
          </a:xfrm>
          <a:prstGeom prst="rect">
            <a:avLst/>
          </a:prstGeom>
          <a:noFill/>
          <a:ln>
            <a:noFill/>
          </a:ln>
        </p:spPr>
      </p:pic>
      <p:pic>
        <p:nvPicPr>
          <p:cNvPr id="1877" name="Google Shape;1877;p126"/>
          <p:cNvPicPr preferRelativeResize="0"/>
          <p:nvPr/>
        </p:nvPicPr>
        <p:blipFill rotWithShape="1">
          <a:blip r:embed="rId7">
            <a:alphaModFix/>
          </a:blip>
          <a:srcRect b="0" l="0" r="0" t="0"/>
          <a:stretch/>
        </p:blipFill>
        <p:spPr>
          <a:xfrm>
            <a:off x="764809" y="3429005"/>
            <a:ext cx="747745" cy="747735"/>
          </a:xfrm>
          <a:prstGeom prst="rect">
            <a:avLst/>
          </a:prstGeom>
          <a:noFill/>
          <a:ln>
            <a:noFill/>
          </a:ln>
        </p:spPr>
      </p:pic>
      <p:pic>
        <p:nvPicPr>
          <p:cNvPr id="1878" name="Google Shape;1878;p126"/>
          <p:cNvPicPr preferRelativeResize="0"/>
          <p:nvPr/>
        </p:nvPicPr>
        <p:blipFill rotWithShape="1">
          <a:blip r:embed="rId8">
            <a:alphaModFix/>
          </a:blip>
          <a:srcRect b="0" l="0" r="0" t="0"/>
          <a:stretch/>
        </p:blipFill>
        <p:spPr>
          <a:xfrm>
            <a:off x="2566488" y="3429005"/>
            <a:ext cx="747745" cy="747735"/>
          </a:xfrm>
          <a:prstGeom prst="rect">
            <a:avLst/>
          </a:prstGeom>
          <a:noFill/>
          <a:ln>
            <a:noFill/>
          </a:ln>
        </p:spPr>
      </p:pic>
      <p:pic>
        <p:nvPicPr>
          <p:cNvPr id="1879" name="Google Shape;1879;p126"/>
          <p:cNvPicPr preferRelativeResize="0"/>
          <p:nvPr/>
        </p:nvPicPr>
        <p:blipFill rotWithShape="1">
          <a:blip r:embed="rId9">
            <a:alphaModFix/>
          </a:blip>
          <a:srcRect b="0" l="0" r="0" t="0"/>
          <a:stretch/>
        </p:blipFill>
        <p:spPr>
          <a:xfrm>
            <a:off x="4368133" y="3429005"/>
            <a:ext cx="747745" cy="747735"/>
          </a:xfrm>
          <a:prstGeom prst="rect">
            <a:avLst/>
          </a:prstGeom>
          <a:noFill/>
          <a:ln>
            <a:noFill/>
          </a:ln>
        </p:spPr>
      </p:pic>
      <p:pic>
        <p:nvPicPr>
          <p:cNvPr id="1880" name="Google Shape;1880;p126"/>
          <p:cNvPicPr preferRelativeResize="0"/>
          <p:nvPr/>
        </p:nvPicPr>
        <p:blipFill rotWithShape="1">
          <a:blip r:embed="rId10">
            <a:alphaModFix/>
          </a:blip>
          <a:srcRect b="0" l="0" r="0" t="0"/>
          <a:stretch/>
        </p:blipFill>
        <p:spPr>
          <a:xfrm>
            <a:off x="6164729" y="3429005"/>
            <a:ext cx="747745" cy="747735"/>
          </a:xfrm>
          <a:prstGeom prst="rect">
            <a:avLst/>
          </a:prstGeom>
          <a:noFill/>
          <a:ln>
            <a:noFill/>
          </a:ln>
        </p:spPr>
      </p:pic>
      <p:pic>
        <p:nvPicPr>
          <p:cNvPr id="1881" name="Google Shape;1881;p126"/>
          <p:cNvPicPr preferRelativeResize="0"/>
          <p:nvPr/>
        </p:nvPicPr>
        <p:blipFill rotWithShape="1">
          <a:blip r:embed="rId11">
            <a:alphaModFix/>
          </a:blip>
          <a:srcRect b="0" l="0" r="0" t="0"/>
          <a:stretch/>
        </p:blipFill>
        <p:spPr>
          <a:xfrm>
            <a:off x="764809" y="4299741"/>
            <a:ext cx="747745" cy="747735"/>
          </a:xfrm>
          <a:prstGeom prst="rect">
            <a:avLst/>
          </a:prstGeom>
          <a:noFill/>
          <a:ln>
            <a:noFill/>
          </a:ln>
        </p:spPr>
      </p:pic>
      <p:pic>
        <p:nvPicPr>
          <p:cNvPr id="1882" name="Google Shape;1882;p126"/>
          <p:cNvPicPr preferRelativeResize="0"/>
          <p:nvPr/>
        </p:nvPicPr>
        <p:blipFill rotWithShape="1">
          <a:blip r:embed="rId12">
            <a:alphaModFix/>
          </a:blip>
          <a:srcRect b="0" l="0" r="0" t="0"/>
          <a:stretch/>
        </p:blipFill>
        <p:spPr>
          <a:xfrm>
            <a:off x="2566488" y="4299741"/>
            <a:ext cx="747745" cy="747735"/>
          </a:xfrm>
          <a:prstGeom prst="rect">
            <a:avLst/>
          </a:prstGeom>
          <a:noFill/>
          <a:ln>
            <a:noFill/>
          </a:ln>
        </p:spPr>
      </p:pic>
      <p:pic>
        <p:nvPicPr>
          <p:cNvPr id="1883" name="Google Shape;1883;p126"/>
          <p:cNvPicPr preferRelativeResize="0"/>
          <p:nvPr/>
        </p:nvPicPr>
        <p:blipFill rotWithShape="1">
          <a:blip r:embed="rId13">
            <a:alphaModFix/>
          </a:blip>
          <a:srcRect b="0" l="0" r="0" t="0"/>
          <a:stretch/>
        </p:blipFill>
        <p:spPr>
          <a:xfrm>
            <a:off x="4368133" y="4299741"/>
            <a:ext cx="747745" cy="747735"/>
          </a:xfrm>
          <a:prstGeom prst="rect">
            <a:avLst/>
          </a:prstGeom>
          <a:noFill/>
          <a:ln>
            <a:noFill/>
          </a:ln>
        </p:spPr>
      </p:pic>
      <p:pic>
        <p:nvPicPr>
          <p:cNvPr id="1884" name="Google Shape;1884;p126"/>
          <p:cNvPicPr preferRelativeResize="0"/>
          <p:nvPr/>
        </p:nvPicPr>
        <p:blipFill rotWithShape="1">
          <a:blip r:embed="rId14">
            <a:alphaModFix/>
          </a:blip>
          <a:srcRect b="0" l="0" r="0" t="0"/>
          <a:stretch/>
        </p:blipFill>
        <p:spPr>
          <a:xfrm>
            <a:off x="6164729" y="4299741"/>
            <a:ext cx="747745" cy="747735"/>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8" name="Shape 1888"/>
        <p:cNvGrpSpPr/>
        <p:nvPr/>
      </p:nvGrpSpPr>
      <p:grpSpPr>
        <a:xfrm>
          <a:off x="0" y="0"/>
          <a:ext cx="0" cy="0"/>
          <a:chOff x="0" y="0"/>
          <a:chExt cx="0" cy="0"/>
        </a:xfrm>
      </p:grpSpPr>
      <p:sp>
        <p:nvSpPr>
          <p:cNvPr id="1889" name="Google Shape;1889;p127"/>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890" name="Google Shape;1890;p127"/>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a:t>
            </a:r>
            <a:r>
              <a:rPr lang="en"/>
              <a:t>cons</a:t>
            </a:r>
            <a:endParaRPr/>
          </a:p>
        </p:txBody>
      </p:sp>
      <p:sp>
        <p:nvSpPr>
          <p:cNvPr id="1891" name="Google Shape;1891;p127"/>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Arrows</a:t>
            </a:r>
            <a:endParaRPr/>
          </a:p>
        </p:txBody>
      </p:sp>
      <p:pic>
        <p:nvPicPr>
          <p:cNvPr id="1892" name="Google Shape;1892;p127"/>
          <p:cNvPicPr preferRelativeResize="0"/>
          <p:nvPr/>
        </p:nvPicPr>
        <p:blipFill rotWithShape="1">
          <a:blip r:embed="rId3">
            <a:alphaModFix/>
          </a:blip>
          <a:srcRect b="0" l="0" r="0" t="0"/>
          <a:stretch/>
        </p:blipFill>
        <p:spPr>
          <a:xfrm>
            <a:off x="761806" y="5162849"/>
            <a:ext cx="744464" cy="744458"/>
          </a:xfrm>
          <a:prstGeom prst="rect">
            <a:avLst/>
          </a:prstGeom>
          <a:noFill/>
          <a:ln>
            <a:noFill/>
          </a:ln>
        </p:spPr>
      </p:pic>
      <p:pic>
        <p:nvPicPr>
          <p:cNvPr id="1893" name="Google Shape;1893;p127"/>
          <p:cNvPicPr preferRelativeResize="0"/>
          <p:nvPr/>
        </p:nvPicPr>
        <p:blipFill rotWithShape="1">
          <a:blip r:embed="rId4">
            <a:alphaModFix/>
          </a:blip>
          <a:srcRect b="0" l="0" r="0" t="0"/>
          <a:stretch/>
        </p:blipFill>
        <p:spPr>
          <a:xfrm>
            <a:off x="1862198" y="5162849"/>
            <a:ext cx="744464" cy="744458"/>
          </a:xfrm>
          <a:prstGeom prst="rect">
            <a:avLst/>
          </a:prstGeom>
          <a:noFill/>
          <a:ln>
            <a:noFill/>
          </a:ln>
        </p:spPr>
      </p:pic>
      <p:pic>
        <p:nvPicPr>
          <p:cNvPr id="1894" name="Google Shape;1894;p127"/>
          <p:cNvPicPr preferRelativeResize="0"/>
          <p:nvPr/>
        </p:nvPicPr>
        <p:blipFill rotWithShape="1">
          <a:blip r:embed="rId5">
            <a:alphaModFix/>
          </a:blip>
          <a:srcRect b="0" l="0" r="0" t="0"/>
          <a:stretch/>
        </p:blipFill>
        <p:spPr>
          <a:xfrm>
            <a:off x="2962590" y="5162849"/>
            <a:ext cx="744464" cy="744458"/>
          </a:xfrm>
          <a:prstGeom prst="rect">
            <a:avLst/>
          </a:prstGeom>
          <a:noFill/>
          <a:ln>
            <a:noFill/>
          </a:ln>
        </p:spPr>
      </p:pic>
      <p:pic>
        <p:nvPicPr>
          <p:cNvPr id="1895" name="Google Shape;1895;p127"/>
          <p:cNvPicPr preferRelativeResize="0"/>
          <p:nvPr/>
        </p:nvPicPr>
        <p:blipFill rotWithShape="1">
          <a:blip r:embed="rId6">
            <a:alphaModFix/>
          </a:blip>
          <a:srcRect b="0" l="0" r="0" t="0"/>
          <a:stretch/>
        </p:blipFill>
        <p:spPr>
          <a:xfrm>
            <a:off x="4062981" y="5162849"/>
            <a:ext cx="744464" cy="744458"/>
          </a:xfrm>
          <a:prstGeom prst="rect">
            <a:avLst/>
          </a:prstGeom>
          <a:noFill/>
          <a:ln>
            <a:noFill/>
          </a:ln>
        </p:spPr>
      </p:pic>
      <p:pic>
        <p:nvPicPr>
          <p:cNvPr id="1896" name="Google Shape;1896;p127"/>
          <p:cNvPicPr preferRelativeResize="0"/>
          <p:nvPr/>
        </p:nvPicPr>
        <p:blipFill rotWithShape="1">
          <a:blip r:embed="rId7">
            <a:alphaModFix/>
          </a:blip>
          <a:srcRect b="0" l="0" r="0" t="0"/>
          <a:stretch/>
        </p:blipFill>
        <p:spPr>
          <a:xfrm>
            <a:off x="6263781" y="5162849"/>
            <a:ext cx="744464" cy="744458"/>
          </a:xfrm>
          <a:prstGeom prst="rect">
            <a:avLst/>
          </a:prstGeom>
          <a:noFill/>
          <a:ln>
            <a:noFill/>
          </a:ln>
        </p:spPr>
      </p:pic>
      <p:pic>
        <p:nvPicPr>
          <p:cNvPr id="1897" name="Google Shape;1897;p127"/>
          <p:cNvPicPr preferRelativeResize="0"/>
          <p:nvPr/>
        </p:nvPicPr>
        <p:blipFill rotWithShape="1">
          <a:blip r:embed="rId8">
            <a:alphaModFix/>
          </a:blip>
          <a:srcRect b="0" l="0" r="0" t="0"/>
          <a:stretch/>
        </p:blipFill>
        <p:spPr>
          <a:xfrm>
            <a:off x="8464547" y="5162849"/>
            <a:ext cx="744464" cy="744458"/>
          </a:xfrm>
          <a:prstGeom prst="rect">
            <a:avLst/>
          </a:prstGeom>
          <a:noFill/>
          <a:ln>
            <a:noFill/>
          </a:ln>
        </p:spPr>
      </p:pic>
      <p:pic>
        <p:nvPicPr>
          <p:cNvPr id="1898" name="Google Shape;1898;p127"/>
          <p:cNvPicPr preferRelativeResize="0"/>
          <p:nvPr/>
        </p:nvPicPr>
        <p:blipFill rotWithShape="1">
          <a:blip r:embed="rId9">
            <a:alphaModFix/>
          </a:blip>
          <a:srcRect b="0" l="0" r="0" t="0"/>
          <a:stretch/>
        </p:blipFill>
        <p:spPr>
          <a:xfrm>
            <a:off x="10665314" y="5162849"/>
            <a:ext cx="744464" cy="744458"/>
          </a:xfrm>
          <a:prstGeom prst="rect">
            <a:avLst/>
          </a:prstGeom>
          <a:noFill/>
          <a:ln>
            <a:noFill/>
          </a:ln>
        </p:spPr>
      </p:pic>
      <p:pic>
        <p:nvPicPr>
          <p:cNvPr id="1899" name="Google Shape;1899;p127"/>
          <p:cNvPicPr preferRelativeResize="0"/>
          <p:nvPr/>
        </p:nvPicPr>
        <p:blipFill rotWithShape="1">
          <a:blip r:embed="rId10">
            <a:alphaModFix/>
          </a:blip>
          <a:srcRect b="0" l="0" r="0" t="0"/>
          <a:stretch/>
        </p:blipFill>
        <p:spPr>
          <a:xfrm>
            <a:off x="761806" y="3429006"/>
            <a:ext cx="744464" cy="744458"/>
          </a:xfrm>
          <a:prstGeom prst="rect">
            <a:avLst/>
          </a:prstGeom>
          <a:noFill/>
          <a:ln>
            <a:noFill/>
          </a:ln>
        </p:spPr>
      </p:pic>
      <p:pic>
        <p:nvPicPr>
          <p:cNvPr id="1900" name="Google Shape;1900;p127"/>
          <p:cNvPicPr preferRelativeResize="0"/>
          <p:nvPr/>
        </p:nvPicPr>
        <p:blipFill rotWithShape="1">
          <a:blip r:embed="rId11">
            <a:alphaModFix/>
          </a:blip>
          <a:srcRect b="0" l="0" r="0" t="0"/>
          <a:stretch/>
        </p:blipFill>
        <p:spPr>
          <a:xfrm>
            <a:off x="1862198" y="3429006"/>
            <a:ext cx="744464" cy="744458"/>
          </a:xfrm>
          <a:prstGeom prst="rect">
            <a:avLst/>
          </a:prstGeom>
          <a:noFill/>
          <a:ln>
            <a:noFill/>
          </a:ln>
        </p:spPr>
      </p:pic>
      <p:pic>
        <p:nvPicPr>
          <p:cNvPr id="1901" name="Google Shape;1901;p127"/>
          <p:cNvPicPr preferRelativeResize="0"/>
          <p:nvPr/>
        </p:nvPicPr>
        <p:blipFill rotWithShape="1">
          <a:blip r:embed="rId12">
            <a:alphaModFix/>
          </a:blip>
          <a:srcRect b="0" l="0" r="0" t="0"/>
          <a:stretch/>
        </p:blipFill>
        <p:spPr>
          <a:xfrm>
            <a:off x="2962590" y="3429006"/>
            <a:ext cx="744464" cy="744458"/>
          </a:xfrm>
          <a:prstGeom prst="rect">
            <a:avLst/>
          </a:prstGeom>
          <a:noFill/>
          <a:ln>
            <a:noFill/>
          </a:ln>
        </p:spPr>
      </p:pic>
      <p:pic>
        <p:nvPicPr>
          <p:cNvPr id="1902" name="Google Shape;1902;p127"/>
          <p:cNvPicPr preferRelativeResize="0"/>
          <p:nvPr/>
        </p:nvPicPr>
        <p:blipFill rotWithShape="1">
          <a:blip r:embed="rId13">
            <a:alphaModFix/>
          </a:blip>
          <a:srcRect b="0" l="0" r="0" t="0"/>
          <a:stretch/>
        </p:blipFill>
        <p:spPr>
          <a:xfrm>
            <a:off x="4062981" y="3429006"/>
            <a:ext cx="744464" cy="744458"/>
          </a:xfrm>
          <a:prstGeom prst="rect">
            <a:avLst/>
          </a:prstGeom>
          <a:noFill/>
          <a:ln>
            <a:noFill/>
          </a:ln>
        </p:spPr>
      </p:pic>
      <p:pic>
        <p:nvPicPr>
          <p:cNvPr id="1903" name="Google Shape;1903;p127"/>
          <p:cNvPicPr preferRelativeResize="0"/>
          <p:nvPr/>
        </p:nvPicPr>
        <p:blipFill rotWithShape="1">
          <a:blip r:embed="rId14">
            <a:alphaModFix/>
          </a:blip>
          <a:srcRect b="0" l="0" r="0" t="0"/>
          <a:stretch/>
        </p:blipFill>
        <p:spPr>
          <a:xfrm>
            <a:off x="6263781" y="3429006"/>
            <a:ext cx="744464" cy="744458"/>
          </a:xfrm>
          <a:prstGeom prst="rect">
            <a:avLst/>
          </a:prstGeom>
          <a:noFill/>
          <a:ln>
            <a:noFill/>
          </a:ln>
        </p:spPr>
      </p:pic>
      <p:pic>
        <p:nvPicPr>
          <p:cNvPr id="1904" name="Google Shape;1904;p127"/>
          <p:cNvPicPr preferRelativeResize="0"/>
          <p:nvPr/>
        </p:nvPicPr>
        <p:blipFill rotWithShape="1">
          <a:blip r:embed="rId15">
            <a:alphaModFix/>
          </a:blip>
          <a:srcRect b="0" l="0" r="0" t="0"/>
          <a:stretch/>
        </p:blipFill>
        <p:spPr>
          <a:xfrm>
            <a:off x="8464547" y="3429006"/>
            <a:ext cx="744464" cy="744458"/>
          </a:xfrm>
          <a:prstGeom prst="rect">
            <a:avLst/>
          </a:prstGeom>
          <a:noFill/>
          <a:ln>
            <a:noFill/>
          </a:ln>
        </p:spPr>
      </p:pic>
      <p:pic>
        <p:nvPicPr>
          <p:cNvPr id="1905" name="Google Shape;1905;p127"/>
          <p:cNvPicPr preferRelativeResize="0"/>
          <p:nvPr/>
        </p:nvPicPr>
        <p:blipFill rotWithShape="1">
          <a:blip r:embed="rId16">
            <a:alphaModFix/>
          </a:blip>
          <a:srcRect b="0" l="0" r="0" t="0"/>
          <a:stretch/>
        </p:blipFill>
        <p:spPr>
          <a:xfrm>
            <a:off x="10665314" y="3429006"/>
            <a:ext cx="744464" cy="744458"/>
          </a:xfrm>
          <a:prstGeom prst="rect">
            <a:avLst/>
          </a:prstGeom>
          <a:noFill/>
          <a:ln>
            <a:noFill/>
          </a:ln>
        </p:spPr>
      </p:pic>
      <p:pic>
        <p:nvPicPr>
          <p:cNvPr id="1906" name="Google Shape;1906;p127"/>
          <p:cNvPicPr preferRelativeResize="0"/>
          <p:nvPr/>
        </p:nvPicPr>
        <p:blipFill rotWithShape="1">
          <a:blip r:embed="rId17">
            <a:alphaModFix/>
          </a:blip>
          <a:srcRect b="0" l="0" r="0" t="0"/>
          <a:stretch/>
        </p:blipFill>
        <p:spPr>
          <a:xfrm>
            <a:off x="761806" y="4295928"/>
            <a:ext cx="744464" cy="744458"/>
          </a:xfrm>
          <a:prstGeom prst="rect">
            <a:avLst/>
          </a:prstGeom>
          <a:noFill/>
          <a:ln>
            <a:noFill/>
          </a:ln>
        </p:spPr>
      </p:pic>
      <p:pic>
        <p:nvPicPr>
          <p:cNvPr id="1907" name="Google Shape;1907;p127"/>
          <p:cNvPicPr preferRelativeResize="0"/>
          <p:nvPr/>
        </p:nvPicPr>
        <p:blipFill rotWithShape="1">
          <a:blip r:embed="rId18">
            <a:alphaModFix/>
          </a:blip>
          <a:srcRect b="0" l="0" r="0" t="0"/>
          <a:stretch/>
        </p:blipFill>
        <p:spPr>
          <a:xfrm>
            <a:off x="1862198" y="4295928"/>
            <a:ext cx="744464" cy="744458"/>
          </a:xfrm>
          <a:prstGeom prst="rect">
            <a:avLst/>
          </a:prstGeom>
          <a:noFill/>
          <a:ln>
            <a:noFill/>
          </a:ln>
        </p:spPr>
      </p:pic>
      <p:pic>
        <p:nvPicPr>
          <p:cNvPr id="1908" name="Google Shape;1908;p127"/>
          <p:cNvPicPr preferRelativeResize="0"/>
          <p:nvPr/>
        </p:nvPicPr>
        <p:blipFill rotWithShape="1">
          <a:blip r:embed="rId19">
            <a:alphaModFix/>
          </a:blip>
          <a:srcRect b="0" l="0" r="0" t="0"/>
          <a:stretch/>
        </p:blipFill>
        <p:spPr>
          <a:xfrm>
            <a:off x="2962590" y="4295928"/>
            <a:ext cx="744464" cy="744458"/>
          </a:xfrm>
          <a:prstGeom prst="rect">
            <a:avLst/>
          </a:prstGeom>
          <a:noFill/>
          <a:ln>
            <a:noFill/>
          </a:ln>
        </p:spPr>
      </p:pic>
      <p:pic>
        <p:nvPicPr>
          <p:cNvPr id="1909" name="Google Shape;1909;p127"/>
          <p:cNvPicPr preferRelativeResize="0"/>
          <p:nvPr/>
        </p:nvPicPr>
        <p:blipFill rotWithShape="1">
          <a:blip r:embed="rId20">
            <a:alphaModFix/>
          </a:blip>
          <a:srcRect b="0" l="0" r="0" t="0"/>
          <a:stretch/>
        </p:blipFill>
        <p:spPr>
          <a:xfrm>
            <a:off x="4062981" y="4295928"/>
            <a:ext cx="744464" cy="744458"/>
          </a:xfrm>
          <a:prstGeom prst="rect">
            <a:avLst/>
          </a:prstGeom>
          <a:noFill/>
          <a:ln>
            <a:noFill/>
          </a:ln>
        </p:spPr>
      </p:pic>
      <p:pic>
        <p:nvPicPr>
          <p:cNvPr id="1910" name="Google Shape;1910;p127"/>
          <p:cNvPicPr preferRelativeResize="0"/>
          <p:nvPr/>
        </p:nvPicPr>
        <p:blipFill rotWithShape="1">
          <a:blip r:embed="rId21">
            <a:alphaModFix/>
          </a:blip>
          <a:srcRect b="0" l="0" r="0" t="0"/>
          <a:stretch/>
        </p:blipFill>
        <p:spPr>
          <a:xfrm>
            <a:off x="6263781" y="4295928"/>
            <a:ext cx="744464" cy="744458"/>
          </a:xfrm>
          <a:prstGeom prst="rect">
            <a:avLst/>
          </a:prstGeom>
          <a:noFill/>
          <a:ln>
            <a:noFill/>
          </a:ln>
        </p:spPr>
      </p:pic>
      <p:pic>
        <p:nvPicPr>
          <p:cNvPr id="1911" name="Google Shape;1911;p127"/>
          <p:cNvPicPr preferRelativeResize="0"/>
          <p:nvPr/>
        </p:nvPicPr>
        <p:blipFill rotWithShape="1">
          <a:blip r:embed="rId22">
            <a:alphaModFix/>
          </a:blip>
          <a:srcRect b="0" l="0" r="0" t="0"/>
          <a:stretch/>
        </p:blipFill>
        <p:spPr>
          <a:xfrm>
            <a:off x="8464547" y="4295928"/>
            <a:ext cx="744464" cy="744458"/>
          </a:xfrm>
          <a:prstGeom prst="rect">
            <a:avLst/>
          </a:prstGeom>
          <a:noFill/>
          <a:ln>
            <a:noFill/>
          </a:ln>
        </p:spPr>
      </p:pic>
      <p:pic>
        <p:nvPicPr>
          <p:cNvPr id="1912" name="Google Shape;1912;p127"/>
          <p:cNvPicPr preferRelativeResize="0"/>
          <p:nvPr/>
        </p:nvPicPr>
        <p:blipFill rotWithShape="1">
          <a:blip r:embed="rId23">
            <a:alphaModFix/>
          </a:blip>
          <a:srcRect b="0" l="0" r="0" t="0"/>
          <a:stretch/>
        </p:blipFill>
        <p:spPr>
          <a:xfrm>
            <a:off x="10665314" y="4295928"/>
            <a:ext cx="744464" cy="744458"/>
          </a:xfrm>
          <a:prstGeom prst="rect">
            <a:avLst/>
          </a:prstGeom>
          <a:noFill/>
          <a:ln>
            <a:noFill/>
          </a:ln>
        </p:spPr>
      </p:pic>
      <p:pic>
        <p:nvPicPr>
          <p:cNvPr id="1913" name="Google Shape;1913;p127"/>
          <p:cNvPicPr preferRelativeResize="0"/>
          <p:nvPr/>
        </p:nvPicPr>
        <p:blipFill rotWithShape="1">
          <a:blip r:embed="rId24">
            <a:alphaModFix/>
          </a:blip>
          <a:srcRect b="0" l="0" r="0" t="0"/>
          <a:stretch/>
        </p:blipFill>
        <p:spPr>
          <a:xfrm>
            <a:off x="9564939" y="5162848"/>
            <a:ext cx="744445" cy="744451"/>
          </a:xfrm>
          <a:prstGeom prst="rect">
            <a:avLst/>
          </a:prstGeom>
          <a:noFill/>
          <a:ln>
            <a:noFill/>
          </a:ln>
        </p:spPr>
      </p:pic>
      <p:pic>
        <p:nvPicPr>
          <p:cNvPr id="1914" name="Google Shape;1914;p127"/>
          <p:cNvPicPr preferRelativeResize="0"/>
          <p:nvPr/>
        </p:nvPicPr>
        <p:blipFill rotWithShape="1">
          <a:blip r:embed="rId25">
            <a:alphaModFix/>
          </a:blip>
          <a:srcRect b="0" l="0" r="0" t="0"/>
          <a:stretch/>
        </p:blipFill>
        <p:spPr>
          <a:xfrm>
            <a:off x="5163373" y="5162882"/>
            <a:ext cx="744479" cy="744514"/>
          </a:xfrm>
          <a:prstGeom prst="rect">
            <a:avLst/>
          </a:prstGeom>
          <a:noFill/>
          <a:ln>
            <a:noFill/>
          </a:ln>
        </p:spPr>
      </p:pic>
      <p:pic>
        <p:nvPicPr>
          <p:cNvPr id="1915" name="Google Shape;1915;p127"/>
          <p:cNvPicPr preferRelativeResize="0"/>
          <p:nvPr/>
        </p:nvPicPr>
        <p:blipFill rotWithShape="1">
          <a:blip r:embed="rId26">
            <a:alphaModFix/>
          </a:blip>
          <a:srcRect b="0" l="0" r="0" t="0"/>
          <a:stretch/>
        </p:blipFill>
        <p:spPr>
          <a:xfrm>
            <a:off x="7364173" y="5162848"/>
            <a:ext cx="744445" cy="744451"/>
          </a:xfrm>
          <a:prstGeom prst="rect">
            <a:avLst/>
          </a:prstGeom>
          <a:noFill/>
          <a:ln>
            <a:noFill/>
          </a:ln>
        </p:spPr>
      </p:pic>
      <p:pic>
        <p:nvPicPr>
          <p:cNvPr id="1916" name="Google Shape;1916;p127"/>
          <p:cNvPicPr preferRelativeResize="0"/>
          <p:nvPr/>
        </p:nvPicPr>
        <p:blipFill rotWithShape="1">
          <a:blip r:embed="rId27">
            <a:alphaModFix/>
          </a:blip>
          <a:srcRect b="0" l="0" r="0" t="0"/>
          <a:stretch/>
        </p:blipFill>
        <p:spPr>
          <a:xfrm>
            <a:off x="9564939" y="3429026"/>
            <a:ext cx="744445" cy="744451"/>
          </a:xfrm>
          <a:prstGeom prst="rect">
            <a:avLst/>
          </a:prstGeom>
          <a:noFill/>
          <a:ln>
            <a:noFill/>
          </a:ln>
        </p:spPr>
      </p:pic>
      <p:pic>
        <p:nvPicPr>
          <p:cNvPr id="1917" name="Google Shape;1917;p127"/>
          <p:cNvPicPr preferRelativeResize="0"/>
          <p:nvPr/>
        </p:nvPicPr>
        <p:blipFill rotWithShape="1">
          <a:blip r:embed="rId28">
            <a:alphaModFix/>
          </a:blip>
          <a:srcRect b="0" l="0" r="0" t="0"/>
          <a:stretch/>
        </p:blipFill>
        <p:spPr>
          <a:xfrm>
            <a:off x="5163373" y="3428907"/>
            <a:ext cx="744479" cy="744514"/>
          </a:xfrm>
          <a:prstGeom prst="rect">
            <a:avLst/>
          </a:prstGeom>
          <a:noFill/>
          <a:ln>
            <a:noFill/>
          </a:ln>
        </p:spPr>
      </p:pic>
      <p:pic>
        <p:nvPicPr>
          <p:cNvPr id="1918" name="Google Shape;1918;p127"/>
          <p:cNvPicPr preferRelativeResize="0"/>
          <p:nvPr/>
        </p:nvPicPr>
        <p:blipFill rotWithShape="1">
          <a:blip r:embed="rId29">
            <a:alphaModFix/>
          </a:blip>
          <a:srcRect b="0" l="0" r="0" t="0"/>
          <a:stretch/>
        </p:blipFill>
        <p:spPr>
          <a:xfrm>
            <a:off x="7364173" y="3429026"/>
            <a:ext cx="744445" cy="744451"/>
          </a:xfrm>
          <a:prstGeom prst="rect">
            <a:avLst/>
          </a:prstGeom>
          <a:noFill/>
          <a:ln>
            <a:noFill/>
          </a:ln>
        </p:spPr>
      </p:pic>
      <p:pic>
        <p:nvPicPr>
          <p:cNvPr id="1919" name="Google Shape;1919;p127"/>
          <p:cNvPicPr preferRelativeResize="0"/>
          <p:nvPr/>
        </p:nvPicPr>
        <p:blipFill rotWithShape="1">
          <a:blip r:embed="rId30">
            <a:alphaModFix/>
          </a:blip>
          <a:srcRect b="0" l="0" r="0" t="0"/>
          <a:stretch/>
        </p:blipFill>
        <p:spPr>
          <a:xfrm>
            <a:off x="9564939" y="4295937"/>
            <a:ext cx="744445" cy="744451"/>
          </a:xfrm>
          <a:prstGeom prst="rect">
            <a:avLst/>
          </a:prstGeom>
          <a:noFill/>
          <a:ln>
            <a:noFill/>
          </a:ln>
        </p:spPr>
      </p:pic>
      <p:pic>
        <p:nvPicPr>
          <p:cNvPr id="1920" name="Google Shape;1920;p127"/>
          <p:cNvPicPr preferRelativeResize="0"/>
          <p:nvPr/>
        </p:nvPicPr>
        <p:blipFill rotWithShape="1">
          <a:blip r:embed="rId31">
            <a:alphaModFix/>
          </a:blip>
          <a:srcRect b="0" l="0" r="0" t="0"/>
          <a:stretch/>
        </p:blipFill>
        <p:spPr>
          <a:xfrm>
            <a:off x="5163373" y="4295894"/>
            <a:ext cx="744479" cy="744514"/>
          </a:xfrm>
          <a:prstGeom prst="rect">
            <a:avLst/>
          </a:prstGeom>
          <a:noFill/>
          <a:ln>
            <a:noFill/>
          </a:ln>
        </p:spPr>
      </p:pic>
      <p:pic>
        <p:nvPicPr>
          <p:cNvPr id="1921" name="Google Shape;1921;p127"/>
          <p:cNvPicPr preferRelativeResize="0"/>
          <p:nvPr/>
        </p:nvPicPr>
        <p:blipFill rotWithShape="1">
          <a:blip r:embed="rId32">
            <a:alphaModFix/>
          </a:blip>
          <a:srcRect b="0" l="0" r="0" t="0"/>
          <a:stretch/>
        </p:blipFill>
        <p:spPr>
          <a:xfrm>
            <a:off x="7364173" y="4295937"/>
            <a:ext cx="744445" cy="744451"/>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5" name="Shape 1925"/>
        <p:cNvGrpSpPr/>
        <p:nvPr/>
      </p:nvGrpSpPr>
      <p:grpSpPr>
        <a:xfrm>
          <a:off x="0" y="0"/>
          <a:ext cx="0" cy="0"/>
          <a:chOff x="0" y="0"/>
          <a:chExt cx="0" cy="0"/>
        </a:xfrm>
      </p:grpSpPr>
      <p:sp>
        <p:nvSpPr>
          <p:cNvPr id="1926" name="Google Shape;1926;p128"/>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927" name="Google Shape;1927;p128"/>
          <p:cNvSpPr txBox="1"/>
          <p:nvPr>
            <p:ph type="title"/>
          </p:nvPr>
        </p:nvSpPr>
        <p:spPr>
          <a:xfrm>
            <a:off x="749246" y="535633"/>
            <a:ext cx="8878200" cy="571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Resources: Illustrations</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1" name="Shape 1931"/>
        <p:cNvGrpSpPr/>
        <p:nvPr/>
      </p:nvGrpSpPr>
      <p:grpSpPr>
        <a:xfrm>
          <a:off x="0" y="0"/>
          <a:ext cx="0" cy="0"/>
          <a:chOff x="0" y="0"/>
          <a:chExt cx="0" cy="0"/>
        </a:xfrm>
      </p:grpSpPr>
      <p:sp>
        <p:nvSpPr>
          <p:cNvPr id="1932" name="Google Shape;1932;p129"/>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933" name="Google Shape;1933;p129"/>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Illustrations</a:t>
            </a:r>
            <a:endParaRPr/>
          </a:p>
        </p:txBody>
      </p:sp>
      <p:sp>
        <p:nvSpPr>
          <p:cNvPr id="1934" name="Google Shape;1934;p129"/>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Careers</a:t>
            </a:r>
            <a:endParaRPr/>
          </a:p>
        </p:txBody>
      </p:sp>
      <p:pic>
        <p:nvPicPr>
          <p:cNvPr id="1935" name="Google Shape;1935;p129"/>
          <p:cNvPicPr preferRelativeResize="0"/>
          <p:nvPr/>
        </p:nvPicPr>
        <p:blipFill>
          <a:blip r:embed="rId3">
            <a:alphaModFix/>
          </a:blip>
          <a:stretch>
            <a:fillRect/>
          </a:stretch>
        </p:blipFill>
        <p:spPr>
          <a:xfrm>
            <a:off x="2144291" y="1488701"/>
            <a:ext cx="7900369" cy="4794997"/>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9" name="Shape 1939"/>
        <p:cNvGrpSpPr/>
        <p:nvPr/>
      </p:nvGrpSpPr>
      <p:grpSpPr>
        <a:xfrm>
          <a:off x="0" y="0"/>
          <a:ext cx="0" cy="0"/>
          <a:chOff x="0" y="0"/>
          <a:chExt cx="0" cy="0"/>
        </a:xfrm>
      </p:grpSpPr>
      <p:sp>
        <p:nvSpPr>
          <p:cNvPr id="1940" name="Google Shape;1940;p130"/>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941" name="Google Shape;1941;p130"/>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Illustrations</a:t>
            </a:r>
            <a:endParaRPr/>
          </a:p>
        </p:txBody>
      </p:sp>
      <p:sp>
        <p:nvSpPr>
          <p:cNvPr id="1942" name="Google Shape;1942;p130"/>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Company</a:t>
            </a:r>
            <a:endParaRPr/>
          </a:p>
        </p:txBody>
      </p:sp>
      <p:pic>
        <p:nvPicPr>
          <p:cNvPr id="1943" name="Google Shape;1943;p130"/>
          <p:cNvPicPr preferRelativeResize="0"/>
          <p:nvPr/>
        </p:nvPicPr>
        <p:blipFill>
          <a:blip r:embed="rId3">
            <a:alphaModFix/>
          </a:blip>
          <a:stretch>
            <a:fillRect/>
          </a:stretch>
        </p:blipFill>
        <p:spPr>
          <a:xfrm>
            <a:off x="2080724" y="1597551"/>
            <a:ext cx="8168001" cy="4794998"/>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7" name="Shape 1947"/>
        <p:cNvGrpSpPr/>
        <p:nvPr/>
      </p:nvGrpSpPr>
      <p:grpSpPr>
        <a:xfrm>
          <a:off x="0" y="0"/>
          <a:ext cx="0" cy="0"/>
          <a:chOff x="0" y="0"/>
          <a:chExt cx="0" cy="0"/>
        </a:xfrm>
      </p:grpSpPr>
      <p:sp>
        <p:nvSpPr>
          <p:cNvPr id="1948" name="Google Shape;1948;p131"/>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949" name="Google Shape;1949;p131"/>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Illustrations</a:t>
            </a:r>
            <a:endParaRPr/>
          </a:p>
        </p:txBody>
      </p:sp>
      <p:sp>
        <p:nvSpPr>
          <p:cNvPr id="1950" name="Google Shape;1950;p131"/>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Customers</a:t>
            </a:r>
            <a:endParaRPr/>
          </a:p>
        </p:txBody>
      </p:sp>
      <p:pic>
        <p:nvPicPr>
          <p:cNvPr id="1951" name="Google Shape;1951;p131"/>
          <p:cNvPicPr preferRelativeResize="0"/>
          <p:nvPr/>
        </p:nvPicPr>
        <p:blipFill>
          <a:blip r:embed="rId3">
            <a:alphaModFix/>
          </a:blip>
          <a:stretch>
            <a:fillRect/>
          </a:stretch>
        </p:blipFill>
        <p:spPr>
          <a:xfrm>
            <a:off x="2113484" y="1488702"/>
            <a:ext cx="7961983" cy="4794996"/>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5" name="Shape 1955"/>
        <p:cNvGrpSpPr/>
        <p:nvPr/>
      </p:nvGrpSpPr>
      <p:grpSpPr>
        <a:xfrm>
          <a:off x="0" y="0"/>
          <a:ext cx="0" cy="0"/>
          <a:chOff x="0" y="0"/>
          <a:chExt cx="0" cy="0"/>
        </a:xfrm>
      </p:grpSpPr>
      <p:sp>
        <p:nvSpPr>
          <p:cNvPr id="1956" name="Google Shape;1956;p132"/>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957" name="Google Shape;1957;p132"/>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Illustrations</a:t>
            </a:r>
            <a:endParaRPr/>
          </a:p>
        </p:txBody>
      </p:sp>
      <p:sp>
        <p:nvSpPr>
          <p:cNvPr id="1958" name="Google Shape;1958;p132"/>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Delta Live Tables</a:t>
            </a:r>
            <a:endParaRPr/>
          </a:p>
        </p:txBody>
      </p:sp>
      <p:pic>
        <p:nvPicPr>
          <p:cNvPr id="1959" name="Google Shape;1959;p132"/>
          <p:cNvPicPr preferRelativeResize="0"/>
          <p:nvPr/>
        </p:nvPicPr>
        <p:blipFill>
          <a:blip r:embed="rId3">
            <a:alphaModFix/>
          </a:blip>
          <a:stretch>
            <a:fillRect/>
          </a:stretch>
        </p:blipFill>
        <p:spPr>
          <a:xfrm>
            <a:off x="1725856" y="1488702"/>
            <a:ext cx="8737238" cy="4794996"/>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3" name="Shape 1963"/>
        <p:cNvGrpSpPr/>
        <p:nvPr/>
      </p:nvGrpSpPr>
      <p:grpSpPr>
        <a:xfrm>
          <a:off x="0" y="0"/>
          <a:ext cx="0" cy="0"/>
          <a:chOff x="0" y="0"/>
          <a:chExt cx="0" cy="0"/>
        </a:xfrm>
      </p:grpSpPr>
      <p:sp>
        <p:nvSpPr>
          <p:cNvPr id="1964" name="Google Shape;1964;p133"/>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965" name="Google Shape;1965;p133"/>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Illustrations</a:t>
            </a:r>
            <a:endParaRPr/>
          </a:p>
        </p:txBody>
      </p:sp>
      <p:sp>
        <p:nvSpPr>
          <p:cNvPr id="1966" name="Google Shape;1966;p133"/>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Lakehouse</a:t>
            </a:r>
            <a:endParaRPr/>
          </a:p>
        </p:txBody>
      </p:sp>
      <p:pic>
        <p:nvPicPr>
          <p:cNvPr id="1967" name="Google Shape;1967;p133"/>
          <p:cNvPicPr preferRelativeResize="0"/>
          <p:nvPr/>
        </p:nvPicPr>
        <p:blipFill>
          <a:blip r:embed="rId3">
            <a:alphaModFix/>
          </a:blip>
          <a:stretch>
            <a:fillRect/>
          </a:stretch>
        </p:blipFill>
        <p:spPr>
          <a:xfrm>
            <a:off x="2094382" y="1488701"/>
            <a:ext cx="8000187" cy="4794998"/>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1" name="Shape 1971"/>
        <p:cNvGrpSpPr/>
        <p:nvPr/>
      </p:nvGrpSpPr>
      <p:grpSpPr>
        <a:xfrm>
          <a:off x="0" y="0"/>
          <a:ext cx="0" cy="0"/>
          <a:chOff x="0" y="0"/>
          <a:chExt cx="0" cy="0"/>
        </a:xfrm>
      </p:grpSpPr>
      <p:sp>
        <p:nvSpPr>
          <p:cNvPr id="1972" name="Google Shape;1972;p134"/>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973" name="Google Shape;1973;p134"/>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Illustrations</a:t>
            </a:r>
            <a:endParaRPr/>
          </a:p>
        </p:txBody>
      </p:sp>
      <p:sp>
        <p:nvSpPr>
          <p:cNvPr id="1974" name="Google Shape;1974;p134"/>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Learn</a:t>
            </a:r>
            <a:endParaRPr/>
          </a:p>
        </p:txBody>
      </p:sp>
      <p:pic>
        <p:nvPicPr>
          <p:cNvPr id="1975" name="Google Shape;1975;p134"/>
          <p:cNvPicPr preferRelativeResize="0"/>
          <p:nvPr/>
        </p:nvPicPr>
        <p:blipFill>
          <a:blip r:embed="rId3">
            <a:alphaModFix/>
          </a:blip>
          <a:stretch>
            <a:fillRect/>
          </a:stretch>
        </p:blipFill>
        <p:spPr>
          <a:xfrm>
            <a:off x="2105734" y="1488701"/>
            <a:ext cx="7977483" cy="4794999"/>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9" name="Shape 1979"/>
        <p:cNvGrpSpPr/>
        <p:nvPr/>
      </p:nvGrpSpPr>
      <p:grpSpPr>
        <a:xfrm>
          <a:off x="0" y="0"/>
          <a:ext cx="0" cy="0"/>
          <a:chOff x="0" y="0"/>
          <a:chExt cx="0" cy="0"/>
        </a:xfrm>
      </p:grpSpPr>
      <p:sp>
        <p:nvSpPr>
          <p:cNvPr id="1980" name="Google Shape;1980;p135"/>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981" name="Google Shape;1981;p135"/>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Illustrations</a:t>
            </a:r>
            <a:endParaRPr/>
          </a:p>
        </p:txBody>
      </p:sp>
      <p:sp>
        <p:nvSpPr>
          <p:cNvPr id="1982" name="Google Shape;1982;p135"/>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Partners</a:t>
            </a:r>
            <a:endParaRPr/>
          </a:p>
        </p:txBody>
      </p:sp>
      <p:pic>
        <p:nvPicPr>
          <p:cNvPr id="1983" name="Google Shape;1983;p135"/>
          <p:cNvPicPr preferRelativeResize="0"/>
          <p:nvPr/>
        </p:nvPicPr>
        <p:blipFill>
          <a:blip r:embed="rId3">
            <a:alphaModFix/>
          </a:blip>
          <a:stretch>
            <a:fillRect/>
          </a:stretch>
        </p:blipFill>
        <p:spPr>
          <a:xfrm>
            <a:off x="2349606" y="1488702"/>
            <a:ext cx="7489737" cy="4794996"/>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7" name="Shape 1987"/>
        <p:cNvGrpSpPr/>
        <p:nvPr/>
      </p:nvGrpSpPr>
      <p:grpSpPr>
        <a:xfrm>
          <a:off x="0" y="0"/>
          <a:ext cx="0" cy="0"/>
          <a:chOff x="0" y="0"/>
          <a:chExt cx="0" cy="0"/>
        </a:xfrm>
      </p:grpSpPr>
      <p:sp>
        <p:nvSpPr>
          <p:cNvPr id="1988" name="Google Shape;1988;p136"/>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989" name="Google Shape;1989;p136"/>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Illustrations</a:t>
            </a:r>
            <a:endParaRPr/>
          </a:p>
        </p:txBody>
      </p:sp>
      <p:sp>
        <p:nvSpPr>
          <p:cNvPr id="1990" name="Google Shape;1990;p136"/>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Solutions</a:t>
            </a:r>
            <a:endParaRPr/>
          </a:p>
        </p:txBody>
      </p:sp>
      <p:pic>
        <p:nvPicPr>
          <p:cNvPr id="1991" name="Google Shape;1991;p136"/>
          <p:cNvPicPr preferRelativeResize="0"/>
          <p:nvPr/>
        </p:nvPicPr>
        <p:blipFill>
          <a:blip r:embed="rId3">
            <a:alphaModFix/>
          </a:blip>
          <a:stretch>
            <a:fillRect/>
          </a:stretch>
        </p:blipFill>
        <p:spPr>
          <a:xfrm>
            <a:off x="1952337" y="1488701"/>
            <a:ext cx="8284276" cy="4794999"/>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5" name="Shape 1995"/>
        <p:cNvGrpSpPr/>
        <p:nvPr/>
      </p:nvGrpSpPr>
      <p:grpSpPr>
        <a:xfrm>
          <a:off x="0" y="0"/>
          <a:ext cx="0" cy="0"/>
          <a:chOff x="0" y="0"/>
          <a:chExt cx="0" cy="0"/>
        </a:xfrm>
      </p:grpSpPr>
      <p:sp>
        <p:nvSpPr>
          <p:cNvPr id="1996" name="Google Shape;1996;p137"/>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997" name="Google Shape;1997;p137"/>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Illustrations</a:t>
            </a:r>
            <a:endParaRPr/>
          </a:p>
        </p:txBody>
      </p:sp>
      <p:sp>
        <p:nvSpPr>
          <p:cNvPr id="1998" name="Google Shape;1998;p137"/>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SQL Analytics</a:t>
            </a:r>
            <a:endParaRPr/>
          </a:p>
        </p:txBody>
      </p:sp>
      <p:pic>
        <p:nvPicPr>
          <p:cNvPr id="1999" name="Google Shape;1999;p137"/>
          <p:cNvPicPr preferRelativeResize="0"/>
          <p:nvPr/>
        </p:nvPicPr>
        <p:blipFill>
          <a:blip r:embed="rId3">
            <a:alphaModFix/>
          </a:blip>
          <a:stretch>
            <a:fillRect/>
          </a:stretch>
        </p:blipFill>
        <p:spPr>
          <a:xfrm>
            <a:off x="2258047" y="1488701"/>
            <a:ext cx="7672856" cy="4794999"/>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3" name="Shape 2003"/>
        <p:cNvGrpSpPr/>
        <p:nvPr/>
      </p:nvGrpSpPr>
      <p:grpSpPr>
        <a:xfrm>
          <a:off x="0" y="0"/>
          <a:ext cx="0" cy="0"/>
          <a:chOff x="0" y="0"/>
          <a:chExt cx="0" cy="0"/>
        </a:xfrm>
      </p:grpSpPr>
      <p:sp>
        <p:nvSpPr>
          <p:cNvPr id="2004" name="Google Shape;2004;p138"/>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005" name="Google Shape;2005;p138"/>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Illustrations</a:t>
            </a:r>
            <a:endParaRPr/>
          </a:p>
        </p:txBody>
      </p:sp>
      <p:sp>
        <p:nvSpPr>
          <p:cNvPr id="2006" name="Google Shape;2006;p138"/>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Unity Catalog</a:t>
            </a:r>
            <a:endParaRPr/>
          </a:p>
        </p:txBody>
      </p:sp>
      <p:pic>
        <p:nvPicPr>
          <p:cNvPr id="2007" name="Google Shape;2007;p138"/>
          <p:cNvPicPr preferRelativeResize="0"/>
          <p:nvPr/>
        </p:nvPicPr>
        <p:blipFill>
          <a:blip r:embed="rId3">
            <a:alphaModFix/>
          </a:blip>
          <a:stretch>
            <a:fillRect/>
          </a:stretch>
        </p:blipFill>
        <p:spPr>
          <a:xfrm>
            <a:off x="2100775" y="1488701"/>
            <a:ext cx="7987400" cy="4794998"/>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1" name="Shape 2011"/>
        <p:cNvGrpSpPr/>
        <p:nvPr/>
      </p:nvGrpSpPr>
      <p:grpSpPr>
        <a:xfrm>
          <a:off x="0" y="0"/>
          <a:ext cx="0" cy="0"/>
          <a:chOff x="0" y="0"/>
          <a:chExt cx="0" cy="0"/>
        </a:xfrm>
      </p:grpSpPr>
      <p:sp>
        <p:nvSpPr>
          <p:cNvPr id="2012" name="Google Shape;2012;p139"/>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013" name="Google Shape;2013;p139"/>
          <p:cNvSpPr txBox="1"/>
          <p:nvPr>
            <p:ph type="title"/>
          </p:nvPr>
        </p:nvSpPr>
        <p:spPr>
          <a:xfrm>
            <a:off x="749245" y="535597"/>
            <a:ext cx="10659300" cy="58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Illustrations</a:t>
            </a:r>
            <a:endParaRPr/>
          </a:p>
        </p:txBody>
      </p:sp>
      <p:sp>
        <p:nvSpPr>
          <p:cNvPr id="2014" name="Google Shape;2014;p139"/>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p>
            <a:pPr indent="0" lvl="0" marL="0" rtl="0" algn="l">
              <a:spcBef>
                <a:spcPts val="1100"/>
              </a:spcBef>
              <a:spcAft>
                <a:spcPts val="0"/>
              </a:spcAft>
              <a:buNone/>
            </a:pPr>
            <a:r>
              <a:rPr lang="en"/>
              <a:t>Data Engineering</a:t>
            </a:r>
            <a:endParaRPr/>
          </a:p>
        </p:txBody>
      </p:sp>
      <p:pic>
        <p:nvPicPr>
          <p:cNvPr id="2015" name="Google Shape;2015;p139"/>
          <p:cNvPicPr preferRelativeResize="0"/>
          <p:nvPr/>
        </p:nvPicPr>
        <p:blipFill>
          <a:blip r:embed="rId3">
            <a:alphaModFix/>
          </a:blip>
          <a:stretch>
            <a:fillRect/>
          </a:stretch>
        </p:blipFill>
        <p:spPr>
          <a:xfrm>
            <a:off x="1891011" y="1488702"/>
            <a:ext cx="8406928" cy="479499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Databricks Theme">
  <a:themeElements>
    <a:clrScheme name="Office">
      <a:dk1>
        <a:srgbClr val="1B3139"/>
      </a:dk1>
      <a:lt1>
        <a:srgbClr val="F9F7F4"/>
      </a:lt1>
      <a:dk2>
        <a:srgbClr val="FF5F46"/>
      </a:dk2>
      <a:lt2>
        <a:srgbClr val="EEEDE9"/>
      </a:lt2>
      <a:accent1>
        <a:srgbClr val="1B5162"/>
      </a:accent1>
      <a:accent2>
        <a:srgbClr val="00A972"/>
      </a:accent2>
      <a:accent3>
        <a:srgbClr val="98102A"/>
      </a:accent3>
      <a:accent4>
        <a:srgbClr val="FFAB00"/>
      </a:accent4>
      <a:accent5>
        <a:srgbClr val="618794"/>
      </a:accent5>
      <a:accent6>
        <a:srgbClr val="4359FF"/>
      </a:accent6>
      <a:hlink>
        <a:srgbClr val="FF362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