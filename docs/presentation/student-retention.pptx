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88950"/>
  <p:notesSz cx="6858000" cy="9144000"/>
  <p:embeddedFontLst>
    <p:embeddedFont>
      <p:font typeface="DM Sans Medium"/>
      <p:regular r:id="rId18"/>
      <p:bold r:id="rId19"/>
      <p:italic r:id="rId20"/>
      <p:boldItalic r:id="rId21"/>
    </p:embeddedFont>
    <p:embeddedFont>
      <p:font typeface="DM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DMSansMedium-italic.fntdata"/><Relationship Id="rId22" Type="http://schemas.openxmlformats.org/officeDocument/2006/relationships/font" Target="fonts/DMSans-regular.fntdata"/><Relationship Id="rId21" Type="http://schemas.openxmlformats.org/officeDocument/2006/relationships/font" Target="fonts/DMSansMedium-boldItalic.fntdata"/><Relationship Id="rId24" Type="http://schemas.openxmlformats.org/officeDocument/2006/relationships/font" Target="fonts/DMSans-italic.fntdata"/><Relationship Id="rId23" Type="http://schemas.openxmlformats.org/officeDocument/2006/relationships/font" Target="fonts/DMSans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5" Type="http://schemas.openxmlformats.org/officeDocument/2006/relationships/font" Target="fonts/DM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DMSansMedium-bold.fntdata"/><Relationship Id="rId18" Type="http://schemas.openxmlformats.org/officeDocument/2006/relationships/font" Target="fonts/DMSansMedium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obj_a6bda59ea55e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obj_a6bda59ea55e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obj_7886faec63d3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obj_7886faec63d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obj_2ac8cfdf8fc0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obj_2ac8cfdf8fc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obj_b1fd0760e0f3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obj_b1fd0760e0f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obj_70719680add2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obj_70719680add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obj_82eae0df203d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obj_82eae0df203d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obj_7b90bc416518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obj_7b90bc416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obj_34164a1f1d75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obj_34164a1f1d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obj_ed6fe7cea2ed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obj_ed6fe7cea2ed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obj_70c452deb101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obj_70c452deb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obj_37735e72d716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obj_37735e72d7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obj_73ca185cb351:notes"/>
          <p:cNvSpPr/>
          <p:nvPr>
            <p:ph idx="2" type="sldImg"/>
          </p:nvPr>
        </p:nvSpPr>
        <p:spPr>
          <a:xfrm>
            <a:off x="382063" y="685800"/>
            <a:ext cx="6094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obj_73ca185cb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507" y="992767"/>
            <a:ext cx="11358000" cy="2736900"/>
          </a:xfrm>
          <a:prstGeom prst="rect">
            <a:avLst/>
          </a:prstGeom>
        </p:spPr>
        <p:txBody>
          <a:bodyPr anchorCtr="0" anchor="b" bIns="121875" lIns="121875" spcFirstLastPara="1" rIns="121875" wrap="square" tIns="12187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496" y="3778833"/>
            <a:ext cx="11358000" cy="10569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496" y="2867800"/>
            <a:ext cx="11358000" cy="11223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496" y="1536633"/>
            <a:ext cx="11358000" cy="45552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496" y="1536633"/>
            <a:ext cx="5331900" cy="45552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indent="-349250" lvl="0" marL="4572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1588" y="1536633"/>
            <a:ext cx="5331900" cy="45552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indent="-349250" lvl="0" marL="4572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496" y="740800"/>
            <a:ext cx="3743100" cy="1007700"/>
          </a:xfrm>
          <a:prstGeom prst="rect">
            <a:avLst/>
          </a:prstGeom>
        </p:spPr>
        <p:txBody>
          <a:bodyPr anchorCtr="0" anchor="b" bIns="121875" lIns="121875" spcFirstLastPara="1" rIns="121875" wrap="square" tIns="1218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496" y="1852800"/>
            <a:ext cx="3743100" cy="42393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indent="-330200" lvl="0" marL="457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503" y="600200"/>
            <a:ext cx="8488200" cy="54543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rt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4475" y="-167"/>
            <a:ext cx="60945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3911" y="1644233"/>
            <a:ext cx="5392200" cy="1976400"/>
          </a:xfrm>
          <a:prstGeom prst="rect">
            <a:avLst/>
          </a:prstGeom>
        </p:spPr>
        <p:txBody>
          <a:bodyPr anchorCtr="0" anchor="b" bIns="121875" lIns="121875" spcFirstLastPara="1" rIns="121875" wrap="square" tIns="12187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3911" y="3737433"/>
            <a:ext cx="5392200" cy="16467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4352" y="965433"/>
            <a:ext cx="5114700" cy="49269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indent="-381000" lvl="0" marL="4572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496" y="5640767"/>
            <a:ext cx="7996500" cy="806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496" y="1474833"/>
            <a:ext cx="11358000" cy="2618100"/>
          </a:xfrm>
          <a:prstGeom prst="rect">
            <a:avLst/>
          </a:prstGeom>
        </p:spPr>
        <p:txBody>
          <a:bodyPr anchorCtr="0" anchor="b" bIns="121875" lIns="121875" spcFirstLastPara="1" rIns="121875" wrap="square" tIns="12187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496" y="4202967"/>
            <a:ext cx="11358000" cy="1734300"/>
          </a:xfrm>
          <a:prstGeom prst="rect">
            <a:avLst/>
          </a:prstGeom>
        </p:spPr>
        <p:txBody>
          <a:bodyPr anchorCtr="0" anchor="t" bIns="121875" lIns="121875" spcFirstLastPara="1" rIns="121875" wrap="square" tIns="121875">
            <a:normAutofit/>
          </a:bodyPr>
          <a:lstStyle>
            <a:lvl1pPr indent="-381000" lvl="0" marL="457200" rtl="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Title Slide A - Light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761800" y="1186975"/>
            <a:ext cx="53328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761809" y="3835400"/>
            <a:ext cx="6170100" cy="12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59" name="Google Shape;59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1808" y="609599"/>
            <a:ext cx="2558260" cy="4054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Google Shape;60;p14"/>
          <p:cNvCxnSpPr/>
          <p:nvPr/>
        </p:nvCxnSpPr>
        <p:spPr>
          <a:xfrm>
            <a:off x="761809" y="5617267"/>
            <a:ext cx="560400" cy="0"/>
          </a:xfrm>
          <a:prstGeom prst="straightConnector1">
            <a:avLst/>
          </a:prstGeom>
          <a:noFill/>
          <a:ln cap="flat" cmpd="sng" w="38100">
            <a:solidFill>
              <a:srgbClr val="FF69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" name="Google Shape;61;p14"/>
          <p:cNvSpPr txBox="1"/>
          <p:nvPr>
            <p:ph idx="2" type="subTitle"/>
          </p:nvPr>
        </p:nvSpPr>
        <p:spPr>
          <a:xfrm>
            <a:off x="761809" y="5756000"/>
            <a:ext cx="5262300" cy="492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11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58" y="608125"/>
            <a:ext cx="5650993" cy="56417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itle Slide A - Dark">
  <p:cSld name="TITLE_1">
    <p:bg>
      <p:bgPr>
        <a:solidFill>
          <a:schemeClr val="dk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ctrTitle"/>
          </p:nvPr>
        </p:nvSpPr>
        <p:spPr>
          <a:xfrm>
            <a:off x="761800" y="1186975"/>
            <a:ext cx="53328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Arial"/>
              <a:buNone/>
              <a:defRPr sz="5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" type="subTitle"/>
          </p:nvPr>
        </p:nvSpPr>
        <p:spPr>
          <a:xfrm>
            <a:off x="761809" y="3835400"/>
            <a:ext cx="6170100" cy="12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3pPr>
            <a:lvl4pPr lvl="3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67" name="Google Shape;6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810" y="609606"/>
            <a:ext cx="2558261" cy="4069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" name="Google Shape;68;p15"/>
          <p:cNvCxnSpPr/>
          <p:nvPr/>
        </p:nvCxnSpPr>
        <p:spPr>
          <a:xfrm>
            <a:off x="761809" y="5617267"/>
            <a:ext cx="560400" cy="0"/>
          </a:xfrm>
          <a:prstGeom prst="straightConnector1">
            <a:avLst/>
          </a:prstGeom>
          <a:noFill/>
          <a:ln cap="flat" cmpd="sng" w="38100">
            <a:solidFill>
              <a:srgbClr val="FF69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9" name="Google Shape;69;p15"/>
          <p:cNvSpPr txBox="1"/>
          <p:nvPr>
            <p:ph idx="2" type="subTitle"/>
          </p:nvPr>
        </p:nvSpPr>
        <p:spPr>
          <a:xfrm>
            <a:off x="761809" y="5756000"/>
            <a:ext cx="5262300" cy="492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37959" y="608138"/>
            <a:ext cx="5650993" cy="56417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Title Slide B - Light">
  <p:cSld name="TITLE_2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ctrTitle"/>
          </p:nvPr>
        </p:nvSpPr>
        <p:spPr>
          <a:xfrm>
            <a:off x="761800" y="1186975"/>
            <a:ext cx="53328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sz="5600"/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" type="subTitle"/>
          </p:nvPr>
        </p:nvSpPr>
        <p:spPr>
          <a:xfrm>
            <a:off x="761809" y="3835400"/>
            <a:ext cx="6170100" cy="12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3pPr>
            <a:lvl4pPr lvl="3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75" name="Google Shape;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61808" y="609599"/>
            <a:ext cx="2558260" cy="4054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" name="Google Shape;76;p16"/>
          <p:cNvCxnSpPr/>
          <p:nvPr/>
        </p:nvCxnSpPr>
        <p:spPr>
          <a:xfrm>
            <a:off x="761809" y="5617267"/>
            <a:ext cx="560400" cy="0"/>
          </a:xfrm>
          <a:prstGeom prst="straightConnector1">
            <a:avLst/>
          </a:prstGeom>
          <a:noFill/>
          <a:ln cap="flat" cmpd="sng" w="38100">
            <a:solidFill>
              <a:srgbClr val="FF69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7" name="Google Shape;77;p16"/>
          <p:cNvSpPr txBox="1"/>
          <p:nvPr>
            <p:ph idx="2" type="subTitle"/>
          </p:nvPr>
        </p:nvSpPr>
        <p:spPr>
          <a:xfrm>
            <a:off x="761809" y="5756000"/>
            <a:ext cx="5262300" cy="492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Clr>
                <a:schemeClr val="dk2"/>
              </a:buClr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Title Slide B - Dark">
  <p:cSld name="TITLE_1_1">
    <p:bg>
      <p:bgPr>
        <a:solidFill>
          <a:schemeClr val="dk1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ctrTitle"/>
          </p:nvPr>
        </p:nvSpPr>
        <p:spPr>
          <a:xfrm>
            <a:off x="761800" y="1186975"/>
            <a:ext cx="53328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Arial"/>
              <a:buNone/>
              <a:defRPr sz="5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" type="subTitle"/>
          </p:nvPr>
        </p:nvSpPr>
        <p:spPr>
          <a:xfrm>
            <a:off x="761809" y="3835400"/>
            <a:ext cx="6170100" cy="12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lvl="1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3pPr>
            <a:lvl4pPr lvl="3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id="82" name="Google Shape;82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810" y="609606"/>
            <a:ext cx="2558261" cy="4069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3" name="Google Shape;83;p17"/>
          <p:cNvCxnSpPr/>
          <p:nvPr/>
        </p:nvCxnSpPr>
        <p:spPr>
          <a:xfrm>
            <a:off x="761809" y="5617267"/>
            <a:ext cx="560400" cy="0"/>
          </a:xfrm>
          <a:prstGeom prst="straightConnector1">
            <a:avLst/>
          </a:prstGeom>
          <a:noFill/>
          <a:ln cap="flat" cmpd="sng" w="38100">
            <a:solidFill>
              <a:srgbClr val="FF695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" name="Google Shape;84;p17"/>
          <p:cNvSpPr txBox="1"/>
          <p:nvPr>
            <p:ph idx="2" type="subTitle"/>
          </p:nvPr>
        </p:nvSpPr>
        <p:spPr>
          <a:xfrm>
            <a:off x="761809" y="5756000"/>
            <a:ext cx="5262300" cy="492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 Content A - Basic">
  <p:cSld name="OBJECT_1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sz="400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88" name="Google Shape;88;p18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 sz="2400"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2" type="body"/>
          </p:nvPr>
        </p:nvSpPr>
        <p:spPr>
          <a:xfrm>
            <a:off x="761809" y="1988833"/>
            <a:ext cx="106593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DM Sans"/>
              <a:buChar char="•"/>
              <a:defRPr i="0" sz="24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556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 Content A - Basic White 1">
  <p:cSld name="OBJECT_1_1">
    <p:bg>
      <p:bgPr>
        <a:solidFill>
          <a:srgbClr val="FFFFFF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93" name="Google Shape;93;p19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2" type="body"/>
          </p:nvPr>
        </p:nvSpPr>
        <p:spPr>
          <a:xfrm>
            <a:off x="761809" y="1988833"/>
            <a:ext cx="106593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556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95" name="Google Shape;95;p19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 Content B - 2 Column">
  <p:cSld name="OBJECT_2_1_1_1_2_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98" name="Google Shape;98;p20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cxnSp>
        <p:nvCxnSpPr>
          <p:cNvPr id="99" name="Google Shape;99;p20"/>
          <p:cNvCxnSpPr/>
          <p:nvPr/>
        </p:nvCxnSpPr>
        <p:spPr>
          <a:xfrm>
            <a:off x="6098558" y="1892033"/>
            <a:ext cx="0" cy="4425900"/>
          </a:xfrm>
          <a:prstGeom prst="straightConnector1">
            <a:avLst/>
          </a:prstGeom>
          <a:noFill/>
          <a:ln cap="flat" cmpd="sng" w="9525">
            <a:solidFill>
              <a:srgbClr val="EF6450"/>
            </a:solidFill>
            <a:prstDash val="solid"/>
            <a:miter lim="800000"/>
            <a:headEnd len="med" w="med" type="oval"/>
            <a:tailEnd len="med" w="med" type="oval"/>
          </a:ln>
        </p:spPr>
      </p:cxnSp>
      <p:sp>
        <p:nvSpPr>
          <p:cNvPr id="100" name="Google Shape;100;p20"/>
          <p:cNvSpPr txBox="1"/>
          <p:nvPr>
            <p:ph idx="2" type="body"/>
          </p:nvPr>
        </p:nvSpPr>
        <p:spPr>
          <a:xfrm>
            <a:off x="761809" y="2691865"/>
            <a:ext cx="4518900" cy="33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01" name="Google Shape;101;p20"/>
          <p:cNvSpPr txBox="1"/>
          <p:nvPr>
            <p:ph idx="3" type="body"/>
          </p:nvPr>
        </p:nvSpPr>
        <p:spPr>
          <a:xfrm>
            <a:off x="6916469" y="2691865"/>
            <a:ext cx="4518900" cy="33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02" name="Google Shape;102;p20"/>
          <p:cNvSpPr txBox="1"/>
          <p:nvPr>
            <p:ph idx="4" type="subTitle"/>
          </p:nvPr>
        </p:nvSpPr>
        <p:spPr>
          <a:xfrm>
            <a:off x="795814" y="1970333"/>
            <a:ext cx="44844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03" name="Google Shape;103;p20"/>
          <p:cNvSpPr txBox="1"/>
          <p:nvPr>
            <p:ph idx="5" type="subTitle"/>
          </p:nvPr>
        </p:nvSpPr>
        <p:spPr>
          <a:xfrm>
            <a:off x="6933565" y="1970333"/>
            <a:ext cx="44850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04" name="Google Shape;104;p20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 Content B - 2 Column w/ Icon Spot">
  <p:cSld name="OBJECT_2_1_1_2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07" name="Google Shape;107;p21"/>
          <p:cNvSpPr txBox="1"/>
          <p:nvPr>
            <p:ph idx="1" type="body"/>
          </p:nvPr>
        </p:nvSpPr>
        <p:spPr>
          <a:xfrm>
            <a:off x="761809" y="3986900"/>
            <a:ext cx="4518900" cy="2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08" name="Google Shape;108;p21"/>
          <p:cNvSpPr txBox="1"/>
          <p:nvPr>
            <p:ph idx="2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3" type="body"/>
          </p:nvPr>
        </p:nvSpPr>
        <p:spPr>
          <a:xfrm>
            <a:off x="6931932" y="3986900"/>
            <a:ext cx="4495200" cy="2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10" name="Google Shape;110;p21"/>
          <p:cNvSpPr txBox="1"/>
          <p:nvPr>
            <p:ph idx="4" type="subTitle"/>
          </p:nvPr>
        </p:nvSpPr>
        <p:spPr>
          <a:xfrm>
            <a:off x="795814" y="3126633"/>
            <a:ext cx="44844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b="1" sz="21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11" name="Google Shape;111;p21"/>
          <p:cNvSpPr txBox="1"/>
          <p:nvPr>
            <p:ph idx="5" type="subTitle"/>
          </p:nvPr>
        </p:nvSpPr>
        <p:spPr>
          <a:xfrm>
            <a:off x="6948938" y="3126633"/>
            <a:ext cx="44613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cxnSp>
        <p:nvCxnSpPr>
          <p:cNvPr id="112" name="Google Shape;112;p21"/>
          <p:cNvCxnSpPr/>
          <p:nvPr/>
        </p:nvCxnSpPr>
        <p:spPr>
          <a:xfrm>
            <a:off x="6098592" y="1892033"/>
            <a:ext cx="0" cy="4425900"/>
          </a:xfrm>
          <a:prstGeom prst="straightConnector1">
            <a:avLst/>
          </a:prstGeom>
          <a:noFill/>
          <a:ln cap="flat" cmpd="sng" w="9525">
            <a:solidFill>
              <a:srgbClr val="EF6450"/>
            </a:solidFill>
            <a:prstDash val="solid"/>
            <a:miter lim="800000"/>
            <a:headEnd len="med" w="med" type="oval"/>
            <a:tailEnd len="med" w="med" type="oval"/>
          </a:ln>
        </p:spPr>
      </p:cxnSp>
      <p:sp>
        <p:nvSpPr>
          <p:cNvPr id="113" name="Google Shape;113;p21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 Content C - 3 Column">
  <p:cSld name="OBJECT_2_1_1_1_2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16" name="Google Shape;116;p22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cxnSp>
        <p:nvCxnSpPr>
          <p:cNvPr id="117" name="Google Shape;117;p22"/>
          <p:cNvCxnSpPr/>
          <p:nvPr/>
        </p:nvCxnSpPr>
        <p:spPr>
          <a:xfrm>
            <a:off x="7933896" y="1892033"/>
            <a:ext cx="0" cy="4425900"/>
          </a:xfrm>
          <a:prstGeom prst="straightConnector1">
            <a:avLst/>
          </a:prstGeom>
          <a:noFill/>
          <a:ln cap="flat" cmpd="sng" w="9525">
            <a:solidFill>
              <a:srgbClr val="EF6450"/>
            </a:solidFill>
            <a:prstDash val="solid"/>
            <a:miter lim="800000"/>
            <a:headEnd len="med" w="med" type="oval"/>
            <a:tailEnd len="med" w="med" type="oval"/>
          </a:ln>
        </p:spPr>
      </p:cxnSp>
      <p:cxnSp>
        <p:nvCxnSpPr>
          <p:cNvPr id="118" name="Google Shape;118;p22"/>
          <p:cNvCxnSpPr/>
          <p:nvPr/>
        </p:nvCxnSpPr>
        <p:spPr>
          <a:xfrm>
            <a:off x="4236558" y="1892033"/>
            <a:ext cx="0" cy="4425900"/>
          </a:xfrm>
          <a:prstGeom prst="straightConnector1">
            <a:avLst/>
          </a:prstGeom>
          <a:noFill/>
          <a:ln cap="flat" cmpd="sng" w="9525">
            <a:solidFill>
              <a:srgbClr val="EF6450"/>
            </a:solidFill>
            <a:prstDash val="solid"/>
            <a:miter lim="800000"/>
            <a:headEnd len="med" w="med" type="oval"/>
            <a:tailEnd len="med" w="med" type="oval"/>
          </a:ln>
        </p:spPr>
      </p:cxnSp>
      <p:sp>
        <p:nvSpPr>
          <p:cNvPr id="119" name="Google Shape;119;p22"/>
          <p:cNvSpPr txBox="1"/>
          <p:nvPr>
            <p:ph idx="2" type="body"/>
          </p:nvPr>
        </p:nvSpPr>
        <p:spPr>
          <a:xfrm>
            <a:off x="761809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20" name="Google Shape;120;p22"/>
          <p:cNvSpPr txBox="1"/>
          <p:nvPr>
            <p:ph idx="3" type="body"/>
          </p:nvPr>
        </p:nvSpPr>
        <p:spPr>
          <a:xfrm>
            <a:off x="4482478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21" name="Google Shape;121;p22"/>
          <p:cNvSpPr txBox="1"/>
          <p:nvPr>
            <p:ph idx="4" type="body"/>
          </p:nvPr>
        </p:nvSpPr>
        <p:spPr>
          <a:xfrm>
            <a:off x="8167756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22" name="Google Shape;122;p22"/>
          <p:cNvSpPr txBox="1"/>
          <p:nvPr>
            <p:ph idx="5" type="subTitle"/>
          </p:nvPr>
        </p:nvSpPr>
        <p:spPr>
          <a:xfrm>
            <a:off x="786070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3" name="Google Shape;123;p22"/>
          <p:cNvSpPr txBox="1"/>
          <p:nvPr>
            <p:ph idx="6" type="subTitle"/>
          </p:nvPr>
        </p:nvSpPr>
        <p:spPr>
          <a:xfrm>
            <a:off x="4494675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4" name="Google Shape;124;p22"/>
          <p:cNvSpPr txBox="1"/>
          <p:nvPr>
            <p:ph idx="7" type="subTitle"/>
          </p:nvPr>
        </p:nvSpPr>
        <p:spPr>
          <a:xfrm>
            <a:off x="8179953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25" name="Google Shape;125;p22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 Content C - 3 Column w/ Icon Spot">
  <p:cSld name="OBJECT_2_1_1_2_1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761809" y="3986900"/>
            <a:ext cx="3224100" cy="2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3" type="body"/>
          </p:nvPr>
        </p:nvSpPr>
        <p:spPr>
          <a:xfrm>
            <a:off x="4482478" y="3986900"/>
            <a:ext cx="3224100" cy="2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31" name="Google Shape;131;p23"/>
          <p:cNvSpPr txBox="1"/>
          <p:nvPr>
            <p:ph idx="4" type="subTitle"/>
          </p:nvPr>
        </p:nvSpPr>
        <p:spPr>
          <a:xfrm>
            <a:off x="786070" y="3126633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2" name="Google Shape;132;p23"/>
          <p:cNvSpPr txBox="1"/>
          <p:nvPr>
            <p:ph idx="5" type="subTitle"/>
          </p:nvPr>
        </p:nvSpPr>
        <p:spPr>
          <a:xfrm>
            <a:off x="4494675" y="3126633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33" name="Google Shape;133;p23"/>
          <p:cNvSpPr txBox="1"/>
          <p:nvPr>
            <p:ph idx="6" type="body"/>
          </p:nvPr>
        </p:nvSpPr>
        <p:spPr>
          <a:xfrm>
            <a:off x="8167756" y="3986900"/>
            <a:ext cx="3224100" cy="22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34" name="Google Shape;134;p23"/>
          <p:cNvSpPr txBox="1"/>
          <p:nvPr>
            <p:ph idx="7" type="subTitle"/>
          </p:nvPr>
        </p:nvSpPr>
        <p:spPr>
          <a:xfrm>
            <a:off x="8179953" y="31266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cxnSp>
        <p:nvCxnSpPr>
          <p:cNvPr id="135" name="Google Shape;135;p23"/>
          <p:cNvCxnSpPr/>
          <p:nvPr/>
        </p:nvCxnSpPr>
        <p:spPr>
          <a:xfrm>
            <a:off x="7933896" y="1892033"/>
            <a:ext cx="0" cy="4425900"/>
          </a:xfrm>
          <a:prstGeom prst="straightConnector1">
            <a:avLst/>
          </a:prstGeom>
          <a:noFill/>
          <a:ln cap="flat" cmpd="sng" w="9525">
            <a:solidFill>
              <a:srgbClr val="EF6450"/>
            </a:solidFill>
            <a:prstDash val="solid"/>
            <a:miter lim="800000"/>
            <a:headEnd len="med" w="med" type="oval"/>
            <a:tailEnd len="med" w="med" type="oval"/>
          </a:ln>
        </p:spPr>
      </p:cxnSp>
      <p:cxnSp>
        <p:nvCxnSpPr>
          <p:cNvPr id="136" name="Google Shape;136;p23"/>
          <p:cNvCxnSpPr/>
          <p:nvPr/>
        </p:nvCxnSpPr>
        <p:spPr>
          <a:xfrm>
            <a:off x="4236558" y="1892033"/>
            <a:ext cx="0" cy="4425900"/>
          </a:xfrm>
          <a:prstGeom prst="straightConnector1">
            <a:avLst/>
          </a:prstGeom>
          <a:noFill/>
          <a:ln cap="flat" cmpd="sng" w="9525">
            <a:solidFill>
              <a:srgbClr val="EF6450"/>
            </a:solidFill>
            <a:prstDash val="solid"/>
            <a:miter lim="800000"/>
            <a:headEnd len="med" w="med" type="oval"/>
            <a:tailEnd len="med" w="med" type="oval"/>
          </a:ln>
        </p:spPr>
      </p:cxnSp>
      <p:sp>
        <p:nvSpPr>
          <p:cNvPr id="137" name="Google Shape;137;p23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 Content C - 3 Column Cards">
  <p:cSld name="OBJECT_2_1_1_1_1_1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/>
          <p:nvPr/>
        </p:nvSpPr>
        <p:spPr>
          <a:xfrm>
            <a:off x="7980003" y="1825633"/>
            <a:ext cx="35994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4"/>
          <p:cNvSpPr/>
          <p:nvPr/>
        </p:nvSpPr>
        <p:spPr>
          <a:xfrm>
            <a:off x="4294659" y="1825633"/>
            <a:ext cx="35994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4"/>
          <p:cNvSpPr/>
          <p:nvPr/>
        </p:nvSpPr>
        <p:spPr>
          <a:xfrm>
            <a:off x="609447" y="1825633"/>
            <a:ext cx="35994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4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body"/>
          </p:nvPr>
        </p:nvSpPr>
        <p:spPr>
          <a:xfrm>
            <a:off x="761809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44" name="Google Shape;144;p24"/>
          <p:cNvSpPr txBox="1"/>
          <p:nvPr>
            <p:ph idx="2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45" name="Google Shape;145;p24"/>
          <p:cNvSpPr txBox="1"/>
          <p:nvPr>
            <p:ph idx="3" type="body"/>
          </p:nvPr>
        </p:nvSpPr>
        <p:spPr>
          <a:xfrm>
            <a:off x="4482478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46" name="Google Shape;146;p24"/>
          <p:cNvSpPr txBox="1"/>
          <p:nvPr>
            <p:ph idx="4" type="body"/>
          </p:nvPr>
        </p:nvSpPr>
        <p:spPr>
          <a:xfrm>
            <a:off x="8167756" y="2825567"/>
            <a:ext cx="3224100" cy="32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•"/>
              <a:defRPr i="0" sz="12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47" name="Google Shape;147;p24"/>
          <p:cNvSpPr txBox="1"/>
          <p:nvPr>
            <p:ph idx="5" type="subTitle"/>
          </p:nvPr>
        </p:nvSpPr>
        <p:spPr>
          <a:xfrm>
            <a:off x="786070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48" name="Google Shape;148;p24"/>
          <p:cNvSpPr txBox="1"/>
          <p:nvPr>
            <p:ph idx="6" type="subTitle"/>
          </p:nvPr>
        </p:nvSpPr>
        <p:spPr>
          <a:xfrm>
            <a:off x="4494675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49" name="Google Shape;149;p24"/>
          <p:cNvSpPr txBox="1"/>
          <p:nvPr>
            <p:ph idx="7" type="subTitle"/>
          </p:nvPr>
        </p:nvSpPr>
        <p:spPr>
          <a:xfrm>
            <a:off x="8179953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50" name="Google Shape;150;p24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 Content D - Card Right">
  <p:cSld name="OBJEC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53" name="Google Shape;153;p25"/>
          <p:cNvSpPr/>
          <p:nvPr/>
        </p:nvSpPr>
        <p:spPr>
          <a:xfrm>
            <a:off x="6024226" y="1825633"/>
            <a:ext cx="55551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5"/>
          <p:cNvSpPr txBox="1"/>
          <p:nvPr>
            <p:ph idx="1" type="body"/>
          </p:nvPr>
        </p:nvSpPr>
        <p:spPr>
          <a:xfrm>
            <a:off x="761809" y="1988833"/>
            <a:ext cx="43548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55" name="Google Shape;155;p25"/>
          <p:cNvSpPr txBox="1"/>
          <p:nvPr>
            <p:ph idx="2" type="body"/>
          </p:nvPr>
        </p:nvSpPr>
        <p:spPr>
          <a:xfrm>
            <a:off x="6164724" y="1988833"/>
            <a:ext cx="52440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56" name="Google Shape;156;p25"/>
          <p:cNvSpPr txBox="1"/>
          <p:nvPr>
            <p:ph idx="3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50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7" name="Google Shape;157;p25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 Content D - Card Left">
  <p:cSld name="OBJECT_2_2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60" name="Google Shape;160;p26"/>
          <p:cNvSpPr/>
          <p:nvPr/>
        </p:nvSpPr>
        <p:spPr>
          <a:xfrm>
            <a:off x="609447" y="1825633"/>
            <a:ext cx="55551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7072430" y="1988833"/>
            <a:ext cx="43548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759194" y="1988833"/>
            <a:ext cx="52440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3" name="Google Shape;163;p26"/>
          <p:cNvSpPr txBox="1"/>
          <p:nvPr>
            <p:ph idx="3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64" name="Google Shape;164;p26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 Content D - Card Large">
  <p:cSld name="OBJECT_2_1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/>
          <p:nvPr/>
        </p:nvSpPr>
        <p:spPr>
          <a:xfrm>
            <a:off x="609447" y="1825633"/>
            <a:ext cx="10969800" cy="442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7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68" name="Google Shape;168;p27"/>
          <p:cNvSpPr txBox="1"/>
          <p:nvPr>
            <p:ph idx="1" type="body"/>
          </p:nvPr>
        </p:nvSpPr>
        <p:spPr>
          <a:xfrm>
            <a:off x="761809" y="1988833"/>
            <a:ext cx="10659300" cy="41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55600" lvl="0" marL="457200" marR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30200" lvl="1" marL="914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69" name="Google Shape;169;p27"/>
          <p:cNvSpPr txBox="1"/>
          <p:nvPr>
            <p:ph idx="2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70" name="Google Shape;170;p27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 Content D - Card Quad">
  <p:cSld name="OBJECT_2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6161558" y="4147599"/>
            <a:ext cx="5414700" cy="2105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8"/>
          <p:cNvSpPr/>
          <p:nvPr/>
        </p:nvSpPr>
        <p:spPr>
          <a:xfrm>
            <a:off x="609447" y="4147599"/>
            <a:ext cx="5414700" cy="2105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8"/>
          <p:cNvSpPr/>
          <p:nvPr/>
        </p:nvSpPr>
        <p:spPr>
          <a:xfrm>
            <a:off x="6161558" y="1825633"/>
            <a:ext cx="5414700" cy="2105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609447" y="1825633"/>
            <a:ext cx="5414700" cy="2105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28625" rotWithShape="0" algn="bl" dir="5400000" dist="95250">
              <a:srgbClr val="000000">
                <a:alpha val="12000"/>
              </a:srgbClr>
            </a:outerShdw>
          </a:effectLst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8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77" name="Google Shape;177;p28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1100"/>
              </a:spcBef>
              <a:spcAft>
                <a:spcPts val="0"/>
              </a:spcAft>
              <a:buSzPts val="2400"/>
              <a:buFont typeface="DM Sans Medium"/>
              <a:buNone/>
              <a:defRPr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50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78" name="Google Shape;178;p28"/>
          <p:cNvSpPr txBox="1"/>
          <p:nvPr>
            <p:ph idx="2" type="subTitle"/>
          </p:nvPr>
        </p:nvSpPr>
        <p:spPr>
          <a:xfrm>
            <a:off x="764709" y="1988833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lvl="1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lvl="2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79" name="Google Shape;179;p28"/>
          <p:cNvSpPr txBox="1"/>
          <p:nvPr>
            <p:ph idx="3" type="subTitle"/>
          </p:nvPr>
        </p:nvSpPr>
        <p:spPr>
          <a:xfrm>
            <a:off x="6313520" y="1988833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80" name="Google Shape;180;p28"/>
          <p:cNvSpPr txBox="1"/>
          <p:nvPr>
            <p:ph idx="4" type="subTitle"/>
          </p:nvPr>
        </p:nvSpPr>
        <p:spPr>
          <a:xfrm>
            <a:off x="764709" y="4302068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81" name="Google Shape;181;p28"/>
          <p:cNvSpPr txBox="1"/>
          <p:nvPr>
            <p:ph idx="5" type="subTitle"/>
          </p:nvPr>
        </p:nvSpPr>
        <p:spPr>
          <a:xfrm>
            <a:off x="6313520" y="4302068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lvl="1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lvl="2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/>
            </a:lvl9pPr>
          </a:lstStyle>
          <a:p/>
        </p:txBody>
      </p:sp>
      <p:sp>
        <p:nvSpPr>
          <p:cNvPr id="182" name="Google Shape;182;p28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Power Statement 1">
  <p:cSld name="OBJECT_2_1_1_2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9"/>
          <p:cNvSpPr txBox="1"/>
          <p:nvPr>
            <p:ph type="title"/>
          </p:nvPr>
        </p:nvSpPr>
        <p:spPr>
          <a:xfrm>
            <a:off x="1675975" y="535625"/>
            <a:ext cx="88371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DM Sans Medium"/>
              <a:buNone/>
              <a:defRPr i="0" sz="4800" u="none" cap="none" strike="noStrike"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85" name="Google Shape;185;p29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Blank">
  <p:cSld name="OBJECT_2_1_1_2_1_1_1_3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8" name="Google Shape;188;p30"/>
          <p:cNvSpPr/>
          <p:nvPr/>
        </p:nvSpPr>
        <p:spPr>
          <a:xfrm>
            <a:off x="-25" y="0"/>
            <a:ext cx="12189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Power Statement 2">
  <p:cSld name="OBJECT_2_1_1_2_1_1_1_1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1675975" y="535625"/>
            <a:ext cx="88371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DM Sans Medium"/>
              <a:buNone/>
              <a:defRPr i="0" sz="4800" u="none" cap="none" strike="noStrike">
                <a:solidFill>
                  <a:schemeClr val="accen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91" name="Google Shape;191;p31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Power Statement 3">
  <p:cSld name="OBJECT_2_1_1_2_1_1_1_1_1">
    <p:bg>
      <p:bgPr>
        <a:solidFill>
          <a:schemeClr val="accent4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/>
          <p:nvPr>
            <p:ph type="title"/>
          </p:nvPr>
        </p:nvSpPr>
        <p:spPr>
          <a:xfrm>
            <a:off x="1675975" y="535625"/>
            <a:ext cx="88371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DM Sans Medium"/>
              <a:buNone/>
              <a:defRPr i="0" sz="4800" u="none" cap="none" strike="noStrike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94" name="Google Shape;194;p32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E - Power Statement 4">
  <p:cSld name="OBJECT_2_1_1_2_1_1_1_1_1_1">
    <p:bg>
      <p:bgPr>
        <a:solidFill>
          <a:schemeClr val="accent1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3"/>
          <p:cNvSpPr txBox="1"/>
          <p:nvPr>
            <p:ph type="title"/>
          </p:nvPr>
        </p:nvSpPr>
        <p:spPr>
          <a:xfrm>
            <a:off x="1675975" y="535625"/>
            <a:ext cx="88371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DM Sans Medium"/>
              <a:buNone/>
              <a:defRPr i="0" sz="4800" u="none" cap="none" strike="noStrike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197" name="Google Shape;197;p33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8" name="Google Shape;198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66487" y="6474098"/>
            <a:ext cx="188420" cy="1884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F - Artistic Divider 1">
  <p:cSld name="OBJECT_2_1_1_2_1_1_1_1_1_1_1">
    <p:bg>
      <p:bgPr>
        <a:solidFill>
          <a:schemeClr val="lt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4"/>
          <p:cNvSpPr txBox="1"/>
          <p:nvPr>
            <p:ph type="title"/>
          </p:nvPr>
        </p:nvSpPr>
        <p:spPr>
          <a:xfrm>
            <a:off x="749246" y="535633"/>
            <a:ext cx="88782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Font typeface="DM Sans Medium"/>
              <a:buNone/>
              <a:defRPr i="0" sz="6400" u="none" cap="none" strike="noStrike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01" name="Google Shape;201;p34"/>
          <p:cNvSpPr/>
          <p:nvPr/>
        </p:nvSpPr>
        <p:spPr>
          <a:xfrm>
            <a:off x="11225458" y="0"/>
            <a:ext cx="9753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4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3" name="Google Shape;203;p34"/>
          <p:cNvSpPr/>
          <p:nvPr/>
        </p:nvSpPr>
        <p:spPr>
          <a:xfrm>
            <a:off x="10205213" y="0"/>
            <a:ext cx="1989000" cy="1989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4"/>
          <p:cNvSpPr/>
          <p:nvPr/>
        </p:nvSpPr>
        <p:spPr>
          <a:xfrm rot="10800000">
            <a:off x="10205315" y="4258800"/>
            <a:ext cx="1989000" cy="19896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4"/>
          <p:cNvSpPr/>
          <p:nvPr/>
        </p:nvSpPr>
        <p:spPr>
          <a:xfrm>
            <a:off x="11225458" y="3283200"/>
            <a:ext cx="975300" cy="9756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34"/>
          <p:cNvSpPr/>
          <p:nvPr/>
        </p:nvSpPr>
        <p:spPr>
          <a:xfrm rot="-5400000">
            <a:off x="11216810" y="3283117"/>
            <a:ext cx="977700" cy="9774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4"/>
          <p:cNvSpPr/>
          <p:nvPr/>
        </p:nvSpPr>
        <p:spPr>
          <a:xfrm>
            <a:off x="8239838" y="975600"/>
            <a:ext cx="481200" cy="48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34"/>
          <p:cNvSpPr/>
          <p:nvPr/>
        </p:nvSpPr>
        <p:spPr>
          <a:xfrm>
            <a:off x="8868881" y="5767200"/>
            <a:ext cx="481200" cy="481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4"/>
          <p:cNvSpPr/>
          <p:nvPr/>
        </p:nvSpPr>
        <p:spPr>
          <a:xfrm>
            <a:off x="9968739" y="3046667"/>
            <a:ext cx="236400" cy="2364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F - Artistic Divider 2">
  <p:cSld name="OBJECT_2_1_1_2_1_1_1_1_1_1_1_1">
    <p:bg>
      <p:bgPr>
        <a:solidFill>
          <a:schemeClr val="lt1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/>
          <p:nvPr/>
        </p:nvSpPr>
        <p:spPr>
          <a:xfrm rot="10800000">
            <a:off x="10359958" y="1989767"/>
            <a:ext cx="865500" cy="865500"/>
          </a:xfrm>
          <a:prstGeom prst="arc">
            <a:avLst>
              <a:gd fmla="val 16200000" name="adj1"/>
              <a:gd fmla="val 0" name="adj2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5"/>
          <p:cNvSpPr/>
          <p:nvPr/>
        </p:nvSpPr>
        <p:spPr>
          <a:xfrm rot="10800000">
            <a:off x="10508758" y="1989600"/>
            <a:ext cx="716700" cy="716700"/>
          </a:xfrm>
          <a:prstGeom prst="arc">
            <a:avLst>
              <a:gd fmla="val 16200000" name="adj1"/>
              <a:gd fmla="val 0" name="adj2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213" name="Google Shape;213;p35"/>
          <p:cNvSpPr/>
          <p:nvPr/>
        </p:nvSpPr>
        <p:spPr>
          <a:xfrm rot="10800000">
            <a:off x="10653025" y="1989633"/>
            <a:ext cx="571800" cy="572100"/>
          </a:xfrm>
          <a:prstGeom prst="arc">
            <a:avLst>
              <a:gd fmla="val 16200000" name="adj1"/>
              <a:gd fmla="val 0" name="adj2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cxnSp>
        <p:nvCxnSpPr>
          <p:cNvPr id="214" name="Google Shape;214;p35"/>
          <p:cNvCxnSpPr>
            <a:stCxn id="213" idx="2"/>
          </p:cNvCxnSpPr>
          <p:nvPr/>
        </p:nvCxnSpPr>
        <p:spPr>
          <a:xfrm rot="10800000">
            <a:off x="10653025" y="1981383"/>
            <a:ext cx="0" cy="2943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5" name="Google Shape;215;p35"/>
          <p:cNvCxnSpPr>
            <a:stCxn id="211" idx="2"/>
          </p:cNvCxnSpPr>
          <p:nvPr/>
        </p:nvCxnSpPr>
        <p:spPr>
          <a:xfrm rot="10800000">
            <a:off x="10359958" y="1983617"/>
            <a:ext cx="0" cy="4389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6" name="Google Shape;216;p35"/>
          <p:cNvCxnSpPr>
            <a:stCxn id="212" idx="2"/>
          </p:cNvCxnSpPr>
          <p:nvPr/>
        </p:nvCxnSpPr>
        <p:spPr>
          <a:xfrm rot="10800000">
            <a:off x="10508758" y="1983450"/>
            <a:ext cx="0" cy="3645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7" name="Google Shape;217;p35"/>
          <p:cNvCxnSpPr>
            <a:stCxn id="213" idx="0"/>
          </p:cNvCxnSpPr>
          <p:nvPr/>
        </p:nvCxnSpPr>
        <p:spPr>
          <a:xfrm>
            <a:off x="10938925" y="2561733"/>
            <a:ext cx="3258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8" name="Google Shape;218;p35"/>
          <p:cNvCxnSpPr>
            <a:stCxn id="212" idx="0"/>
          </p:cNvCxnSpPr>
          <p:nvPr/>
        </p:nvCxnSpPr>
        <p:spPr>
          <a:xfrm>
            <a:off x="10867108" y="2706300"/>
            <a:ext cx="4755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9" name="Google Shape;219;p35"/>
          <p:cNvCxnSpPr>
            <a:stCxn id="211" idx="0"/>
          </p:cNvCxnSpPr>
          <p:nvPr/>
        </p:nvCxnSpPr>
        <p:spPr>
          <a:xfrm>
            <a:off x="10792708" y="2855267"/>
            <a:ext cx="4566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0" name="Google Shape;220;p35"/>
          <p:cNvSpPr txBox="1"/>
          <p:nvPr>
            <p:ph type="title"/>
          </p:nvPr>
        </p:nvSpPr>
        <p:spPr>
          <a:xfrm>
            <a:off x="749246" y="535633"/>
            <a:ext cx="88782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Font typeface="DM Sans Medium"/>
              <a:buNone/>
              <a:defRPr i="0" sz="6400" u="none" cap="none" strike="noStrike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21" name="Google Shape;221;p35"/>
          <p:cNvSpPr/>
          <p:nvPr/>
        </p:nvSpPr>
        <p:spPr>
          <a:xfrm>
            <a:off x="10250102" y="0"/>
            <a:ext cx="9753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5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3" name="Google Shape;223;p35"/>
          <p:cNvSpPr/>
          <p:nvPr/>
        </p:nvSpPr>
        <p:spPr>
          <a:xfrm>
            <a:off x="10205213" y="4258800"/>
            <a:ext cx="1989000" cy="19896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35"/>
          <p:cNvSpPr/>
          <p:nvPr/>
        </p:nvSpPr>
        <p:spPr>
          <a:xfrm rot="-5400000">
            <a:off x="10204913" y="300"/>
            <a:ext cx="1989600" cy="198900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5"/>
          <p:cNvSpPr/>
          <p:nvPr/>
        </p:nvSpPr>
        <p:spPr>
          <a:xfrm>
            <a:off x="11225458" y="1989733"/>
            <a:ext cx="9753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35"/>
          <p:cNvSpPr/>
          <p:nvPr/>
        </p:nvSpPr>
        <p:spPr>
          <a:xfrm rot="-5400000">
            <a:off x="11216810" y="1989650"/>
            <a:ext cx="977700" cy="977400"/>
          </a:xfrm>
          <a:prstGeom prst="rtTriangle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35"/>
          <p:cNvSpPr/>
          <p:nvPr/>
        </p:nvSpPr>
        <p:spPr>
          <a:xfrm>
            <a:off x="9724133" y="5767200"/>
            <a:ext cx="481200" cy="481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35"/>
          <p:cNvSpPr/>
          <p:nvPr/>
        </p:nvSpPr>
        <p:spPr>
          <a:xfrm>
            <a:off x="8868881" y="494400"/>
            <a:ext cx="481200" cy="481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35"/>
          <p:cNvSpPr/>
          <p:nvPr/>
        </p:nvSpPr>
        <p:spPr>
          <a:xfrm>
            <a:off x="10199848" y="4258800"/>
            <a:ext cx="1989000" cy="1989600"/>
          </a:xfrm>
          <a:prstGeom prst="arc">
            <a:avLst>
              <a:gd fmla="val 16200000" name="adj1"/>
              <a:gd fmla="val 0" name="adj2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F - Artistic Divider 3">
  <p:cSld name="OBJECT_2_1_1_2_1_1_1_1_1_1_1_1_1">
    <p:bg>
      <p:bgPr>
        <a:solidFill>
          <a:schemeClr val="lt1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6"/>
          <p:cNvSpPr txBox="1"/>
          <p:nvPr>
            <p:ph type="title"/>
          </p:nvPr>
        </p:nvSpPr>
        <p:spPr>
          <a:xfrm>
            <a:off x="749246" y="535633"/>
            <a:ext cx="88782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Font typeface="DM Sans Medium"/>
              <a:buNone/>
              <a:defRPr i="0" sz="6400" u="none" cap="none" strike="noStrike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32" name="Google Shape;232;p36"/>
          <p:cNvSpPr/>
          <p:nvPr/>
        </p:nvSpPr>
        <p:spPr>
          <a:xfrm>
            <a:off x="10220276" y="1989600"/>
            <a:ext cx="975300" cy="975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36"/>
          <p:cNvSpPr/>
          <p:nvPr/>
        </p:nvSpPr>
        <p:spPr>
          <a:xfrm>
            <a:off x="11213594" y="2965200"/>
            <a:ext cx="980700" cy="19896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6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5" name="Google Shape;235;p36"/>
          <p:cNvSpPr/>
          <p:nvPr/>
        </p:nvSpPr>
        <p:spPr>
          <a:xfrm rot="10800000">
            <a:off x="10202633" y="2965200"/>
            <a:ext cx="1989000" cy="1989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6"/>
          <p:cNvSpPr/>
          <p:nvPr/>
        </p:nvSpPr>
        <p:spPr>
          <a:xfrm rot="-5400000">
            <a:off x="10204913" y="300"/>
            <a:ext cx="1989600" cy="198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6"/>
          <p:cNvSpPr/>
          <p:nvPr/>
        </p:nvSpPr>
        <p:spPr>
          <a:xfrm rot="-5400000">
            <a:off x="8287565" y="33"/>
            <a:ext cx="480300" cy="4803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 </a:t>
            </a:r>
            <a:endParaRPr sz="1900"/>
          </a:p>
        </p:txBody>
      </p:sp>
      <p:sp>
        <p:nvSpPr>
          <p:cNvPr id="238" name="Google Shape;238;p36"/>
          <p:cNvSpPr/>
          <p:nvPr/>
        </p:nvSpPr>
        <p:spPr>
          <a:xfrm>
            <a:off x="11707870" y="5767200"/>
            <a:ext cx="481200" cy="481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36"/>
          <p:cNvSpPr/>
          <p:nvPr/>
        </p:nvSpPr>
        <p:spPr>
          <a:xfrm>
            <a:off x="9724133" y="535633"/>
            <a:ext cx="481200" cy="481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6"/>
          <p:cNvSpPr/>
          <p:nvPr/>
        </p:nvSpPr>
        <p:spPr>
          <a:xfrm rot="10800000">
            <a:off x="10202633" y="2965200"/>
            <a:ext cx="1989000" cy="1989600"/>
          </a:xfrm>
          <a:prstGeom prst="arc">
            <a:avLst>
              <a:gd fmla="val 16200000" name="adj1"/>
              <a:gd fmla="val 0" name="adj2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6"/>
          <p:cNvSpPr/>
          <p:nvPr/>
        </p:nvSpPr>
        <p:spPr>
          <a:xfrm rot="-5400000">
            <a:off x="10202230" y="2965500"/>
            <a:ext cx="1989600" cy="1989000"/>
          </a:xfrm>
          <a:prstGeom prst="arc">
            <a:avLst>
              <a:gd fmla="val 16200000" name="adj1"/>
              <a:gd fmla="val 0" name="adj2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42" name="Google Shape;242;p36"/>
          <p:cNvCxnSpPr/>
          <p:nvPr/>
        </p:nvCxnSpPr>
        <p:spPr>
          <a:xfrm>
            <a:off x="11372088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3" name="Google Shape;243;p36"/>
          <p:cNvCxnSpPr/>
          <p:nvPr/>
        </p:nvCxnSpPr>
        <p:spPr>
          <a:xfrm>
            <a:off x="11537980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4" name="Google Shape;244;p36"/>
          <p:cNvCxnSpPr/>
          <p:nvPr/>
        </p:nvCxnSpPr>
        <p:spPr>
          <a:xfrm>
            <a:off x="11703871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5" name="Google Shape;245;p36"/>
          <p:cNvCxnSpPr/>
          <p:nvPr/>
        </p:nvCxnSpPr>
        <p:spPr>
          <a:xfrm>
            <a:off x="11869763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36"/>
          <p:cNvCxnSpPr/>
          <p:nvPr/>
        </p:nvCxnSpPr>
        <p:spPr>
          <a:xfrm>
            <a:off x="12035655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F - Artistic Divider Dark 1">
  <p:cSld name="OBJECT_2_1_1_2_1_1_1_1_1_1_1_2">
    <p:bg>
      <p:bgPr>
        <a:solidFill>
          <a:schemeClr val="dk1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7"/>
          <p:cNvSpPr txBox="1"/>
          <p:nvPr>
            <p:ph type="title"/>
          </p:nvPr>
        </p:nvSpPr>
        <p:spPr>
          <a:xfrm>
            <a:off x="749246" y="535633"/>
            <a:ext cx="88782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400"/>
              <a:buFont typeface="DM Sans Medium"/>
              <a:buNone/>
              <a:defRPr i="0" sz="6400" u="none" cap="none" strike="noStrike">
                <a:solidFill>
                  <a:schemeClr val="lt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49" name="Google Shape;249;p37"/>
          <p:cNvSpPr/>
          <p:nvPr/>
        </p:nvSpPr>
        <p:spPr>
          <a:xfrm>
            <a:off x="11225458" y="0"/>
            <a:ext cx="975300" cy="975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7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1" name="Google Shape;251;p37"/>
          <p:cNvSpPr/>
          <p:nvPr/>
        </p:nvSpPr>
        <p:spPr>
          <a:xfrm>
            <a:off x="10205213" y="0"/>
            <a:ext cx="1989000" cy="1989600"/>
          </a:xfrm>
          <a:prstGeom prst="ellipse">
            <a:avLst/>
          </a:prstGeom>
          <a:solidFill>
            <a:srgbClr val="FF5F46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37"/>
          <p:cNvSpPr/>
          <p:nvPr/>
        </p:nvSpPr>
        <p:spPr>
          <a:xfrm rot="10800000">
            <a:off x="10205315" y="4258800"/>
            <a:ext cx="1989000" cy="1989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37"/>
          <p:cNvSpPr/>
          <p:nvPr/>
        </p:nvSpPr>
        <p:spPr>
          <a:xfrm>
            <a:off x="11225458" y="3283200"/>
            <a:ext cx="975300" cy="9756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7"/>
          <p:cNvSpPr/>
          <p:nvPr/>
        </p:nvSpPr>
        <p:spPr>
          <a:xfrm rot="-5400000">
            <a:off x="11216810" y="3283117"/>
            <a:ext cx="977700" cy="977400"/>
          </a:xfrm>
          <a:prstGeom prst="rtTriangle">
            <a:avLst/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lt2"/>
              </a:solidFill>
            </a:endParaRPr>
          </a:p>
        </p:txBody>
      </p:sp>
      <p:sp>
        <p:nvSpPr>
          <p:cNvPr id="255" name="Google Shape;255;p37"/>
          <p:cNvSpPr/>
          <p:nvPr/>
        </p:nvSpPr>
        <p:spPr>
          <a:xfrm>
            <a:off x="8239838" y="975600"/>
            <a:ext cx="481200" cy="48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7"/>
          <p:cNvSpPr/>
          <p:nvPr/>
        </p:nvSpPr>
        <p:spPr>
          <a:xfrm>
            <a:off x="8868881" y="5767200"/>
            <a:ext cx="481200" cy="481200"/>
          </a:xfrm>
          <a:prstGeom prst="ellipse">
            <a:avLst/>
          </a:prstGeom>
          <a:solidFill>
            <a:srgbClr val="FF5F46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37"/>
          <p:cNvSpPr/>
          <p:nvPr/>
        </p:nvSpPr>
        <p:spPr>
          <a:xfrm>
            <a:off x="9968739" y="3046667"/>
            <a:ext cx="236400" cy="236400"/>
          </a:xfrm>
          <a:prstGeom prst="rtTriangle">
            <a:avLst/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F - Artistic Divider Dark 2">
  <p:cSld name="OBJECT_2_1_1_2_1_1_1_1_1_1_1_1_2">
    <p:bg>
      <p:bgPr>
        <a:solidFill>
          <a:schemeClr val="dk1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/>
          <p:nvPr/>
        </p:nvSpPr>
        <p:spPr>
          <a:xfrm rot="10800000">
            <a:off x="10359958" y="1989767"/>
            <a:ext cx="865500" cy="865500"/>
          </a:xfrm>
          <a:prstGeom prst="arc">
            <a:avLst>
              <a:gd fmla="val 16200000" name="adj1"/>
              <a:gd fmla="val 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260" name="Google Shape;260;p38"/>
          <p:cNvSpPr/>
          <p:nvPr/>
        </p:nvSpPr>
        <p:spPr>
          <a:xfrm rot="10800000">
            <a:off x="10508758" y="1989600"/>
            <a:ext cx="716700" cy="716700"/>
          </a:xfrm>
          <a:prstGeom prst="arc">
            <a:avLst>
              <a:gd fmla="val 16200000" name="adj1"/>
              <a:gd fmla="val 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261" name="Google Shape;261;p38"/>
          <p:cNvSpPr/>
          <p:nvPr/>
        </p:nvSpPr>
        <p:spPr>
          <a:xfrm rot="10800000">
            <a:off x="10653025" y="1989633"/>
            <a:ext cx="571800" cy="572100"/>
          </a:xfrm>
          <a:prstGeom prst="arc">
            <a:avLst>
              <a:gd fmla="val 16200000" name="adj1"/>
              <a:gd fmla="val 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cxnSp>
        <p:nvCxnSpPr>
          <p:cNvPr id="262" name="Google Shape;262;p38"/>
          <p:cNvCxnSpPr>
            <a:stCxn id="261" idx="2"/>
          </p:cNvCxnSpPr>
          <p:nvPr/>
        </p:nvCxnSpPr>
        <p:spPr>
          <a:xfrm rot="10800000">
            <a:off x="10653025" y="1981383"/>
            <a:ext cx="0" cy="294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8"/>
          <p:cNvCxnSpPr>
            <a:stCxn id="259" idx="2"/>
          </p:cNvCxnSpPr>
          <p:nvPr/>
        </p:nvCxnSpPr>
        <p:spPr>
          <a:xfrm rot="10800000">
            <a:off x="10359958" y="1983617"/>
            <a:ext cx="0" cy="43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8"/>
          <p:cNvCxnSpPr>
            <a:stCxn id="260" idx="2"/>
          </p:cNvCxnSpPr>
          <p:nvPr/>
        </p:nvCxnSpPr>
        <p:spPr>
          <a:xfrm rot="10800000">
            <a:off x="10508758" y="1983450"/>
            <a:ext cx="0" cy="36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5" name="Google Shape;265;p38"/>
          <p:cNvCxnSpPr>
            <a:stCxn id="261" idx="0"/>
          </p:cNvCxnSpPr>
          <p:nvPr/>
        </p:nvCxnSpPr>
        <p:spPr>
          <a:xfrm>
            <a:off x="10938925" y="2561733"/>
            <a:ext cx="325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6" name="Google Shape;266;p38"/>
          <p:cNvCxnSpPr>
            <a:stCxn id="260" idx="0"/>
          </p:cNvCxnSpPr>
          <p:nvPr/>
        </p:nvCxnSpPr>
        <p:spPr>
          <a:xfrm>
            <a:off x="10867108" y="2706300"/>
            <a:ext cx="475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7" name="Google Shape;267;p38"/>
          <p:cNvCxnSpPr>
            <a:stCxn id="259" idx="0"/>
          </p:cNvCxnSpPr>
          <p:nvPr/>
        </p:nvCxnSpPr>
        <p:spPr>
          <a:xfrm>
            <a:off x="10792708" y="2855267"/>
            <a:ext cx="456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68" name="Google Shape;268;p38"/>
          <p:cNvSpPr txBox="1"/>
          <p:nvPr>
            <p:ph type="title"/>
          </p:nvPr>
        </p:nvSpPr>
        <p:spPr>
          <a:xfrm>
            <a:off x="749246" y="535633"/>
            <a:ext cx="88782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DM Sans Medium"/>
              <a:buNone/>
              <a:defRPr i="0" sz="6400" u="none" cap="none" strike="noStrike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69" name="Google Shape;269;p38"/>
          <p:cNvSpPr/>
          <p:nvPr/>
        </p:nvSpPr>
        <p:spPr>
          <a:xfrm>
            <a:off x="10250102" y="0"/>
            <a:ext cx="975300" cy="975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38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1" name="Google Shape;271;p38"/>
          <p:cNvSpPr/>
          <p:nvPr/>
        </p:nvSpPr>
        <p:spPr>
          <a:xfrm>
            <a:off x="10205213" y="4258800"/>
            <a:ext cx="1989000" cy="19896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38"/>
          <p:cNvSpPr/>
          <p:nvPr/>
        </p:nvSpPr>
        <p:spPr>
          <a:xfrm rot="-5400000">
            <a:off x="10204913" y="300"/>
            <a:ext cx="1989600" cy="1989000"/>
          </a:xfrm>
          <a:prstGeom prst="rtTriangle">
            <a:avLst/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38"/>
          <p:cNvSpPr/>
          <p:nvPr/>
        </p:nvSpPr>
        <p:spPr>
          <a:xfrm>
            <a:off x="11225458" y="1989733"/>
            <a:ext cx="975300" cy="975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38"/>
          <p:cNvSpPr/>
          <p:nvPr/>
        </p:nvSpPr>
        <p:spPr>
          <a:xfrm rot="-5400000">
            <a:off x="11216810" y="1989650"/>
            <a:ext cx="977700" cy="977400"/>
          </a:xfrm>
          <a:prstGeom prst="rtTriangle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38"/>
          <p:cNvSpPr/>
          <p:nvPr/>
        </p:nvSpPr>
        <p:spPr>
          <a:xfrm>
            <a:off x="9724133" y="5767200"/>
            <a:ext cx="481200" cy="481200"/>
          </a:xfrm>
          <a:prstGeom prst="rect">
            <a:avLst/>
          </a:prstGeom>
          <a:solidFill>
            <a:srgbClr val="FF5F46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8"/>
          <p:cNvSpPr/>
          <p:nvPr/>
        </p:nvSpPr>
        <p:spPr>
          <a:xfrm>
            <a:off x="8868881" y="494400"/>
            <a:ext cx="481200" cy="481200"/>
          </a:xfrm>
          <a:prstGeom prst="ellipse">
            <a:avLst/>
          </a:prstGeom>
          <a:solidFill>
            <a:srgbClr val="FF5F46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8"/>
          <p:cNvSpPr/>
          <p:nvPr/>
        </p:nvSpPr>
        <p:spPr>
          <a:xfrm>
            <a:off x="10199848" y="4258800"/>
            <a:ext cx="1989000" cy="1989600"/>
          </a:xfrm>
          <a:prstGeom prst="arc">
            <a:avLst>
              <a:gd fmla="val 16200000" name="adj1"/>
              <a:gd fmla="val 0" name="adj2"/>
            </a:avLst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F - Artistic Divider Dark 3">
  <p:cSld name="OBJECT_2_1_1_2_1_1_1_1_1_1_1_1_1_1">
    <p:bg>
      <p:bgPr>
        <a:solidFill>
          <a:schemeClr val="dk1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749246" y="535633"/>
            <a:ext cx="8878200" cy="571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Font typeface="DM Sans Medium"/>
              <a:buNone/>
              <a:defRPr i="0" sz="6400" u="none" cap="none" strike="noStrike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280" name="Google Shape;280;p39"/>
          <p:cNvSpPr/>
          <p:nvPr/>
        </p:nvSpPr>
        <p:spPr>
          <a:xfrm>
            <a:off x="10220276" y="1989600"/>
            <a:ext cx="975300" cy="975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39"/>
          <p:cNvSpPr/>
          <p:nvPr/>
        </p:nvSpPr>
        <p:spPr>
          <a:xfrm>
            <a:off x="11213594" y="2965200"/>
            <a:ext cx="980700" cy="19896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39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3" name="Google Shape;283;p39"/>
          <p:cNvSpPr/>
          <p:nvPr/>
        </p:nvSpPr>
        <p:spPr>
          <a:xfrm rot="10800000">
            <a:off x="10202633" y="2965200"/>
            <a:ext cx="1989000" cy="19896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39"/>
          <p:cNvSpPr/>
          <p:nvPr/>
        </p:nvSpPr>
        <p:spPr>
          <a:xfrm rot="-5400000">
            <a:off x="10204913" y="300"/>
            <a:ext cx="1989600" cy="1989000"/>
          </a:xfrm>
          <a:prstGeom prst="rtTriangle">
            <a:avLst/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9"/>
          <p:cNvSpPr/>
          <p:nvPr/>
        </p:nvSpPr>
        <p:spPr>
          <a:xfrm rot="-5400000">
            <a:off x="8287565" y="33"/>
            <a:ext cx="480300" cy="480300"/>
          </a:xfrm>
          <a:prstGeom prst="rtTriangle">
            <a:avLst/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   </a:t>
            </a:r>
            <a:endParaRPr sz="1900"/>
          </a:p>
        </p:txBody>
      </p:sp>
      <p:sp>
        <p:nvSpPr>
          <p:cNvPr id="286" name="Google Shape;286;p39"/>
          <p:cNvSpPr/>
          <p:nvPr/>
        </p:nvSpPr>
        <p:spPr>
          <a:xfrm>
            <a:off x="11707870" y="5767200"/>
            <a:ext cx="481200" cy="481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39"/>
          <p:cNvSpPr/>
          <p:nvPr/>
        </p:nvSpPr>
        <p:spPr>
          <a:xfrm>
            <a:off x="9724133" y="535633"/>
            <a:ext cx="481200" cy="481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39"/>
          <p:cNvSpPr/>
          <p:nvPr/>
        </p:nvSpPr>
        <p:spPr>
          <a:xfrm rot="10800000">
            <a:off x="10202633" y="2965200"/>
            <a:ext cx="1989000" cy="1989600"/>
          </a:xfrm>
          <a:prstGeom prst="arc">
            <a:avLst>
              <a:gd fmla="val 16200000" name="adj1"/>
              <a:gd fmla="val 0" name="adj2"/>
            </a:avLst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39"/>
          <p:cNvSpPr/>
          <p:nvPr/>
        </p:nvSpPr>
        <p:spPr>
          <a:xfrm rot="-5400000">
            <a:off x="10202230" y="2965500"/>
            <a:ext cx="1989600" cy="1989000"/>
          </a:xfrm>
          <a:prstGeom prst="arc">
            <a:avLst>
              <a:gd fmla="val 16200000" name="adj1"/>
              <a:gd fmla="val 0" name="adj2"/>
            </a:avLst>
          </a:prstGeom>
          <a:solidFill>
            <a:srgbClr val="143D4A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0" name="Google Shape;290;p39"/>
          <p:cNvCxnSpPr/>
          <p:nvPr/>
        </p:nvCxnSpPr>
        <p:spPr>
          <a:xfrm>
            <a:off x="11372088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9"/>
          <p:cNvCxnSpPr/>
          <p:nvPr/>
        </p:nvCxnSpPr>
        <p:spPr>
          <a:xfrm>
            <a:off x="11537980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9"/>
          <p:cNvCxnSpPr/>
          <p:nvPr/>
        </p:nvCxnSpPr>
        <p:spPr>
          <a:xfrm>
            <a:off x="11703871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9"/>
          <p:cNvCxnSpPr/>
          <p:nvPr/>
        </p:nvCxnSpPr>
        <p:spPr>
          <a:xfrm>
            <a:off x="11869763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9"/>
          <p:cNvCxnSpPr/>
          <p:nvPr/>
        </p:nvCxnSpPr>
        <p:spPr>
          <a:xfrm>
            <a:off x="12035655" y="1986300"/>
            <a:ext cx="0" cy="9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Z - Closing Light">
  <p:cSld name="OBJECT_2_1_1_2_1_1_1_2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" name="Google Shape;29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021211" y="2819733"/>
            <a:ext cx="6146561" cy="974266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40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Z - Closing Dark">
  <p:cSld name="OBJECT_2_1_1_2_1_1_1_1_2">
    <p:bg>
      <p:bgPr>
        <a:solidFill>
          <a:schemeClr val="dk1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21195" y="2819748"/>
            <a:ext cx="6146563" cy="97779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41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0.xml"/><Relationship Id="rId22" Type="http://schemas.openxmlformats.org/officeDocument/2006/relationships/slideLayout" Target="../slideLayouts/slideLayout32.xml"/><Relationship Id="rId21" Type="http://schemas.openxmlformats.org/officeDocument/2006/relationships/slideLayout" Target="../slideLayouts/slideLayout31.xml"/><Relationship Id="rId24" Type="http://schemas.openxmlformats.org/officeDocument/2006/relationships/slideLayout" Target="../slideLayouts/slideLayout34.xml"/><Relationship Id="rId23" Type="http://schemas.openxmlformats.org/officeDocument/2006/relationships/slideLayout" Target="../slideLayouts/slideLayout33.xml"/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36.xml"/><Relationship Id="rId25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38.xml"/><Relationship Id="rId2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39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6.xml"/><Relationship Id="rId19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121875" spcFirstLastPara="1" rIns="121875" wrap="square" tIns="1218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496" y="1536633"/>
            <a:ext cx="113580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121875" spcFirstLastPara="1" rIns="121875" wrap="square" tIns="121875">
            <a:normAutofit/>
          </a:bodyPr>
          <a:lstStyle>
            <a:lvl1pPr indent="-3810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121875" spcFirstLastPara="1" rIns="121875" wrap="square" tIns="121875">
            <a:normAutofit/>
          </a:bodyPr>
          <a:lstStyle>
            <a:lvl1pPr lvl="0" rtl="0" algn="r">
              <a:buNone/>
              <a:defRPr sz="1300">
                <a:solidFill>
                  <a:schemeClr val="dk2"/>
                </a:solidFill>
              </a:defRPr>
            </a:lvl1pPr>
            <a:lvl2pPr lvl="1" rtl="0" algn="r">
              <a:buNone/>
              <a:defRPr sz="1300">
                <a:solidFill>
                  <a:schemeClr val="dk2"/>
                </a:solidFill>
              </a:defRPr>
            </a:lvl2pPr>
            <a:lvl3pPr lvl="2" rtl="0" algn="r">
              <a:buNone/>
              <a:defRPr sz="1300">
                <a:solidFill>
                  <a:schemeClr val="dk2"/>
                </a:solidFill>
              </a:defRPr>
            </a:lvl3pPr>
            <a:lvl4pPr lvl="3" rtl="0" algn="r">
              <a:buNone/>
              <a:defRPr sz="1300">
                <a:solidFill>
                  <a:schemeClr val="dk2"/>
                </a:solidFill>
              </a:defRPr>
            </a:lvl4pPr>
            <a:lvl5pPr lvl="4" rtl="0" algn="r">
              <a:buNone/>
              <a:defRPr sz="1300">
                <a:solidFill>
                  <a:schemeClr val="dk2"/>
                </a:solidFill>
              </a:defRPr>
            </a:lvl5pPr>
            <a:lvl6pPr lvl="5" rtl="0" algn="r">
              <a:buNone/>
              <a:defRPr sz="1300">
                <a:solidFill>
                  <a:schemeClr val="dk2"/>
                </a:solidFill>
              </a:defRPr>
            </a:lvl6pPr>
            <a:lvl7pPr lvl="6" rtl="0" algn="r">
              <a:buNone/>
              <a:defRPr sz="1300">
                <a:solidFill>
                  <a:schemeClr val="dk2"/>
                </a:solidFill>
              </a:defRPr>
            </a:lvl7pPr>
            <a:lvl8pPr lvl="7" rtl="0" algn="r">
              <a:buNone/>
              <a:defRPr sz="1300">
                <a:solidFill>
                  <a:schemeClr val="dk2"/>
                </a:solidFill>
              </a:defRPr>
            </a:lvl8pPr>
            <a:lvl9pPr lvl="8" rtl="0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DM Sans Medium"/>
              <a:buNone/>
              <a:defRPr i="0" sz="4000" u="none" cap="none" strike="noStrike">
                <a:solidFill>
                  <a:schemeClr val="dk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2pPr>
            <a:lvl3pPr lvl="2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3pPr>
            <a:lvl4pPr lvl="3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4pPr>
            <a:lvl5pPr lvl="4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5pPr>
            <a:lvl6pPr lvl="5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6pPr>
            <a:lvl7pPr lvl="6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7pPr>
            <a:lvl8pPr lvl="7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8pPr>
            <a:lvl9pPr lvl="8" rtl="0">
              <a:spcBef>
                <a:spcPts val="0"/>
              </a:spcBef>
              <a:spcAft>
                <a:spcPts val="0"/>
              </a:spcAft>
              <a:buSzPts val="1500"/>
              <a:buNone/>
              <a:defRPr sz="19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761809" y="1825633"/>
            <a:ext cx="105894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DM Sans"/>
              <a:buChar char="•"/>
              <a:defRPr i="0" sz="24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2000"/>
              <a:buFont typeface="DM Sans"/>
              <a:buChar char="•"/>
              <a:defRPr i="0" sz="20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302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302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302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302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"/>
              <a:buChar char="•"/>
              <a:defRPr i="0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3" name="Google Shape;53;p13"/>
          <p:cNvSpPr txBox="1"/>
          <p:nvPr/>
        </p:nvSpPr>
        <p:spPr>
          <a:xfrm>
            <a:off x="646561" y="6361500"/>
            <a:ext cx="5377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121875" spcFirstLastPara="1" rIns="121875" wrap="square" tIns="1218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©2021 Databricks Inc. — All rights reserved</a:t>
            </a:r>
            <a:endParaRPr sz="1100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4" name="Google Shape;54;p13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10665331" y="6473302"/>
            <a:ext cx="186720" cy="18672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 algn="r">
              <a:buNone/>
              <a:defRPr sz="1100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384">
          <p15:clr>
            <a:srgbClr val="EA4335"/>
          </p15:clr>
        </p15:guide>
        <p15:guide id="2" pos="480">
          <p15:clr>
            <a:srgbClr val="EA4335"/>
          </p15:clr>
        </p15:guide>
        <p15:guide id="3" pos="960">
          <p15:clr>
            <a:srgbClr val="EA4335"/>
          </p15:clr>
        </p15:guide>
        <p15:guide id="4" pos="1056">
          <p15:clr>
            <a:srgbClr val="EA4335"/>
          </p15:clr>
        </p15:guide>
        <p15:guide id="5" pos="1518">
          <p15:clr>
            <a:srgbClr val="EA4335"/>
          </p15:clr>
        </p15:guide>
        <p15:guide id="6" pos="1614">
          <p15:clr>
            <a:srgbClr val="EA4335"/>
          </p15:clr>
        </p15:guide>
        <p15:guide id="7" pos="2091">
          <p15:clr>
            <a:srgbClr val="EA4335"/>
          </p15:clr>
        </p15:guide>
        <p15:guide id="8" pos="2185">
          <p15:clr>
            <a:srgbClr val="EA4335"/>
          </p15:clr>
        </p15:guide>
        <p15:guide id="9" pos="2651">
          <p15:clr>
            <a:srgbClr val="EA4335"/>
          </p15:clr>
        </p15:guide>
        <p15:guide id="10" pos="2755">
          <p15:clr>
            <a:srgbClr val="EA4335"/>
          </p15:clr>
        </p15:guide>
        <p15:guide id="11" pos="3223">
          <p15:clr>
            <a:srgbClr val="EA4335"/>
          </p15:clr>
        </p15:guide>
        <p15:guide id="12" pos="3326">
          <p15:clr>
            <a:srgbClr val="EA4335"/>
          </p15:clr>
        </p15:guide>
        <p15:guide id="13" pos="3795">
          <p15:clr>
            <a:srgbClr val="EA4335"/>
          </p15:clr>
        </p15:guide>
        <p15:guide id="14" pos="3883">
          <p15:clr>
            <a:srgbClr val="EA4335"/>
          </p15:clr>
        </p15:guide>
        <p15:guide id="15" pos="4367">
          <p15:clr>
            <a:srgbClr val="EA4335"/>
          </p15:clr>
        </p15:guide>
        <p15:guide id="16" pos="4455">
          <p15:clr>
            <a:srgbClr val="EA4335"/>
          </p15:clr>
        </p15:guide>
        <p15:guide id="17" pos="4923">
          <p15:clr>
            <a:srgbClr val="EA4335"/>
          </p15:clr>
        </p15:guide>
        <p15:guide id="18" pos="5027">
          <p15:clr>
            <a:srgbClr val="EA4335"/>
          </p15:clr>
        </p15:guide>
        <p15:guide id="19" pos="5493">
          <p15:clr>
            <a:srgbClr val="EA4335"/>
          </p15:clr>
        </p15:guide>
        <p15:guide id="20" pos="5587">
          <p15:clr>
            <a:srgbClr val="EA4335"/>
          </p15:clr>
        </p15:guide>
        <p15:guide id="21" pos="6064">
          <p15:clr>
            <a:srgbClr val="EA4335"/>
          </p15:clr>
        </p15:guide>
        <p15:guide id="22" pos="6161">
          <p15:clr>
            <a:srgbClr val="EA4335"/>
          </p15:clr>
        </p15:guide>
        <p15:guide id="23" pos="6622">
          <p15:clr>
            <a:srgbClr val="EA4335"/>
          </p15:clr>
        </p15:guide>
        <p15:guide id="24" pos="6718">
          <p15:clr>
            <a:srgbClr val="EA4335"/>
          </p15:clr>
        </p15:guide>
        <p15:guide id="25" pos="7198">
          <p15:clr>
            <a:srgbClr val="EA4335"/>
          </p15:clr>
        </p15:guide>
        <p15:guide id="26" pos="7294">
          <p15:clr>
            <a:srgbClr val="EA4335"/>
          </p15:clr>
        </p15:guide>
        <p15:guide id="27" orient="horz" pos="3936">
          <p15:clr>
            <a:srgbClr val="EA4335"/>
          </p15:clr>
        </p15:guide>
        <p15:guide id="28" orient="horz" pos="384">
          <p15:clr>
            <a:srgbClr val="EA4335"/>
          </p15:clr>
        </p15:guide>
        <p15:guide id="29" pos="3839">
          <p15:clr>
            <a:srgbClr val="EA4335"/>
          </p15:clr>
        </p15:guide>
        <p15:guide id="30" orient="horz" pos="216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2"/>
          <p:cNvSpPr txBox="1"/>
          <p:nvPr>
            <p:ph type="ctrTitle"/>
          </p:nvPr>
        </p:nvSpPr>
        <p:spPr>
          <a:xfrm>
            <a:off x="761800" y="1186975"/>
            <a:ext cx="5332800" cy="2387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Timely Student Support</a:t>
            </a:r>
            <a:endParaRPr/>
          </a:p>
        </p:txBody>
      </p:sp>
      <p:sp>
        <p:nvSpPr>
          <p:cNvPr id="306" name="Google Shape;306;p42"/>
          <p:cNvSpPr txBox="1"/>
          <p:nvPr>
            <p:ph idx="1" type="subTitle"/>
          </p:nvPr>
        </p:nvSpPr>
        <p:spPr>
          <a:xfrm>
            <a:off x="761809" y="3835400"/>
            <a:ext cx="6170100" cy="1224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From fragmented signals to governed action on Databricks • Synthetic demonstration</a:t>
            </a:r>
            <a:endParaRPr/>
          </a:p>
        </p:txBody>
      </p:sp>
      <p:sp>
        <p:nvSpPr>
          <p:cNvPr id="307" name="Google Shape;307;p42"/>
          <p:cNvSpPr txBox="1"/>
          <p:nvPr>
            <p:ph idx="2" type="subTitle"/>
          </p:nvPr>
        </p:nvSpPr>
        <p:spPr>
          <a:xfrm>
            <a:off x="761809" y="5756000"/>
            <a:ext cx="5262300" cy="492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42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675975" y="535625"/>
            <a:ext cx="8837100" cy="5712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Advisors need to know who needs attention today—and why—without compromising trust.</a:t>
            </a:r>
            <a:endParaRPr/>
          </a:p>
        </p:txBody>
      </p:sp>
      <p:sp>
        <p:nvSpPr>
          <p:cNvPr id="314" name="Google Shape;314;p43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4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Buyer KPIs and synthetic demo baseline</a:t>
            </a:r>
            <a:endParaRPr/>
          </a:p>
        </p:txBody>
      </p:sp>
      <p:sp>
        <p:nvSpPr>
          <p:cNvPr id="320" name="Google Shape;320;p44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44"/>
          <p:cNvSpPr txBox="1"/>
          <p:nvPr>
            <p:ph idx="2" type="subTitle"/>
          </p:nvPr>
        </p:nvSpPr>
        <p:spPr>
          <a:xfrm>
            <a:off x="764709" y="1988833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88.88%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Synthetic retention rate</a:t>
            </a:r>
            <a:endParaRPr/>
          </a:p>
        </p:txBody>
      </p:sp>
      <p:sp>
        <p:nvSpPr>
          <p:cNvPr id="322" name="Google Shape;322;p44"/>
          <p:cNvSpPr txBox="1"/>
          <p:nvPr>
            <p:ph idx="3" type="subTitle"/>
          </p:nvPr>
        </p:nvSpPr>
        <p:spPr>
          <a:xfrm>
            <a:off x="6313520" y="1988833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2,664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Initially elevated-risk students</a:t>
            </a:r>
            <a:endParaRPr/>
          </a:p>
        </p:txBody>
      </p:sp>
      <p:sp>
        <p:nvSpPr>
          <p:cNvPr id="323" name="Google Shape;323;p44"/>
          <p:cNvSpPr txBox="1"/>
          <p:nvPr>
            <p:ph idx="4" type="subTitle"/>
          </p:nvPr>
        </p:nvSpPr>
        <p:spPr>
          <a:xfrm>
            <a:off x="764709" y="4302068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$24.1M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Estimated synthetic tuition exposure</a:t>
            </a:r>
            <a:endParaRPr/>
          </a:p>
        </p:txBody>
      </p:sp>
      <p:sp>
        <p:nvSpPr>
          <p:cNvPr id="324" name="Google Shape;324;p44"/>
          <p:cNvSpPr txBox="1"/>
          <p:nvPr>
            <p:ph idx="5" type="subTitle"/>
          </p:nvPr>
        </p:nvSpPr>
        <p:spPr>
          <a:xfrm>
            <a:off x="6313520" y="4302068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20,000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Current synthetic students</a:t>
            </a:r>
            <a:endParaRPr/>
          </a:p>
        </p:txBody>
      </p:sp>
      <p:sp>
        <p:nvSpPr>
          <p:cNvPr id="325" name="Google Shape;325;p44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5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Current-state friction delays action</a:t>
            </a:r>
            <a:endParaRPr/>
          </a:p>
        </p:txBody>
      </p:sp>
      <p:sp>
        <p:nvSpPr>
          <p:cNvPr id="331" name="Google Shape;331;p45"/>
          <p:cNvSpPr txBox="1"/>
          <p:nvPr>
            <p:ph idx="1" type="body"/>
          </p:nvPr>
        </p:nvSpPr>
        <p:spPr>
          <a:xfrm>
            <a:off x="761809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Attendance, LMS, finance, enrollment, and case data arrive on different clocks.</a:t>
            </a:r>
            <a:endParaRPr/>
          </a:p>
        </p:txBody>
      </p:sp>
      <p:sp>
        <p:nvSpPr>
          <p:cNvPr id="332" name="Google Shape;332;p45"/>
          <p:cNvSpPr txBox="1"/>
          <p:nvPr>
            <p:ph idx="2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45"/>
          <p:cNvSpPr txBox="1"/>
          <p:nvPr>
            <p:ph idx="3" type="body"/>
          </p:nvPr>
        </p:nvSpPr>
        <p:spPr>
          <a:xfrm>
            <a:off x="4482478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Advisors reconcile data manually and lack a defensible daily queue.</a:t>
            </a:r>
            <a:endParaRPr/>
          </a:p>
        </p:txBody>
      </p:sp>
      <p:sp>
        <p:nvSpPr>
          <p:cNvPr id="334" name="Google Shape;334;p45"/>
          <p:cNvSpPr txBox="1"/>
          <p:nvPr>
            <p:ph idx="4" type="body"/>
          </p:nvPr>
        </p:nvSpPr>
        <p:spPr>
          <a:xfrm>
            <a:off x="8167756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Outreach and outcomes are disconnected from executive coverage and analytics.</a:t>
            </a:r>
            <a:endParaRPr/>
          </a:p>
        </p:txBody>
      </p:sp>
      <p:sp>
        <p:nvSpPr>
          <p:cNvPr id="335" name="Google Shape;335;p45"/>
          <p:cNvSpPr txBox="1"/>
          <p:nvPr>
            <p:ph idx="5" type="subTitle"/>
          </p:nvPr>
        </p:nvSpPr>
        <p:spPr>
          <a:xfrm>
            <a:off x="786070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Fragmented signals</a:t>
            </a:r>
            <a:endParaRPr/>
          </a:p>
        </p:txBody>
      </p:sp>
      <p:sp>
        <p:nvSpPr>
          <p:cNvPr id="336" name="Google Shape;336;p45"/>
          <p:cNvSpPr txBox="1"/>
          <p:nvPr>
            <p:ph idx="6" type="subTitle"/>
          </p:nvPr>
        </p:nvSpPr>
        <p:spPr>
          <a:xfrm>
            <a:off x="4494675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Inconsistent prioritization</a:t>
            </a:r>
            <a:endParaRPr/>
          </a:p>
        </p:txBody>
      </p:sp>
      <p:sp>
        <p:nvSpPr>
          <p:cNvPr id="337" name="Google Shape;337;p45"/>
          <p:cNvSpPr txBox="1"/>
          <p:nvPr>
            <p:ph idx="7" type="subTitle"/>
          </p:nvPr>
        </p:nvSpPr>
        <p:spPr>
          <a:xfrm>
            <a:off x="8179953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Weak feedback loop</a:t>
            </a:r>
            <a:endParaRPr/>
          </a:p>
        </p:txBody>
      </p:sp>
      <p:sp>
        <p:nvSpPr>
          <p:cNvPr id="338" name="Google Shape;338;p45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6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closed-loop workflow from signal to action</a:t>
            </a:r>
            <a:endParaRPr/>
          </a:p>
        </p:txBody>
      </p:sp>
      <p:sp>
        <p:nvSpPr>
          <p:cNvPr id="344" name="Google Shape;344;p46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46"/>
          <p:cNvSpPr txBox="1"/>
          <p:nvPr>
            <p:ph idx="2" type="body"/>
          </p:nvPr>
        </p:nvSpPr>
        <p:spPr>
          <a:xfrm>
            <a:off x="761809" y="1988833"/>
            <a:ext cx="10659300" cy="4149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1. Observe — trigger one deterministic synthetic day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2. Govern — apply quality, lineage, grants, and row filters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3. Prioritize — score current snapshots with a versioned ML model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4. Assist — generate cited, evaluated advisor briefings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5. Act — record interventions transactionally in Lakebase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6. Learn — return CDC to governed Gold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7. Understand — ask embedded Genie and inspect its SQL</a:t>
            </a:r>
            <a:endParaRPr/>
          </a:p>
        </p:txBody>
      </p:sp>
      <p:sp>
        <p:nvSpPr>
          <p:cNvPr id="346" name="Google Shape;346;p46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7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value for two accountable owners</a:t>
            </a:r>
            <a:endParaRPr/>
          </a:p>
        </p:txBody>
      </p:sp>
      <p:sp>
        <p:nvSpPr>
          <p:cNvPr id="352" name="Google Shape;352;p47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47"/>
          <p:cNvSpPr txBox="1"/>
          <p:nvPr>
            <p:ph idx="2" type="body"/>
          </p:nvPr>
        </p:nvSpPr>
        <p:spPr>
          <a:xfrm>
            <a:off x="761809" y="2691865"/>
            <a:ext cx="4518900" cy="336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See aggregate risk concentration, intervention coverage, retention, and estimated tuition exposure—without student detail.</a:t>
            </a:r>
            <a:endParaRPr/>
          </a:p>
        </p:txBody>
      </p:sp>
      <p:sp>
        <p:nvSpPr>
          <p:cNvPr id="354" name="Google Shape;354;p47"/>
          <p:cNvSpPr txBox="1"/>
          <p:nvPr>
            <p:ph idx="3" type="body"/>
          </p:nvPr>
        </p:nvSpPr>
        <p:spPr>
          <a:xfrm>
            <a:off x="6916469" y="2691865"/>
            <a:ext cx="4518900" cy="336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Reduce signal-to-outreach time with a prioritized caseload, grounded context, and closed-loop follow-up history.</a:t>
            </a:r>
            <a:endParaRPr/>
          </a:p>
        </p:txBody>
      </p:sp>
      <p:sp>
        <p:nvSpPr>
          <p:cNvPr id="355" name="Google Shape;355;p47"/>
          <p:cNvSpPr txBox="1"/>
          <p:nvPr>
            <p:ph idx="4" type="subTitle"/>
          </p:nvPr>
        </p:nvSpPr>
        <p:spPr>
          <a:xfrm>
            <a:off x="795814" y="1970333"/>
            <a:ext cx="44844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Executive sponsor</a:t>
            </a:r>
            <a:endParaRPr/>
          </a:p>
        </p:txBody>
      </p:sp>
      <p:sp>
        <p:nvSpPr>
          <p:cNvPr id="356" name="Google Shape;356;p47"/>
          <p:cNvSpPr txBox="1"/>
          <p:nvPr>
            <p:ph idx="5" type="subTitle"/>
          </p:nvPr>
        </p:nvSpPr>
        <p:spPr>
          <a:xfrm>
            <a:off x="6933565" y="1970333"/>
            <a:ext cx="44850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Student-success owner</a:t>
            </a:r>
            <a:endParaRPr/>
          </a:p>
        </p:txBody>
      </p:sp>
      <p:sp>
        <p:nvSpPr>
          <p:cNvPr id="357" name="Google Shape;357;p47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8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Governed Databricks architecture</a:t>
            </a:r>
            <a:endParaRPr/>
          </a:p>
        </p:txBody>
      </p:sp>
      <p:sp>
        <p:nvSpPr>
          <p:cNvPr id="363" name="Google Shape;363;p48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48"/>
          <p:cNvSpPr txBox="1"/>
          <p:nvPr>
            <p:ph idx="2" type="body"/>
          </p:nvPr>
        </p:nvSpPr>
        <p:spPr>
          <a:xfrm>
            <a:off x="761809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Lakeflow Bronze + Silver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MLflow scoring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Unity Catalog Gold</a:t>
            </a:r>
            <a:endParaRPr/>
          </a:p>
        </p:txBody>
      </p:sp>
      <p:sp>
        <p:nvSpPr>
          <p:cNvPr id="365" name="Google Shape;365;p48"/>
          <p:cNvSpPr txBox="1"/>
          <p:nvPr>
            <p:ph idx="3" type="body"/>
          </p:nvPr>
        </p:nvSpPr>
        <p:spPr>
          <a:xfrm>
            <a:off x="4482478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Databricks App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Read-only Lakebase serving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Embedded Genie Agent</a:t>
            </a:r>
            <a:endParaRPr/>
          </a:p>
        </p:txBody>
      </p:sp>
      <p:sp>
        <p:nvSpPr>
          <p:cNvPr id="366" name="Google Shape;366;p48"/>
          <p:cNvSpPr txBox="1"/>
          <p:nvPr>
            <p:ph idx="4" type="body"/>
          </p:nvPr>
        </p:nvSpPr>
        <p:spPr>
          <a:xfrm>
            <a:off x="8167756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Lakebase-owned interventions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CDC to governed Gold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Serving cannot overwrite writes</a:t>
            </a:r>
            <a:endParaRPr/>
          </a:p>
        </p:txBody>
      </p:sp>
      <p:sp>
        <p:nvSpPr>
          <p:cNvPr id="367" name="Google Shape;367;p48"/>
          <p:cNvSpPr txBox="1"/>
          <p:nvPr>
            <p:ph idx="5" type="subTitle"/>
          </p:nvPr>
        </p:nvSpPr>
        <p:spPr>
          <a:xfrm>
            <a:off x="786070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Governed intelligence</a:t>
            </a:r>
            <a:endParaRPr/>
          </a:p>
        </p:txBody>
      </p:sp>
      <p:sp>
        <p:nvSpPr>
          <p:cNvPr id="368" name="Google Shape;368;p48"/>
          <p:cNvSpPr txBox="1"/>
          <p:nvPr>
            <p:ph idx="6" type="subTitle"/>
          </p:nvPr>
        </p:nvSpPr>
        <p:spPr>
          <a:xfrm>
            <a:off x="4494675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Unified experience</a:t>
            </a:r>
            <a:endParaRPr/>
          </a:p>
        </p:txBody>
      </p:sp>
      <p:sp>
        <p:nvSpPr>
          <p:cNvPr id="369" name="Google Shape;369;p48"/>
          <p:cNvSpPr txBox="1"/>
          <p:nvPr>
            <p:ph idx="7" type="subTitle"/>
          </p:nvPr>
        </p:nvSpPr>
        <p:spPr>
          <a:xfrm>
            <a:off x="8179953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Closed feedback loop</a:t>
            </a:r>
            <a:endParaRPr/>
          </a:p>
        </p:txBody>
      </p:sp>
      <p:sp>
        <p:nvSpPr>
          <p:cNvPr id="370" name="Google Shape;370;p48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9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Hybrid intelligence keeps each decision explainable</a:t>
            </a:r>
            <a:endParaRPr/>
          </a:p>
        </p:txBody>
      </p:sp>
      <p:sp>
        <p:nvSpPr>
          <p:cNvPr id="376" name="Google Shape;376;p49"/>
          <p:cNvSpPr txBox="1"/>
          <p:nvPr>
            <p:ph idx="1" type="body"/>
          </p:nvPr>
        </p:nvSpPr>
        <p:spPr>
          <a:xfrm>
            <a:off x="761809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Repeatable prioritization, calibrated scores, stable tiers, version history, and baseline comparison.</a:t>
            </a:r>
            <a:endParaRPr/>
          </a:p>
        </p:txBody>
      </p:sp>
      <p:sp>
        <p:nvSpPr>
          <p:cNvPr id="377" name="Google Shape;377;p49"/>
          <p:cNvSpPr txBox="1"/>
          <p:nvPr>
            <p:ph idx="2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49"/>
          <p:cNvSpPr txBox="1"/>
          <p:nvPr>
            <p:ph idx="3" type="body"/>
          </p:nvPr>
        </p:nvSpPr>
        <p:spPr>
          <a:xfrm>
            <a:off x="4482478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Allowlisted facts, citations, bounded discussion prompts, and fixed-set evaluation.</a:t>
            </a:r>
            <a:endParaRPr/>
          </a:p>
        </p:txBody>
      </p:sp>
      <p:sp>
        <p:nvSpPr>
          <p:cNvPr id="379" name="Google Shape;379;p49"/>
          <p:cNvSpPr txBox="1"/>
          <p:nvPr>
            <p:ph idx="4" type="body"/>
          </p:nvPr>
        </p:nvSpPr>
        <p:spPr>
          <a:xfrm>
            <a:off x="8167756" y="2825567"/>
            <a:ext cx="3224100" cy="3233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Judgment, outreach, reconciliation, and accountable action remain with people.</a:t>
            </a:r>
            <a:endParaRPr/>
          </a:p>
        </p:txBody>
      </p:sp>
      <p:sp>
        <p:nvSpPr>
          <p:cNvPr id="380" name="Google Shape;380;p49"/>
          <p:cNvSpPr txBox="1"/>
          <p:nvPr>
            <p:ph idx="5" type="subTitle"/>
          </p:nvPr>
        </p:nvSpPr>
        <p:spPr>
          <a:xfrm>
            <a:off x="786070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ML classifier</a:t>
            </a:r>
            <a:endParaRPr/>
          </a:p>
        </p:txBody>
      </p:sp>
      <p:sp>
        <p:nvSpPr>
          <p:cNvPr id="381" name="Google Shape;381;p49"/>
          <p:cNvSpPr txBox="1"/>
          <p:nvPr>
            <p:ph idx="6" type="subTitle"/>
          </p:nvPr>
        </p:nvSpPr>
        <p:spPr>
          <a:xfrm>
            <a:off x="4494675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Grounded GenAI</a:t>
            </a:r>
            <a:endParaRPr/>
          </a:p>
        </p:txBody>
      </p:sp>
      <p:sp>
        <p:nvSpPr>
          <p:cNvPr id="382" name="Google Shape;382;p49"/>
          <p:cNvSpPr txBox="1"/>
          <p:nvPr>
            <p:ph idx="7" type="subTitle"/>
          </p:nvPr>
        </p:nvSpPr>
        <p:spPr>
          <a:xfrm>
            <a:off x="8179953" y="1970336"/>
            <a:ext cx="31995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Human advisor</a:t>
            </a:r>
            <a:endParaRPr/>
          </a:p>
        </p:txBody>
      </p:sp>
      <p:sp>
        <p:nvSpPr>
          <p:cNvPr id="383" name="Google Shape;383;p49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0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demo: one coherent student-success story</a:t>
            </a:r>
            <a:endParaRPr/>
          </a:p>
        </p:txBody>
      </p:sp>
      <p:sp>
        <p:nvSpPr>
          <p:cNvPr id="389" name="Google Shape;389;p50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50"/>
          <p:cNvSpPr txBox="1"/>
          <p:nvPr>
            <p:ph idx="2" type="body"/>
          </p:nvPr>
        </p:nvSpPr>
        <p:spPr>
          <a:xfrm>
            <a:off x="761809" y="2691865"/>
            <a:ext cx="4518900" cy="336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Replay the synthetic incident day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Inspect quality and feature freshness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Show a medium-to-high risk transition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Review the cited advisor briefing</a:t>
            </a:r>
            <a:endParaRPr/>
          </a:p>
        </p:txBody>
      </p:sp>
      <p:sp>
        <p:nvSpPr>
          <p:cNvPr id="391" name="Google Shape;391;p50"/>
          <p:cNvSpPr txBox="1"/>
          <p:nvPr>
            <p:ph idx="3" type="body"/>
          </p:nvPr>
        </p:nvSpPr>
        <p:spPr>
          <a:xfrm>
            <a:off x="6916469" y="2691865"/>
            <a:ext cx="4518900" cy="336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Record outreach and follow-up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Verify CDC and intervention Gold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View aggregate executive coverage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Ask embedded Genie and inspect its SQL</a:t>
            </a:r>
            <a:endParaRPr/>
          </a:p>
        </p:txBody>
      </p:sp>
      <p:sp>
        <p:nvSpPr>
          <p:cNvPr id="392" name="Google Shape;392;p50"/>
          <p:cNvSpPr txBox="1"/>
          <p:nvPr>
            <p:ph idx="4" type="subTitle"/>
          </p:nvPr>
        </p:nvSpPr>
        <p:spPr>
          <a:xfrm>
            <a:off x="795814" y="1970333"/>
            <a:ext cx="44844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Signal → action</a:t>
            </a:r>
            <a:endParaRPr/>
          </a:p>
        </p:txBody>
      </p:sp>
      <p:sp>
        <p:nvSpPr>
          <p:cNvPr id="393" name="Google Shape;393;p50"/>
          <p:cNvSpPr txBox="1"/>
          <p:nvPr>
            <p:ph idx="5" type="subTitle"/>
          </p:nvPr>
        </p:nvSpPr>
        <p:spPr>
          <a:xfrm>
            <a:off x="6933565" y="1970333"/>
            <a:ext cx="44850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Action → learning</a:t>
            </a:r>
            <a:endParaRPr/>
          </a:p>
        </p:txBody>
      </p:sp>
      <p:sp>
        <p:nvSpPr>
          <p:cNvPr id="394" name="Google Shape;394;p50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1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Execution evidence—not screenshots</a:t>
            </a:r>
            <a:endParaRPr/>
          </a:p>
        </p:txBody>
      </p:sp>
      <p:sp>
        <p:nvSpPr>
          <p:cNvPr id="400" name="Google Shape;400;p51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51"/>
          <p:cNvSpPr txBox="1"/>
          <p:nvPr>
            <p:ph idx="2" type="subTitle"/>
          </p:nvPr>
        </p:nvSpPr>
        <p:spPr>
          <a:xfrm>
            <a:off x="764709" y="1988833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60,000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Immutable daily risk-history rows</a:t>
            </a:r>
            <a:endParaRPr/>
          </a:p>
        </p:txBody>
      </p:sp>
      <p:sp>
        <p:nvSpPr>
          <p:cNvPr id="402" name="Google Shape;402;p51"/>
          <p:cNvSpPr txBox="1"/>
          <p:nvPr>
            <p:ph idx="3" type="subTitle"/>
          </p:nvPr>
        </p:nvSpPr>
        <p:spPr>
          <a:xfrm>
            <a:off x="6313520" y="1988833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0.9669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Synthetic validation PR-AUC</a:t>
            </a:r>
            <a:endParaRPr/>
          </a:p>
        </p:txBody>
      </p:sp>
      <p:sp>
        <p:nvSpPr>
          <p:cNvPr id="403" name="Google Shape;403;p51"/>
          <p:cNvSpPr txBox="1"/>
          <p:nvPr>
            <p:ph idx="4" type="subTitle"/>
          </p:nvPr>
        </p:nvSpPr>
        <p:spPr>
          <a:xfrm>
            <a:off x="764709" y="4302068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SUCCESS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Full workflow and idempotent replay</a:t>
            </a:r>
            <a:endParaRPr/>
          </a:p>
        </p:txBody>
      </p:sp>
      <p:sp>
        <p:nvSpPr>
          <p:cNvPr id="404" name="Google Shape;404;p51"/>
          <p:cNvSpPr txBox="1"/>
          <p:nvPr>
            <p:ph idx="5" type="subTitle"/>
          </p:nvPr>
        </p:nvSpPr>
        <p:spPr>
          <a:xfrm>
            <a:off x="6313520" y="4302068"/>
            <a:ext cx="5110800" cy="1785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ONLINE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Both serving sync tables</a:t>
            </a:r>
            <a:endParaRPr/>
          </a:p>
        </p:txBody>
      </p:sp>
      <p:sp>
        <p:nvSpPr>
          <p:cNvPr id="405" name="Google Shape;405;p51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2"/>
          <p:cNvSpPr txBox="1"/>
          <p:nvPr>
            <p:ph type="title"/>
          </p:nvPr>
        </p:nvSpPr>
        <p:spPr>
          <a:xfrm>
            <a:off x="749245" y="535597"/>
            <a:ext cx="10659300" cy="583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Trust is designed in—and limitations stay visible</a:t>
            </a:r>
            <a:endParaRPr/>
          </a:p>
        </p:txBody>
      </p:sp>
      <p:sp>
        <p:nvSpPr>
          <p:cNvPr id="411" name="Google Shape;411;p52"/>
          <p:cNvSpPr txBox="1"/>
          <p:nvPr>
            <p:ph idx="1" type="subTitle"/>
          </p:nvPr>
        </p:nvSpPr>
        <p:spPr>
          <a:xfrm>
            <a:off x="764809" y="1174702"/>
            <a:ext cx="10659300" cy="583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52"/>
          <p:cNvSpPr txBox="1"/>
          <p:nvPr>
            <p:ph idx="2" type="body"/>
          </p:nvPr>
        </p:nvSpPr>
        <p:spPr>
          <a:xfrm>
            <a:off x="761809" y="2691865"/>
            <a:ext cx="4518900" cy="336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Row-filtered advisor access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Aggregate-only executive products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Read-only serving tables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Cited AI and inspectable SQL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Visible stale, partial, and error states</a:t>
            </a:r>
            <a:endParaRPr/>
          </a:p>
        </p:txBody>
      </p:sp>
      <p:sp>
        <p:nvSpPr>
          <p:cNvPr id="413" name="Google Shape;413;p52"/>
          <p:cNvSpPr txBox="1"/>
          <p:nvPr>
            <p:ph idx="3" type="body"/>
          </p:nvPr>
        </p:nvSpPr>
        <p:spPr>
          <a:xfrm>
            <a:off x="6916469" y="2691865"/>
            <a:ext cx="4518900" cy="3367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Synthetic data and designed signals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No causal impact claim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No automated adverse action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No institutional validation yet</a:t>
            </a:r>
            <a:endParaRPr/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Triggered daily—not real time</a:t>
            </a:r>
            <a:endParaRPr/>
          </a:p>
        </p:txBody>
      </p:sp>
      <p:sp>
        <p:nvSpPr>
          <p:cNvPr id="414" name="Google Shape;414;p52"/>
          <p:cNvSpPr txBox="1"/>
          <p:nvPr>
            <p:ph idx="4" type="subTitle"/>
          </p:nvPr>
        </p:nvSpPr>
        <p:spPr>
          <a:xfrm>
            <a:off x="795814" y="1970333"/>
            <a:ext cx="44844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Trust controls</a:t>
            </a:r>
            <a:endParaRPr/>
          </a:p>
        </p:txBody>
      </p:sp>
      <p:sp>
        <p:nvSpPr>
          <p:cNvPr id="415" name="Google Shape;415;p52"/>
          <p:cNvSpPr txBox="1"/>
          <p:nvPr>
            <p:ph idx="5" type="subTitle"/>
          </p:nvPr>
        </p:nvSpPr>
        <p:spPr>
          <a:xfrm>
            <a:off x="6933565" y="1970333"/>
            <a:ext cx="4485000" cy="64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lang="en"/>
              <a:t>Honest boundaries</a:t>
            </a:r>
            <a:endParaRPr/>
          </a:p>
        </p:txBody>
      </p:sp>
      <p:sp>
        <p:nvSpPr>
          <p:cNvPr id="416" name="Google Shape;416;p52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3"/>
          <p:cNvSpPr txBox="1"/>
          <p:nvPr>
            <p:ph idx="12" type="sldNum"/>
          </p:nvPr>
        </p:nvSpPr>
        <p:spPr>
          <a:xfrm>
            <a:off x="11097669" y="6473300"/>
            <a:ext cx="324300" cy="18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atabricks Theme">
  <a:themeElements>
    <a:clrScheme name="Office">
      <a:dk1>
        <a:srgbClr val="1B3139"/>
      </a:dk1>
      <a:lt1>
        <a:srgbClr val="F9F7F4"/>
      </a:lt1>
      <a:dk2>
        <a:srgbClr val="FF5F46"/>
      </a:dk2>
      <a:lt2>
        <a:srgbClr val="EEEDE9"/>
      </a:lt2>
      <a:accent1>
        <a:srgbClr val="1B5162"/>
      </a:accent1>
      <a:accent2>
        <a:srgbClr val="00A972"/>
      </a:accent2>
      <a:accent3>
        <a:srgbClr val="98102A"/>
      </a:accent3>
      <a:accent4>
        <a:srgbClr val="FFAB00"/>
      </a:accent4>
      <a:accent5>
        <a:srgbClr val="618794"/>
      </a:accent5>
      <a:accent6>
        <a:srgbClr val="4359FF"/>
      </a:accent6>
      <a:hlink>
        <a:srgbClr val="FF362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