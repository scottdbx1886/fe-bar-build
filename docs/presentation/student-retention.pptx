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  <p:sldMasterId id="2147483688" r:id="rId5"/>
  </p:sldMasterIdLst>
  <p:notesMasterIdLst>
    <p:notesMasterId r:id="rId6"/>
  </p:notesMasterIdLst>
  <p:sldIdLst>
    <p:sldId id="354" r:id="rId119"/>
    <p:sldId id="355" r:id="rId120"/>
    <p:sldId id="356" r:id="rId121"/>
    <p:sldId id="357" r:id="rId122"/>
    <p:sldId id="358" r:id="rId123"/>
    <p:sldId id="359" r:id="rId124"/>
    <p:sldId id="360" r:id="rId125"/>
    <p:sldId id="361" r:id="rId126"/>
    <p:sldId id="362" r:id="rId127"/>
    <p:sldId id="363" r:id="rId128"/>
    <p:sldId id="364" r:id="rId129"/>
    <p:sldId id="365" r:id="rId130"/>
  </p:sldIdLst>
  <p:sldSz cy="6858000" cx="12188950"/>
  <p:notesSz cx="6858000" cy="9144000"/>
  <p:embeddedFontLst>
    <p:embeddedFont>
      <p:font typeface="DM Sans Medium"/>
      <p:regular r:id="rId105"/>
      <p:bold r:id="rId106"/>
      <p:italic r:id="rId107"/>
      <p:boldItalic r:id="rId108"/>
    </p:embeddedFont>
    <p:embeddedFont>
      <p:font typeface="DM Sans"/>
      <p:regular r:id="rId109"/>
      <p:bold r:id="rId110"/>
      <p:italic r:id="rId111"/>
      <p:boldItalic r:id="rId112"/>
    </p:embeddedFont>
    <p:embeddedFont>
      <p:font typeface="Barlow"/>
      <p:regular r:id="rId113"/>
      <p:bold r:id="rId114"/>
      <p:italic r:id="rId115"/>
      <p:boldItalic r:id="rId116"/>
    </p:embeddedFont>
    <p:embeddedFont>
      <p:font typeface="DM Mono"/>
      <p:regular r:id="rId117"/>
      <p:italic r:id="rId1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63754A-54BE-41FD-8631-09E1B99DC330}">
  <a:tblStyle styleId="{B363754A-54BE-41FD-8631-09E1B99DC330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05" Type="http://schemas.openxmlformats.org/officeDocument/2006/relationships/font" Target="fonts/DMSansMedium-regular.fntdata"/><Relationship Id="rId106" Type="http://schemas.openxmlformats.org/officeDocument/2006/relationships/font" Target="fonts/DMSansMedium-bold.fntdata"/><Relationship Id="rId107" Type="http://schemas.openxmlformats.org/officeDocument/2006/relationships/font" Target="fonts/DMSansMedium-italic.fntdata"/><Relationship Id="rId108" Type="http://schemas.openxmlformats.org/officeDocument/2006/relationships/font" Target="fonts/DMSansMedium-boldItalic.fntdata"/><Relationship Id="rId109" Type="http://schemas.openxmlformats.org/officeDocument/2006/relationships/font" Target="fonts/DMSans-regular.fntdata"/><Relationship Id="rId110" Type="http://schemas.openxmlformats.org/officeDocument/2006/relationships/font" Target="fonts/DMSans-bold.fntdata"/><Relationship Id="rId111" Type="http://schemas.openxmlformats.org/officeDocument/2006/relationships/font" Target="fonts/DMSans-italic.fntdata"/><Relationship Id="rId112" Type="http://schemas.openxmlformats.org/officeDocument/2006/relationships/font" Target="fonts/DMSans-boldItalic.fntdata"/><Relationship Id="rId113" Type="http://schemas.openxmlformats.org/officeDocument/2006/relationships/font" Target="fonts/Barlow-regular.fntdata"/><Relationship Id="rId114" Type="http://schemas.openxmlformats.org/officeDocument/2006/relationships/font" Target="fonts/Barlow-bold.fntdata"/><Relationship Id="rId115" Type="http://schemas.openxmlformats.org/officeDocument/2006/relationships/font" Target="fonts/Barlow-italic.fntdata"/><Relationship Id="rId116" Type="http://schemas.openxmlformats.org/officeDocument/2006/relationships/font" Target="fonts/Barlow-boldItalic.fntdata"/><Relationship Id="rId117" Type="http://schemas.openxmlformats.org/officeDocument/2006/relationships/font" Target="fonts/DMMono-regular.fntdata"/><Relationship Id="rId118" Type="http://schemas.openxmlformats.org/officeDocument/2006/relationships/font" Target="fonts/DMMono-italic.fntdata"/><Relationship Id="rId119" Type="http://schemas.openxmlformats.org/officeDocument/2006/relationships/slide" Target="slides/slide99.xml"/><Relationship Id="rId120" Type="http://schemas.openxmlformats.org/officeDocument/2006/relationships/slide" Target="slides/slide100.xml"/><Relationship Id="rId121" Type="http://schemas.openxmlformats.org/officeDocument/2006/relationships/slide" Target="slides/slide101.xml"/><Relationship Id="rId122" Type="http://schemas.openxmlformats.org/officeDocument/2006/relationships/slide" Target="slides/slide102.xml"/><Relationship Id="rId123" Type="http://schemas.openxmlformats.org/officeDocument/2006/relationships/slide" Target="slides/slide103.xml"/><Relationship Id="rId124" Type="http://schemas.openxmlformats.org/officeDocument/2006/relationships/slide" Target="slides/slide104.xml"/><Relationship Id="rId125" Type="http://schemas.openxmlformats.org/officeDocument/2006/relationships/slide" Target="slides/slide105.xml"/><Relationship Id="rId126" Type="http://schemas.openxmlformats.org/officeDocument/2006/relationships/slide" Target="slides/slide106.xml"/><Relationship Id="rId127" Type="http://schemas.openxmlformats.org/officeDocument/2006/relationships/slide" Target="slides/slide107.xml"/><Relationship Id="rId128" Type="http://schemas.openxmlformats.org/officeDocument/2006/relationships/slide" Target="slides/slide108.xml"/><Relationship Id="rId129" Type="http://schemas.openxmlformats.org/officeDocument/2006/relationships/slide" Target="slides/slide109.xml"/><Relationship Id="rId130" Type="http://schemas.openxmlformats.org/officeDocument/2006/relationships/slide" Target="slides/slide1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507" y="992767"/>
            <a:ext cx="11358000" cy="27369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496" y="3778833"/>
            <a:ext cx="11358000" cy="1056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496" y="2867800"/>
            <a:ext cx="11358000" cy="11223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496" y="740800"/>
            <a:ext cx="3743100" cy="1007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496" y="1852800"/>
            <a:ext cx="3743100" cy="4239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503" y="600200"/>
            <a:ext cx="8488200" cy="54543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4475" y="-167"/>
            <a:ext cx="6094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3911" y="1644233"/>
            <a:ext cx="5392200" cy="19764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3911" y="3737433"/>
            <a:ext cx="5392200" cy="1646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4352" y="965433"/>
            <a:ext cx="5114700" cy="49269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496" y="1474833"/>
            <a:ext cx="11358000" cy="2618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496" y="4202967"/>
            <a:ext cx="11358000" cy="1734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Title Slide A - Light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761800" y="1186975"/>
            <a:ext cx="5332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761809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808" y="609599"/>
            <a:ext cx="2558260" cy="4054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" name="Google Shape;60;p14"/>
          <p:cNvCxnSpPr/>
          <p:nvPr/>
        </p:nvCxnSpPr>
        <p:spPr>
          <a:xfrm>
            <a:off x="761809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4"/>
          <p:cNvSpPr txBox="1"/>
          <p:nvPr>
            <p:ph idx="2" type="subTitle"/>
          </p:nvPr>
        </p:nvSpPr>
        <p:spPr>
          <a:xfrm>
            <a:off x="761809" y="5756000"/>
            <a:ext cx="5262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58" y="608125"/>
            <a:ext cx="5650993" cy="5641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itle Slide A - Dark">
  <p:cSld name="TITLE_1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761800" y="1186975"/>
            <a:ext cx="5332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761809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67" name="Google Shape;6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1810" y="609606"/>
            <a:ext cx="2558261" cy="406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5"/>
          <p:cNvCxnSpPr/>
          <p:nvPr/>
        </p:nvCxnSpPr>
        <p:spPr>
          <a:xfrm>
            <a:off x="761809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761809" y="5756000"/>
            <a:ext cx="5262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59" y="608138"/>
            <a:ext cx="5650993" cy="5641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le Slide B - Light">
  <p:cSld name="TITLE_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761800" y="1186975"/>
            <a:ext cx="5332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761809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808" y="609599"/>
            <a:ext cx="2558260" cy="4054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6"/>
          <p:cNvCxnSpPr/>
          <p:nvPr/>
        </p:nvCxnSpPr>
        <p:spPr>
          <a:xfrm>
            <a:off x="761809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6"/>
          <p:cNvSpPr txBox="1"/>
          <p:nvPr>
            <p:ph idx="2" type="subTitle"/>
          </p:nvPr>
        </p:nvSpPr>
        <p:spPr>
          <a:xfrm>
            <a:off x="761809" y="5756000"/>
            <a:ext cx="5262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itle Slide B - Dark">
  <p:cSld name="TITLE_1_1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761800" y="1186975"/>
            <a:ext cx="5332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761809" y="3835400"/>
            <a:ext cx="61701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1810" y="609606"/>
            <a:ext cx="2558261" cy="406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7"/>
          <p:cNvCxnSpPr/>
          <p:nvPr/>
        </p:nvCxnSpPr>
        <p:spPr>
          <a:xfrm>
            <a:off x="761809" y="5617267"/>
            <a:ext cx="560400" cy="0"/>
          </a:xfrm>
          <a:prstGeom prst="straightConnector1">
            <a:avLst/>
          </a:prstGeom>
          <a:noFill/>
          <a:ln cap="flat" cmpd="sng" w="38100">
            <a:solidFill>
              <a:srgbClr val="FF69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7"/>
          <p:cNvSpPr txBox="1"/>
          <p:nvPr>
            <p:ph idx="2" type="subTitle"/>
          </p:nvPr>
        </p:nvSpPr>
        <p:spPr>
          <a:xfrm>
            <a:off x="761809" y="5756000"/>
            <a:ext cx="5262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Content A - Basic">
  <p:cSld name="OBJECT_1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sz="400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 sz="24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761809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DM Sans"/>
              <a:buChar char="•"/>
              <a:defRPr i="0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556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DM Sans"/>
              <a:buChar char="•"/>
              <a:defRPr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Content A - Basic White 1">
  <p:cSld name="OBJECT_1_1"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761809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556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 Content B - 2 Column">
  <p:cSld name="OBJECT_2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cxnSp>
        <p:nvCxnSpPr>
          <p:cNvPr id="99" name="Google Shape;99;p20"/>
          <p:cNvCxnSpPr/>
          <p:nvPr/>
        </p:nvCxnSpPr>
        <p:spPr>
          <a:xfrm>
            <a:off x="6098558" y="1892033"/>
            <a:ext cx="0" cy="4425900"/>
          </a:xfrm>
          <a:prstGeom prst="straightConnector1">
            <a:avLst/>
          </a:prstGeom>
          <a:noFill/>
          <a:ln cap="flat" cmpd="sng" w="9525">
            <a:solidFill>
              <a:srgbClr val="EF6450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00" name="Google Shape;100;p20"/>
          <p:cNvSpPr txBox="1"/>
          <p:nvPr>
            <p:ph idx="2" type="body"/>
          </p:nvPr>
        </p:nvSpPr>
        <p:spPr>
          <a:xfrm>
            <a:off x="761809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"/>
              <a:buChar char="•"/>
              <a:defRPr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3" type="body"/>
          </p:nvPr>
        </p:nvSpPr>
        <p:spPr>
          <a:xfrm>
            <a:off x="6916469" y="2691865"/>
            <a:ext cx="45189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"/>
              <a:buChar char="•"/>
              <a:defRPr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4" type="subTitle"/>
          </p:nvPr>
        </p:nvSpPr>
        <p:spPr>
          <a:xfrm>
            <a:off x="795814" y="1970333"/>
            <a:ext cx="44844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5" type="subTitle"/>
          </p:nvPr>
        </p:nvSpPr>
        <p:spPr>
          <a:xfrm>
            <a:off x="6933565" y="1970333"/>
            <a:ext cx="44850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Content B - 2 Column w/ Icon Spot">
  <p:cSld name="OBJECT_2_1_1_2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761809" y="3986900"/>
            <a:ext cx="45189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" name="Google Shape;108;p21"/>
          <p:cNvSpPr txBox="1"/>
          <p:nvPr>
            <p:ph idx="2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3" type="body"/>
          </p:nvPr>
        </p:nvSpPr>
        <p:spPr>
          <a:xfrm>
            <a:off x="6931932" y="3986900"/>
            <a:ext cx="44952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4" type="subTitle"/>
          </p:nvPr>
        </p:nvSpPr>
        <p:spPr>
          <a:xfrm>
            <a:off x="795814" y="3126633"/>
            <a:ext cx="44844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5" type="subTitle"/>
          </p:nvPr>
        </p:nvSpPr>
        <p:spPr>
          <a:xfrm>
            <a:off x="6948938" y="3126633"/>
            <a:ext cx="44613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cxnSp>
        <p:nvCxnSpPr>
          <p:cNvPr id="112" name="Google Shape;112;p21"/>
          <p:cNvCxnSpPr/>
          <p:nvPr/>
        </p:nvCxnSpPr>
        <p:spPr>
          <a:xfrm>
            <a:off x="6098592" y="1892033"/>
            <a:ext cx="0" cy="4425900"/>
          </a:xfrm>
          <a:prstGeom prst="straightConnector1">
            <a:avLst/>
          </a:prstGeom>
          <a:noFill/>
          <a:ln cap="flat" cmpd="sng" w="9525">
            <a:solidFill>
              <a:srgbClr val="EF6450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Content C - 3 Column">
  <p:cSld name="OBJECT_2_1_1_1_2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16" name="Google Shape;116;p22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cxnSp>
        <p:nvCxnSpPr>
          <p:cNvPr id="117" name="Google Shape;117;p22"/>
          <p:cNvCxnSpPr/>
          <p:nvPr/>
        </p:nvCxnSpPr>
        <p:spPr>
          <a:xfrm>
            <a:off x="7933896" y="1892033"/>
            <a:ext cx="0" cy="4425900"/>
          </a:xfrm>
          <a:prstGeom prst="straightConnector1">
            <a:avLst/>
          </a:prstGeom>
          <a:noFill/>
          <a:ln cap="flat" cmpd="sng" w="9525">
            <a:solidFill>
              <a:srgbClr val="EF6450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118" name="Google Shape;118;p22"/>
          <p:cNvCxnSpPr/>
          <p:nvPr/>
        </p:nvCxnSpPr>
        <p:spPr>
          <a:xfrm>
            <a:off x="4236558" y="1892033"/>
            <a:ext cx="0" cy="4425900"/>
          </a:xfrm>
          <a:prstGeom prst="straightConnector1">
            <a:avLst/>
          </a:prstGeom>
          <a:noFill/>
          <a:ln cap="flat" cmpd="sng" w="9525">
            <a:solidFill>
              <a:srgbClr val="EF6450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19" name="Google Shape;119;p22"/>
          <p:cNvSpPr txBox="1"/>
          <p:nvPr>
            <p:ph idx="2" type="body"/>
          </p:nvPr>
        </p:nvSpPr>
        <p:spPr>
          <a:xfrm>
            <a:off x="761809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0" name="Google Shape;120;p22"/>
          <p:cNvSpPr txBox="1"/>
          <p:nvPr>
            <p:ph idx="3" type="body"/>
          </p:nvPr>
        </p:nvSpPr>
        <p:spPr>
          <a:xfrm>
            <a:off x="4482478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1" name="Google Shape;121;p22"/>
          <p:cNvSpPr txBox="1"/>
          <p:nvPr>
            <p:ph idx="4" type="body"/>
          </p:nvPr>
        </p:nvSpPr>
        <p:spPr>
          <a:xfrm>
            <a:off x="8167756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2" name="Google Shape;122;p22"/>
          <p:cNvSpPr txBox="1"/>
          <p:nvPr>
            <p:ph idx="5" type="subTitle"/>
          </p:nvPr>
        </p:nvSpPr>
        <p:spPr>
          <a:xfrm>
            <a:off x="786070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2"/>
          <p:cNvSpPr txBox="1"/>
          <p:nvPr>
            <p:ph idx="6" type="subTitle"/>
          </p:nvPr>
        </p:nvSpPr>
        <p:spPr>
          <a:xfrm>
            <a:off x="4494675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2"/>
          <p:cNvSpPr txBox="1"/>
          <p:nvPr>
            <p:ph idx="7" type="subTitle"/>
          </p:nvPr>
        </p:nvSpPr>
        <p:spPr>
          <a:xfrm>
            <a:off x="8179953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Content C - 3 Column w/ Icon Spot">
  <p:cSld name="OBJECT_2_1_1_2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761809" y="3986900"/>
            <a:ext cx="32241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9" name="Google Shape;129;p23"/>
          <p:cNvSpPr txBox="1"/>
          <p:nvPr>
            <p:ph idx="2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3" type="body"/>
          </p:nvPr>
        </p:nvSpPr>
        <p:spPr>
          <a:xfrm>
            <a:off x="4482478" y="3986900"/>
            <a:ext cx="32241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1" name="Google Shape;131;p23"/>
          <p:cNvSpPr txBox="1"/>
          <p:nvPr>
            <p:ph idx="4" type="subTitle"/>
          </p:nvPr>
        </p:nvSpPr>
        <p:spPr>
          <a:xfrm>
            <a:off x="786070" y="3126633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2" name="Google Shape;132;p23"/>
          <p:cNvSpPr txBox="1"/>
          <p:nvPr>
            <p:ph idx="5" type="subTitle"/>
          </p:nvPr>
        </p:nvSpPr>
        <p:spPr>
          <a:xfrm>
            <a:off x="4494675" y="3126633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3"/>
          <p:cNvSpPr txBox="1"/>
          <p:nvPr>
            <p:ph idx="6" type="body"/>
          </p:nvPr>
        </p:nvSpPr>
        <p:spPr>
          <a:xfrm>
            <a:off x="8167756" y="3986900"/>
            <a:ext cx="32241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7" type="subTitle"/>
          </p:nvPr>
        </p:nvSpPr>
        <p:spPr>
          <a:xfrm>
            <a:off x="8179953" y="31266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135" name="Google Shape;135;p23"/>
          <p:cNvCxnSpPr/>
          <p:nvPr/>
        </p:nvCxnSpPr>
        <p:spPr>
          <a:xfrm>
            <a:off x="7933896" y="1892033"/>
            <a:ext cx="0" cy="4425900"/>
          </a:xfrm>
          <a:prstGeom prst="straightConnector1">
            <a:avLst/>
          </a:prstGeom>
          <a:noFill/>
          <a:ln cap="flat" cmpd="sng" w="9525">
            <a:solidFill>
              <a:srgbClr val="EF6450"/>
            </a:solidFill>
            <a:prstDash val="solid"/>
            <a:miter lim="800000"/>
            <a:headEnd len="med" w="med" type="oval"/>
            <a:tailEnd len="med" w="med" type="oval"/>
          </a:ln>
        </p:spPr>
      </p:cxnSp>
      <p:cxnSp>
        <p:nvCxnSpPr>
          <p:cNvPr id="136" name="Google Shape;136;p23"/>
          <p:cNvCxnSpPr/>
          <p:nvPr/>
        </p:nvCxnSpPr>
        <p:spPr>
          <a:xfrm>
            <a:off x="4236558" y="1892033"/>
            <a:ext cx="0" cy="4425900"/>
          </a:xfrm>
          <a:prstGeom prst="straightConnector1">
            <a:avLst/>
          </a:prstGeom>
          <a:noFill/>
          <a:ln cap="flat" cmpd="sng" w="9525">
            <a:solidFill>
              <a:srgbClr val="EF6450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Content C - 3 Column Cards">
  <p:cSld name="OBJECT_2_1_1_1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>
            <a:off x="7980003" y="1825633"/>
            <a:ext cx="35994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4294659" y="1825633"/>
            <a:ext cx="35994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609447" y="1825633"/>
            <a:ext cx="35994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761809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2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3" type="body"/>
          </p:nvPr>
        </p:nvSpPr>
        <p:spPr>
          <a:xfrm>
            <a:off x="4482478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6" name="Google Shape;146;p24"/>
          <p:cNvSpPr txBox="1"/>
          <p:nvPr>
            <p:ph idx="4" type="body"/>
          </p:nvPr>
        </p:nvSpPr>
        <p:spPr>
          <a:xfrm>
            <a:off x="8167756" y="2825567"/>
            <a:ext cx="3224100" cy="3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•"/>
              <a:def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7" name="Google Shape;147;p24"/>
          <p:cNvSpPr txBox="1"/>
          <p:nvPr>
            <p:ph idx="5" type="subTitle"/>
          </p:nvPr>
        </p:nvSpPr>
        <p:spPr>
          <a:xfrm>
            <a:off x="786070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8" name="Google Shape;148;p24"/>
          <p:cNvSpPr txBox="1"/>
          <p:nvPr>
            <p:ph idx="6" type="subTitle"/>
          </p:nvPr>
        </p:nvSpPr>
        <p:spPr>
          <a:xfrm>
            <a:off x="4494675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9" name="Google Shape;149;p24"/>
          <p:cNvSpPr txBox="1"/>
          <p:nvPr>
            <p:ph idx="7" type="subTitle"/>
          </p:nvPr>
        </p:nvSpPr>
        <p:spPr>
          <a:xfrm>
            <a:off x="8179953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Content D - Card Right">
  <p:cSld name="OBJECT_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53" name="Google Shape;153;p25"/>
          <p:cNvSpPr/>
          <p:nvPr/>
        </p:nvSpPr>
        <p:spPr>
          <a:xfrm>
            <a:off x="6024226" y="1825633"/>
            <a:ext cx="55551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761809" y="1988833"/>
            <a:ext cx="43548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"/>
              <a:buChar char="•"/>
              <a:defRPr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2" type="body"/>
          </p:nvPr>
        </p:nvSpPr>
        <p:spPr>
          <a:xfrm>
            <a:off x="6164724" y="1988833"/>
            <a:ext cx="52440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"/>
              <a:buChar char="•"/>
              <a:defRPr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3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Content D - Card Left">
  <p:cSld name="OBJECT_2_2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60" name="Google Shape;160;p26"/>
          <p:cNvSpPr/>
          <p:nvPr/>
        </p:nvSpPr>
        <p:spPr>
          <a:xfrm>
            <a:off x="609447" y="1825633"/>
            <a:ext cx="55551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7072430" y="1988833"/>
            <a:ext cx="43548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"/>
              <a:buChar char="•"/>
              <a:defRPr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2" type="body"/>
          </p:nvPr>
        </p:nvSpPr>
        <p:spPr>
          <a:xfrm>
            <a:off x="759194" y="1988833"/>
            <a:ext cx="52440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"/>
              <a:buChar char="•"/>
              <a:defRPr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" name="Google Shape;163;p26"/>
          <p:cNvSpPr txBox="1"/>
          <p:nvPr>
            <p:ph idx="3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Content D - Card Large">
  <p:cSld name="OBJECT_2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609447" y="1825633"/>
            <a:ext cx="10969800" cy="44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761809" y="1988833"/>
            <a:ext cx="10659300" cy="4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"/>
              <a:buChar char="•"/>
              <a:defRPr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27"/>
          <p:cNvSpPr txBox="1"/>
          <p:nvPr>
            <p:ph idx="2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0" name="Google Shape;170;p27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Content D - Card Quad">
  <p:cSld name="OBJECT_2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/>
          <p:nvPr/>
        </p:nvSpPr>
        <p:spPr>
          <a:xfrm>
            <a:off x="6161558" y="4147599"/>
            <a:ext cx="5414700" cy="2105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/>
          <p:nvPr/>
        </p:nvSpPr>
        <p:spPr>
          <a:xfrm>
            <a:off x="609447" y="4147599"/>
            <a:ext cx="5414700" cy="2105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/>
          <p:nvPr/>
        </p:nvSpPr>
        <p:spPr>
          <a:xfrm>
            <a:off x="6161558" y="1825633"/>
            <a:ext cx="5414700" cy="2105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8"/>
          <p:cNvSpPr/>
          <p:nvPr/>
        </p:nvSpPr>
        <p:spPr>
          <a:xfrm>
            <a:off x="609447" y="1825633"/>
            <a:ext cx="5414700" cy="2105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28625" rotWithShape="0" algn="bl" dir="5400000" dist="95250">
              <a:srgbClr val="000000">
                <a:alpha val="12000"/>
              </a:srgbClr>
            </a:outerShdw>
          </a:effectLst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8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77" name="Google Shape;177;p28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1100"/>
              </a:spcBef>
              <a:spcAft>
                <a:spcPts val="0"/>
              </a:spcAft>
              <a:buSzPts val="2400"/>
              <a:buFont typeface="DM Sans Medium"/>
              <a:buNone/>
              <a:defRPr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8" name="Google Shape;178;p28"/>
          <p:cNvSpPr txBox="1"/>
          <p:nvPr>
            <p:ph idx="2" type="subTitle"/>
          </p:nvPr>
        </p:nvSpPr>
        <p:spPr>
          <a:xfrm>
            <a:off x="764709" y="1988833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3" type="subTitle"/>
          </p:nvPr>
        </p:nvSpPr>
        <p:spPr>
          <a:xfrm>
            <a:off x="6313520" y="1988833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4" type="subTitle"/>
          </p:nvPr>
        </p:nvSpPr>
        <p:spPr>
          <a:xfrm>
            <a:off x="764709" y="4302068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5" type="subTitle"/>
          </p:nvPr>
        </p:nvSpPr>
        <p:spPr>
          <a:xfrm>
            <a:off x="6313520" y="4302068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Power Statement 1">
  <p:cSld name="OBJECT_2_1_1_2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1675975" y="535625"/>
            <a:ext cx="8837100" cy="5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DM Sans Medium"/>
              <a:buNone/>
              <a:defRPr i="0" sz="4800" u="none" cap="none" strike="noStrike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Blank">
  <p:cSld name="OBJECT_2_1_1_2_1_1_1_3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30"/>
          <p:cNvSpPr/>
          <p:nvPr/>
        </p:nvSpPr>
        <p:spPr>
          <a:xfrm>
            <a:off x="-25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Power Statement 2">
  <p:cSld name="OBJECT_2_1_1_2_1_1_1_1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1675975" y="535625"/>
            <a:ext cx="8837100" cy="5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DM Sans Medium"/>
              <a:buNone/>
              <a:defRPr i="0" sz="4800" u="none" cap="none" strike="noStrike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91" name="Google Shape;191;p31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Power Statement 3">
  <p:cSld name="OBJECT_2_1_1_2_1_1_1_1_1">
    <p:bg>
      <p:bgPr>
        <a:solidFill>
          <a:schemeClr val="accent4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1675975" y="535625"/>
            <a:ext cx="8837100" cy="5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DM Sans Medium"/>
              <a:buNone/>
              <a:defRPr i="0" sz="4800" u="none" cap="none" strike="noStrike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4" name="Google Shape;194;p32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E - Power Statement 4">
  <p:cSld name="OBJECT_2_1_1_2_1_1_1_1_1_1">
    <p:bg>
      <p:bgPr>
        <a:solidFill>
          <a:schemeClr val="accen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1675975" y="535625"/>
            <a:ext cx="8837100" cy="5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DM Sans Medium"/>
              <a:buNone/>
              <a:defRPr i="0" sz="4800" u="none" cap="none" strike="noStrike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66487" y="6474098"/>
            <a:ext cx="188420" cy="188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F - Artistic Divider 1">
  <p:cSld name="OBJECT_2_1_1_2_1_1_1_1_1_1_1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749246" y="535633"/>
            <a:ext cx="8878200" cy="5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DM Sans Medium"/>
              <a:buNone/>
              <a:defRPr i="0" sz="6400" u="none" cap="none" strike="noStrike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01" name="Google Shape;201;p34"/>
          <p:cNvSpPr/>
          <p:nvPr/>
        </p:nvSpPr>
        <p:spPr>
          <a:xfrm>
            <a:off x="11225458" y="0"/>
            <a:ext cx="9753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4"/>
          <p:cNvSpPr/>
          <p:nvPr/>
        </p:nvSpPr>
        <p:spPr>
          <a:xfrm>
            <a:off x="10205213" y="0"/>
            <a:ext cx="1989000" cy="198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4"/>
          <p:cNvSpPr/>
          <p:nvPr/>
        </p:nvSpPr>
        <p:spPr>
          <a:xfrm rot="10800000">
            <a:off x="10205315" y="4258800"/>
            <a:ext cx="1989000" cy="19896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4"/>
          <p:cNvSpPr/>
          <p:nvPr/>
        </p:nvSpPr>
        <p:spPr>
          <a:xfrm>
            <a:off x="11225458" y="3283200"/>
            <a:ext cx="975300" cy="9756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4"/>
          <p:cNvSpPr/>
          <p:nvPr/>
        </p:nvSpPr>
        <p:spPr>
          <a:xfrm rot="-5400000">
            <a:off x="11216810" y="3283117"/>
            <a:ext cx="977700" cy="977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4"/>
          <p:cNvSpPr/>
          <p:nvPr/>
        </p:nvSpPr>
        <p:spPr>
          <a:xfrm>
            <a:off x="8239838" y="975600"/>
            <a:ext cx="481200" cy="48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4"/>
          <p:cNvSpPr/>
          <p:nvPr/>
        </p:nvSpPr>
        <p:spPr>
          <a:xfrm>
            <a:off x="8868881" y="5767200"/>
            <a:ext cx="481200" cy="48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4"/>
          <p:cNvSpPr/>
          <p:nvPr/>
        </p:nvSpPr>
        <p:spPr>
          <a:xfrm>
            <a:off x="9968739" y="3046667"/>
            <a:ext cx="236400" cy="2364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F - Artistic Divider 2">
  <p:cSld name="OBJECT_2_1_1_2_1_1_1_1_1_1_1_1"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/>
          <p:nvPr/>
        </p:nvSpPr>
        <p:spPr>
          <a:xfrm rot="10800000">
            <a:off x="10359958" y="1989767"/>
            <a:ext cx="865500" cy="8655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5"/>
          <p:cNvSpPr/>
          <p:nvPr/>
        </p:nvSpPr>
        <p:spPr>
          <a:xfrm rot="10800000">
            <a:off x="10508758" y="1989600"/>
            <a:ext cx="716700" cy="716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13" name="Google Shape;213;p35"/>
          <p:cNvSpPr/>
          <p:nvPr/>
        </p:nvSpPr>
        <p:spPr>
          <a:xfrm rot="10800000">
            <a:off x="10653025" y="1989633"/>
            <a:ext cx="571800" cy="57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cxnSp>
        <p:nvCxnSpPr>
          <p:cNvPr id="214" name="Google Shape;214;p35"/>
          <p:cNvCxnSpPr>
            <a:stCxn id="213" idx="2"/>
          </p:cNvCxnSpPr>
          <p:nvPr/>
        </p:nvCxnSpPr>
        <p:spPr>
          <a:xfrm rot="10800000">
            <a:off x="10653025" y="1981383"/>
            <a:ext cx="0" cy="294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35"/>
          <p:cNvCxnSpPr>
            <a:stCxn id="211" idx="2"/>
          </p:cNvCxnSpPr>
          <p:nvPr/>
        </p:nvCxnSpPr>
        <p:spPr>
          <a:xfrm rot="10800000">
            <a:off x="10359958" y="1983617"/>
            <a:ext cx="0" cy="438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35"/>
          <p:cNvCxnSpPr>
            <a:stCxn id="212" idx="2"/>
          </p:cNvCxnSpPr>
          <p:nvPr/>
        </p:nvCxnSpPr>
        <p:spPr>
          <a:xfrm rot="10800000">
            <a:off x="10508758" y="1983450"/>
            <a:ext cx="0" cy="364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35"/>
          <p:cNvCxnSpPr>
            <a:stCxn id="213" idx="0"/>
          </p:cNvCxnSpPr>
          <p:nvPr/>
        </p:nvCxnSpPr>
        <p:spPr>
          <a:xfrm>
            <a:off x="10938925" y="2561733"/>
            <a:ext cx="325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35"/>
          <p:cNvCxnSpPr>
            <a:stCxn id="212" idx="0"/>
          </p:cNvCxnSpPr>
          <p:nvPr/>
        </p:nvCxnSpPr>
        <p:spPr>
          <a:xfrm>
            <a:off x="10867108" y="2706300"/>
            <a:ext cx="475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35"/>
          <p:cNvCxnSpPr>
            <a:stCxn id="211" idx="0"/>
          </p:cNvCxnSpPr>
          <p:nvPr/>
        </p:nvCxnSpPr>
        <p:spPr>
          <a:xfrm>
            <a:off x="10792708" y="2855267"/>
            <a:ext cx="456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35"/>
          <p:cNvSpPr txBox="1"/>
          <p:nvPr>
            <p:ph type="title"/>
          </p:nvPr>
        </p:nvSpPr>
        <p:spPr>
          <a:xfrm>
            <a:off x="749246" y="535633"/>
            <a:ext cx="8878200" cy="5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DM Sans Medium"/>
              <a:buNone/>
              <a:defRPr i="0" sz="6400" u="none" cap="none" strike="noStrike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21" name="Google Shape;221;p35"/>
          <p:cNvSpPr/>
          <p:nvPr/>
        </p:nvSpPr>
        <p:spPr>
          <a:xfrm>
            <a:off x="10250102" y="0"/>
            <a:ext cx="9753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5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5"/>
          <p:cNvSpPr/>
          <p:nvPr/>
        </p:nvSpPr>
        <p:spPr>
          <a:xfrm>
            <a:off x="10205213" y="4258800"/>
            <a:ext cx="1989000" cy="1989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5"/>
          <p:cNvSpPr/>
          <p:nvPr/>
        </p:nvSpPr>
        <p:spPr>
          <a:xfrm rot="-5400000">
            <a:off x="10204913" y="300"/>
            <a:ext cx="1989600" cy="1989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5"/>
          <p:cNvSpPr/>
          <p:nvPr/>
        </p:nvSpPr>
        <p:spPr>
          <a:xfrm>
            <a:off x="11225458" y="1989733"/>
            <a:ext cx="9753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5"/>
          <p:cNvSpPr/>
          <p:nvPr/>
        </p:nvSpPr>
        <p:spPr>
          <a:xfrm rot="-5400000">
            <a:off x="11216810" y="1989650"/>
            <a:ext cx="977700" cy="977400"/>
          </a:xfrm>
          <a:prstGeom prst="rtTriangle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/>
          <p:nvPr/>
        </p:nvSpPr>
        <p:spPr>
          <a:xfrm>
            <a:off x="9724133" y="5767200"/>
            <a:ext cx="481200" cy="4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5"/>
          <p:cNvSpPr/>
          <p:nvPr/>
        </p:nvSpPr>
        <p:spPr>
          <a:xfrm>
            <a:off x="8868881" y="494400"/>
            <a:ext cx="481200" cy="48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5"/>
          <p:cNvSpPr/>
          <p:nvPr/>
        </p:nvSpPr>
        <p:spPr>
          <a:xfrm>
            <a:off x="10199848" y="4258800"/>
            <a:ext cx="1989000" cy="19896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F - Artistic Divider 3">
  <p:cSld name="OBJECT_2_1_1_2_1_1_1_1_1_1_1_1_1"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749246" y="535633"/>
            <a:ext cx="8878200" cy="5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DM Sans Medium"/>
              <a:buNone/>
              <a:defRPr i="0" sz="6400" u="none" cap="none" strike="noStrike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32" name="Google Shape;232;p36"/>
          <p:cNvSpPr/>
          <p:nvPr/>
        </p:nvSpPr>
        <p:spPr>
          <a:xfrm>
            <a:off x="10220276" y="1989600"/>
            <a:ext cx="975300" cy="97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6"/>
          <p:cNvSpPr/>
          <p:nvPr/>
        </p:nvSpPr>
        <p:spPr>
          <a:xfrm>
            <a:off x="11213594" y="2965200"/>
            <a:ext cx="980700" cy="19896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6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6"/>
          <p:cNvSpPr/>
          <p:nvPr/>
        </p:nvSpPr>
        <p:spPr>
          <a:xfrm rot="10800000">
            <a:off x="10202633" y="2965200"/>
            <a:ext cx="1989000" cy="198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6"/>
          <p:cNvSpPr/>
          <p:nvPr/>
        </p:nvSpPr>
        <p:spPr>
          <a:xfrm rot="-5400000">
            <a:off x="10204913" y="300"/>
            <a:ext cx="1989600" cy="198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6"/>
          <p:cNvSpPr/>
          <p:nvPr/>
        </p:nvSpPr>
        <p:spPr>
          <a:xfrm rot="-5400000">
            <a:off x="8287565" y="33"/>
            <a:ext cx="480300" cy="4803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</a:t>
            </a:r>
            <a:endParaRPr sz="1900"/>
          </a:p>
        </p:txBody>
      </p:sp>
      <p:sp>
        <p:nvSpPr>
          <p:cNvPr id="238" name="Google Shape;238;p36"/>
          <p:cNvSpPr/>
          <p:nvPr/>
        </p:nvSpPr>
        <p:spPr>
          <a:xfrm>
            <a:off x="11707870" y="5767200"/>
            <a:ext cx="481200" cy="4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6"/>
          <p:cNvSpPr/>
          <p:nvPr/>
        </p:nvSpPr>
        <p:spPr>
          <a:xfrm>
            <a:off x="9724133" y="535633"/>
            <a:ext cx="481200" cy="48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6"/>
          <p:cNvSpPr/>
          <p:nvPr/>
        </p:nvSpPr>
        <p:spPr>
          <a:xfrm rot="10800000">
            <a:off x="10202633" y="2965200"/>
            <a:ext cx="1989000" cy="1989600"/>
          </a:xfrm>
          <a:prstGeom prst="arc">
            <a:avLst>
              <a:gd fmla="val 1620000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6"/>
          <p:cNvSpPr/>
          <p:nvPr/>
        </p:nvSpPr>
        <p:spPr>
          <a:xfrm rot="-5400000">
            <a:off x="10202230" y="2965500"/>
            <a:ext cx="1989600" cy="1989000"/>
          </a:xfrm>
          <a:prstGeom prst="arc">
            <a:avLst>
              <a:gd fmla="val 1620000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36"/>
          <p:cNvCxnSpPr/>
          <p:nvPr/>
        </p:nvCxnSpPr>
        <p:spPr>
          <a:xfrm>
            <a:off x="11372088" y="1986300"/>
            <a:ext cx="0" cy="975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36"/>
          <p:cNvCxnSpPr/>
          <p:nvPr/>
        </p:nvCxnSpPr>
        <p:spPr>
          <a:xfrm>
            <a:off x="11537980" y="1986300"/>
            <a:ext cx="0" cy="975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6"/>
          <p:cNvCxnSpPr/>
          <p:nvPr/>
        </p:nvCxnSpPr>
        <p:spPr>
          <a:xfrm>
            <a:off x="11703871" y="1986300"/>
            <a:ext cx="0" cy="975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6"/>
          <p:cNvCxnSpPr/>
          <p:nvPr/>
        </p:nvCxnSpPr>
        <p:spPr>
          <a:xfrm>
            <a:off x="11869763" y="1986300"/>
            <a:ext cx="0" cy="975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6"/>
          <p:cNvCxnSpPr/>
          <p:nvPr/>
        </p:nvCxnSpPr>
        <p:spPr>
          <a:xfrm>
            <a:off x="12035655" y="1986300"/>
            <a:ext cx="0" cy="975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F - Artistic Divider Dark 1">
  <p:cSld name="OBJECT_2_1_1_2_1_1_1_1_1_1_1_2">
    <p:bg>
      <p:bgPr>
        <a:solidFill>
          <a:schemeClr val="dk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 txBox="1"/>
          <p:nvPr>
            <p:ph type="title"/>
          </p:nvPr>
        </p:nvSpPr>
        <p:spPr>
          <a:xfrm>
            <a:off x="749246" y="535633"/>
            <a:ext cx="8878200" cy="5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DM Sans Medium"/>
              <a:buNone/>
              <a:defRPr i="0" sz="6400" u="none" cap="none" strike="noStrike">
                <a:solidFill>
                  <a:schemeClr val="lt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49" name="Google Shape;249;p37"/>
          <p:cNvSpPr/>
          <p:nvPr/>
        </p:nvSpPr>
        <p:spPr>
          <a:xfrm>
            <a:off x="11225458" y="0"/>
            <a:ext cx="975300" cy="97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7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7"/>
          <p:cNvSpPr/>
          <p:nvPr/>
        </p:nvSpPr>
        <p:spPr>
          <a:xfrm>
            <a:off x="10205213" y="0"/>
            <a:ext cx="1989000" cy="1989600"/>
          </a:xfrm>
          <a:prstGeom prst="ellipse">
            <a:avLst/>
          </a:prstGeom>
          <a:solidFill>
            <a:srgbClr val="FF5F46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/>
          <p:nvPr/>
        </p:nvSpPr>
        <p:spPr>
          <a:xfrm rot="10800000">
            <a:off x="10205315" y="4258800"/>
            <a:ext cx="1989000" cy="1989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7"/>
          <p:cNvSpPr/>
          <p:nvPr/>
        </p:nvSpPr>
        <p:spPr>
          <a:xfrm>
            <a:off x="11225458" y="3283200"/>
            <a:ext cx="975300" cy="9756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7"/>
          <p:cNvSpPr/>
          <p:nvPr/>
        </p:nvSpPr>
        <p:spPr>
          <a:xfrm rot="-5400000">
            <a:off x="11216810" y="3283117"/>
            <a:ext cx="977700" cy="977400"/>
          </a:xfrm>
          <a:prstGeom prst="rtTriangle">
            <a:avLst/>
          </a:prstGeom>
          <a:solidFill>
            <a:srgbClr val="143D4A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</a:endParaRPr>
          </a:p>
        </p:txBody>
      </p:sp>
      <p:sp>
        <p:nvSpPr>
          <p:cNvPr id="255" name="Google Shape;255;p37"/>
          <p:cNvSpPr/>
          <p:nvPr/>
        </p:nvSpPr>
        <p:spPr>
          <a:xfrm>
            <a:off x="8239838" y="975600"/>
            <a:ext cx="481200" cy="48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"/>
          <p:cNvSpPr/>
          <p:nvPr/>
        </p:nvSpPr>
        <p:spPr>
          <a:xfrm>
            <a:off x="8868881" y="5767200"/>
            <a:ext cx="481200" cy="481200"/>
          </a:xfrm>
          <a:prstGeom prst="ellipse">
            <a:avLst/>
          </a:prstGeom>
          <a:solidFill>
            <a:srgbClr val="FF5F46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7"/>
          <p:cNvSpPr/>
          <p:nvPr/>
        </p:nvSpPr>
        <p:spPr>
          <a:xfrm>
            <a:off x="9968739" y="3046667"/>
            <a:ext cx="236400" cy="236400"/>
          </a:xfrm>
          <a:prstGeom prst="rtTriangle">
            <a:avLst/>
          </a:prstGeom>
          <a:solidFill>
            <a:srgbClr val="143D4A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F - Artistic Divider Dark 2">
  <p:cSld name="OBJECT_2_1_1_2_1_1_1_1_1_1_1_1_2">
    <p:bg>
      <p:bgPr>
        <a:solidFill>
          <a:schemeClr val="dk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/>
          <p:nvPr/>
        </p:nvSpPr>
        <p:spPr>
          <a:xfrm rot="10800000">
            <a:off x="10359958" y="1989767"/>
            <a:ext cx="865500" cy="8655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60" name="Google Shape;260;p38"/>
          <p:cNvSpPr/>
          <p:nvPr/>
        </p:nvSpPr>
        <p:spPr>
          <a:xfrm rot="10800000">
            <a:off x="10508758" y="1989600"/>
            <a:ext cx="716700" cy="716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61" name="Google Shape;261;p38"/>
          <p:cNvSpPr/>
          <p:nvPr/>
        </p:nvSpPr>
        <p:spPr>
          <a:xfrm rot="10800000">
            <a:off x="10653025" y="1989633"/>
            <a:ext cx="571800" cy="57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cxnSp>
        <p:nvCxnSpPr>
          <p:cNvPr id="262" name="Google Shape;262;p38"/>
          <p:cNvCxnSpPr>
            <a:stCxn id="261" idx="2"/>
          </p:cNvCxnSpPr>
          <p:nvPr/>
        </p:nvCxnSpPr>
        <p:spPr>
          <a:xfrm rot="10800000">
            <a:off x="10653025" y="1981383"/>
            <a:ext cx="0" cy="29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8"/>
          <p:cNvCxnSpPr>
            <a:stCxn id="259" idx="2"/>
          </p:cNvCxnSpPr>
          <p:nvPr/>
        </p:nvCxnSpPr>
        <p:spPr>
          <a:xfrm rot="10800000">
            <a:off x="10359958" y="1983617"/>
            <a:ext cx="0" cy="4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8"/>
          <p:cNvCxnSpPr>
            <a:stCxn id="260" idx="2"/>
          </p:cNvCxnSpPr>
          <p:nvPr/>
        </p:nvCxnSpPr>
        <p:spPr>
          <a:xfrm rot="10800000">
            <a:off x="10508758" y="1983450"/>
            <a:ext cx="0" cy="3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8"/>
          <p:cNvCxnSpPr>
            <a:stCxn id="261" idx="0"/>
          </p:cNvCxnSpPr>
          <p:nvPr/>
        </p:nvCxnSpPr>
        <p:spPr>
          <a:xfrm>
            <a:off x="10938925" y="2561733"/>
            <a:ext cx="32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8"/>
          <p:cNvCxnSpPr>
            <a:stCxn id="260" idx="0"/>
          </p:cNvCxnSpPr>
          <p:nvPr/>
        </p:nvCxnSpPr>
        <p:spPr>
          <a:xfrm>
            <a:off x="10867108" y="2706300"/>
            <a:ext cx="47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8"/>
          <p:cNvCxnSpPr>
            <a:stCxn id="259" idx="0"/>
          </p:cNvCxnSpPr>
          <p:nvPr/>
        </p:nvCxnSpPr>
        <p:spPr>
          <a:xfrm>
            <a:off x="10792708" y="2855267"/>
            <a:ext cx="45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38"/>
          <p:cNvSpPr txBox="1"/>
          <p:nvPr>
            <p:ph type="title"/>
          </p:nvPr>
        </p:nvSpPr>
        <p:spPr>
          <a:xfrm>
            <a:off x="749246" y="535633"/>
            <a:ext cx="8878200" cy="5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DM Sans Medium"/>
              <a:buNone/>
              <a:defRPr i="0" sz="64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69" name="Google Shape;269;p38"/>
          <p:cNvSpPr/>
          <p:nvPr/>
        </p:nvSpPr>
        <p:spPr>
          <a:xfrm>
            <a:off x="10250102" y="0"/>
            <a:ext cx="975300" cy="97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8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38"/>
          <p:cNvSpPr/>
          <p:nvPr/>
        </p:nvSpPr>
        <p:spPr>
          <a:xfrm>
            <a:off x="10205213" y="4258800"/>
            <a:ext cx="1989000" cy="19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8"/>
          <p:cNvSpPr/>
          <p:nvPr/>
        </p:nvSpPr>
        <p:spPr>
          <a:xfrm rot="-5400000">
            <a:off x="10204913" y="300"/>
            <a:ext cx="1989600" cy="1989000"/>
          </a:xfrm>
          <a:prstGeom prst="rtTriangle">
            <a:avLst/>
          </a:prstGeom>
          <a:solidFill>
            <a:srgbClr val="143D4A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8"/>
          <p:cNvSpPr/>
          <p:nvPr/>
        </p:nvSpPr>
        <p:spPr>
          <a:xfrm>
            <a:off x="11225458" y="1989733"/>
            <a:ext cx="975300" cy="97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8"/>
          <p:cNvSpPr/>
          <p:nvPr/>
        </p:nvSpPr>
        <p:spPr>
          <a:xfrm rot="-5400000">
            <a:off x="11216810" y="1989650"/>
            <a:ext cx="977700" cy="977400"/>
          </a:xfrm>
          <a:prstGeom prst="rtTriangle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8"/>
          <p:cNvSpPr/>
          <p:nvPr/>
        </p:nvSpPr>
        <p:spPr>
          <a:xfrm>
            <a:off x="9724133" y="5767200"/>
            <a:ext cx="481200" cy="481200"/>
          </a:xfrm>
          <a:prstGeom prst="rect">
            <a:avLst/>
          </a:prstGeom>
          <a:solidFill>
            <a:srgbClr val="FF5F46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8"/>
          <p:cNvSpPr/>
          <p:nvPr/>
        </p:nvSpPr>
        <p:spPr>
          <a:xfrm>
            <a:off x="8868881" y="494400"/>
            <a:ext cx="481200" cy="481200"/>
          </a:xfrm>
          <a:prstGeom prst="ellipse">
            <a:avLst/>
          </a:prstGeom>
          <a:solidFill>
            <a:srgbClr val="FF5F46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8"/>
          <p:cNvSpPr/>
          <p:nvPr/>
        </p:nvSpPr>
        <p:spPr>
          <a:xfrm>
            <a:off x="10199848" y="4258800"/>
            <a:ext cx="1989000" cy="19896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43D4A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F - Artistic Divider Dark 3">
  <p:cSld name="OBJECT_2_1_1_2_1_1_1_1_1_1_1_1_1_1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type="title"/>
          </p:nvPr>
        </p:nvSpPr>
        <p:spPr>
          <a:xfrm>
            <a:off x="749246" y="535633"/>
            <a:ext cx="8878200" cy="5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DM Sans Medium"/>
              <a:buNone/>
              <a:defRPr i="0" sz="6400" u="none" cap="none" strike="noStrike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80" name="Google Shape;280;p39"/>
          <p:cNvSpPr/>
          <p:nvPr/>
        </p:nvSpPr>
        <p:spPr>
          <a:xfrm>
            <a:off x="10220276" y="1989600"/>
            <a:ext cx="975300" cy="97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9"/>
          <p:cNvSpPr/>
          <p:nvPr/>
        </p:nvSpPr>
        <p:spPr>
          <a:xfrm>
            <a:off x="11213594" y="2965200"/>
            <a:ext cx="980700" cy="19896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9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9"/>
          <p:cNvSpPr/>
          <p:nvPr/>
        </p:nvSpPr>
        <p:spPr>
          <a:xfrm rot="10800000">
            <a:off x="10202633" y="2965200"/>
            <a:ext cx="1989000" cy="19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9"/>
          <p:cNvSpPr/>
          <p:nvPr/>
        </p:nvSpPr>
        <p:spPr>
          <a:xfrm rot="-5400000">
            <a:off x="10204913" y="300"/>
            <a:ext cx="1989600" cy="1989000"/>
          </a:xfrm>
          <a:prstGeom prst="rtTriangle">
            <a:avLst/>
          </a:prstGeom>
          <a:solidFill>
            <a:srgbClr val="143D4A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9"/>
          <p:cNvSpPr/>
          <p:nvPr/>
        </p:nvSpPr>
        <p:spPr>
          <a:xfrm rot="-5400000">
            <a:off x="8287565" y="33"/>
            <a:ext cx="480300" cy="480300"/>
          </a:xfrm>
          <a:prstGeom prst="rtTriangle">
            <a:avLst/>
          </a:prstGeom>
          <a:solidFill>
            <a:srgbClr val="143D4A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</a:t>
            </a:r>
            <a:endParaRPr sz="1900"/>
          </a:p>
        </p:txBody>
      </p:sp>
      <p:sp>
        <p:nvSpPr>
          <p:cNvPr id="286" name="Google Shape;286;p39"/>
          <p:cNvSpPr/>
          <p:nvPr/>
        </p:nvSpPr>
        <p:spPr>
          <a:xfrm>
            <a:off x="11707870" y="5767200"/>
            <a:ext cx="481200" cy="4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9"/>
          <p:cNvSpPr/>
          <p:nvPr/>
        </p:nvSpPr>
        <p:spPr>
          <a:xfrm>
            <a:off x="9724133" y="535633"/>
            <a:ext cx="481200" cy="48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9"/>
          <p:cNvSpPr/>
          <p:nvPr/>
        </p:nvSpPr>
        <p:spPr>
          <a:xfrm rot="10800000">
            <a:off x="10202633" y="2965200"/>
            <a:ext cx="1989000" cy="19896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43D4A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9"/>
          <p:cNvSpPr/>
          <p:nvPr/>
        </p:nvSpPr>
        <p:spPr>
          <a:xfrm rot="-5400000">
            <a:off x="10202230" y="2965500"/>
            <a:ext cx="1989600" cy="19890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43D4A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0" name="Google Shape;290;p39"/>
          <p:cNvCxnSpPr/>
          <p:nvPr/>
        </p:nvCxnSpPr>
        <p:spPr>
          <a:xfrm>
            <a:off x="11372088" y="1986300"/>
            <a:ext cx="0" cy="9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9"/>
          <p:cNvCxnSpPr/>
          <p:nvPr/>
        </p:nvCxnSpPr>
        <p:spPr>
          <a:xfrm>
            <a:off x="11537980" y="1986300"/>
            <a:ext cx="0" cy="9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9"/>
          <p:cNvCxnSpPr/>
          <p:nvPr/>
        </p:nvCxnSpPr>
        <p:spPr>
          <a:xfrm>
            <a:off x="11703871" y="1986300"/>
            <a:ext cx="0" cy="9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9"/>
          <p:cNvCxnSpPr/>
          <p:nvPr/>
        </p:nvCxnSpPr>
        <p:spPr>
          <a:xfrm>
            <a:off x="11869763" y="1986300"/>
            <a:ext cx="0" cy="9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9"/>
          <p:cNvCxnSpPr/>
          <p:nvPr/>
        </p:nvCxnSpPr>
        <p:spPr>
          <a:xfrm>
            <a:off x="12035655" y="1986300"/>
            <a:ext cx="0" cy="9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 - Closing Light">
  <p:cSld name="OBJECT_2_1_1_2_1_1_1_2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21211" y="2819733"/>
            <a:ext cx="6146561" cy="97426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0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 - Closing Dark">
  <p:cSld name="OBJECT_2_1_1_2_1_1_1_1_2">
    <p:bg>
      <p:bgPr>
        <a:solidFill>
          <a:schemeClr val="dk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21195" y="2819748"/>
            <a:ext cx="6146563" cy="977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1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3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rtl="0" algn="r">
              <a:buNone/>
              <a:defRPr sz="1300">
                <a:solidFill>
                  <a:schemeClr val="dk2"/>
                </a:solidFill>
              </a:defRPr>
            </a:lvl1pPr>
            <a:lvl2pPr lvl="1" rtl="0" algn="r">
              <a:buNone/>
              <a:defRPr sz="1300">
                <a:solidFill>
                  <a:schemeClr val="dk2"/>
                </a:solidFill>
              </a:defRPr>
            </a:lvl2pPr>
            <a:lvl3pPr lvl="2" rtl="0" algn="r">
              <a:buNone/>
              <a:defRPr sz="1300">
                <a:solidFill>
                  <a:schemeClr val="dk2"/>
                </a:solidFill>
              </a:defRPr>
            </a:lvl3pPr>
            <a:lvl4pPr lvl="3" rtl="0" algn="r">
              <a:buNone/>
              <a:defRPr sz="1300">
                <a:solidFill>
                  <a:schemeClr val="dk2"/>
                </a:solidFill>
              </a:defRPr>
            </a:lvl4pPr>
            <a:lvl5pPr lvl="4" rtl="0" algn="r">
              <a:buNone/>
              <a:defRPr sz="1300">
                <a:solidFill>
                  <a:schemeClr val="dk2"/>
                </a:solidFill>
              </a:defRPr>
            </a:lvl5pPr>
            <a:lvl6pPr lvl="5" rtl="0" algn="r">
              <a:buNone/>
              <a:defRPr sz="1300">
                <a:solidFill>
                  <a:schemeClr val="dk2"/>
                </a:solidFill>
              </a:defRPr>
            </a:lvl6pPr>
            <a:lvl7pPr lvl="6" rtl="0" algn="r">
              <a:buNone/>
              <a:defRPr sz="1300">
                <a:solidFill>
                  <a:schemeClr val="dk2"/>
                </a:solidFill>
              </a:defRPr>
            </a:lvl7pPr>
            <a:lvl8pPr lvl="7" rtl="0" algn="r">
              <a:buNone/>
              <a:defRPr sz="1300">
                <a:solidFill>
                  <a:schemeClr val="dk2"/>
                </a:solidFill>
              </a:defRPr>
            </a:lvl8pPr>
            <a:lvl9pPr lvl="8" rtl="0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M Sans Medium"/>
              <a:buNone/>
              <a:defRPr i="0" sz="4000" u="none" cap="none" strike="noStrik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61809" y="1825633"/>
            <a:ext cx="10589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DM Sans"/>
              <a:buChar char="•"/>
              <a:defRPr i="0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DM Sans"/>
              <a:buChar char="•"/>
              <a:defRPr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•"/>
              <a:defRPr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646561" y="6361500"/>
            <a:ext cx="5377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©2021 Databricks Inc. — All rights reserved</a:t>
            </a:r>
            <a:endParaRPr sz="1100"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0665331" y="6473302"/>
            <a:ext cx="186720" cy="1867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11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11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11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11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11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11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11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11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110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">
          <p15:clr>
            <a:srgbClr val="EA4335"/>
          </p15:clr>
        </p15:guide>
        <p15:guide id="2" pos="480">
          <p15:clr>
            <a:srgbClr val="EA4335"/>
          </p15:clr>
        </p15:guide>
        <p15:guide id="3" pos="960">
          <p15:clr>
            <a:srgbClr val="EA4335"/>
          </p15:clr>
        </p15:guide>
        <p15:guide id="4" pos="1056">
          <p15:clr>
            <a:srgbClr val="EA4335"/>
          </p15:clr>
        </p15:guide>
        <p15:guide id="5" pos="1518">
          <p15:clr>
            <a:srgbClr val="EA4335"/>
          </p15:clr>
        </p15:guide>
        <p15:guide id="6" pos="1614">
          <p15:clr>
            <a:srgbClr val="EA4335"/>
          </p15:clr>
        </p15:guide>
        <p15:guide id="7" pos="2091">
          <p15:clr>
            <a:srgbClr val="EA4335"/>
          </p15:clr>
        </p15:guide>
        <p15:guide id="8" pos="2185">
          <p15:clr>
            <a:srgbClr val="EA4335"/>
          </p15:clr>
        </p15:guide>
        <p15:guide id="9" pos="2651">
          <p15:clr>
            <a:srgbClr val="EA4335"/>
          </p15:clr>
        </p15:guide>
        <p15:guide id="10" pos="2755">
          <p15:clr>
            <a:srgbClr val="EA4335"/>
          </p15:clr>
        </p15:guide>
        <p15:guide id="11" pos="3223">
          <p15:clr>
            <a:srgbClr val="EA4335"/>
          </p15:clr>
        </p15:guide>
        <p15:guide id="12" pos="3326">
          <p15:clr>
            <a:srgbClr val="EA4335"/>
          </p15:clr>
        </p15:guide>
        <p15:guide id="13" pos="3795">
          <p15:clr>
            <a:srgbClr val="EA4335"/>
          </p15:clr>
        </p15:guide>
        <p15:guide id="14" pos="3883">
          <p15:clr>
            <a:srgbClr val="EA4335"/>
          </p15:clr>
        </p15:guide>
        <p15:guide id="15" pos="4367">
          <p15:clr>
            <a:srgbClr val="EA4335"/>
          </p15:clr>
        </p15:guide>
        <p15:guide id="16" pos="4455">
          <p15:clr>
            <a:srgbClr val="EA4335"/>
          </p15:clr>
        </p15:guide>
        <p15:guide id="17" pos="4923">
          <p15:clr>
            <a:srgbClr val="EA4335"/>
          </p15:clr>
        </p15:guide>
        <p15:guide id="18" pos="5027">
          <p15:clr>
            <a:srgbClr val="EA4335"/>
          </p15:clr>
        </p15:guide>
        <p15:guide id="19" pos="5493">
          <p15:clr>
            <a:srgbClr val="EA4335"/>
          </p15:clr>
        </p15:guide>
        <p15:guide id="20" pos="5587">
          <p15:clr>
            <a:srgbClr val="EA4335"/>
          </p15:clr>
        </p15:guide>
        <p15:guide id="21" pos="6064">
          <p15:clr>
            <a:srgbClr val="EA4335"/>
          </p15:clr>
        </p15:guide>
        <p15:guide id="22" pos="6161">
          <p15:clr>
            <a:srgbClr val="EA4335"/>
          </p15:clr>
        </p15:guide>
        <p15:guide id="23" pos="6622">
          <p15:clr>
            <a:srgbClr val="EA4335"/>
          </p15:clr>
        </p15:guide>
        <p15:guide id="24" pos="6718">
          <p15:clr>
            <a:srgbClr val="EA4335"/>
          </p15:clr>
        </p15:guide>
        <p15:guide id="25" pos="7198">
          <p15:clr>
            <a:srgbClr val="EA4335"/>
          </p15:clr>
        </p15:guide>
        <p15:guide id="26" pos="7294">
          <p15:clr>
            <a:srgbClr val="EA4335"/>
          </p15:clr>
        </p15:guide>
        <p15:guide id="27" orient="horz" pos="3936">
          <p15:clr>
            <a:srgbClr val="EA4335"/>
          </p15:clr>
        </p15:guide>
        <p15:guide id="28" orient="horz" pos="384">
          <p15:clr>
            <a:srgbClr val="EA4335"/>
          </p15:clr>
        </p15:guide>
        <p15:guide id="29" pos="3839">
          <p15:clr>
            <a:srgbClr val="EA4335"/>
          </p15:clr>
        </p15:guide>
        <p15:guide id="30" orient="horz" pos="2160">
          <p15:clr>
            <a:srgbClr val="EA4335"/>
          </p15:clr>
        </p15:guide>
      </p15:sldGuideLst>
    </p:ext>
  </p:extLst>
</p:sldMaster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5" name="Google Shape;505;p56"/>
          <p:cNvSpPr txBox="1"/>
          <p:nvPr>
            <p:ph type="ctrTitle"/>
          </p:nvPr>
        </p:nvSpPr>
        <p:spPr>
          <a:xfrm>
            <a:off x="761800" y="1186975"/>
            <a:ext cx="5332800" cy="23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From Fragmented Signals to Timely Student Support</a:t>
            </a:r>
          </a:p>
        </p:txBody>
      </p:sp>
      <p:sp>
        <p:nvSpPr>
          <p:cNvPr id="506" name="Google Shape;506;p56"/>
          <p:cNvSpPr txBox="1"/>
          <p:nvPr>
            <p:ph idx="1" type="subTitle"/>
          </p:nvPr>
        </p:nvSpPr>
        <p:spPr>
          <a:xfrm>
            <a:off x="761809" y="3835400"/>
            <a:ext cx="6170100" cy="122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A governed student-retention workflow on Databricks</a:t>
            </a:r>
          </a:p>
        </p:txBody>
      </p:sp>
      <p:sp>
        <p:nvSpPr>
          <p:cNvPr id="507" name="Google Shape;507;p56"/>
          <p:cNvSpPr txBox="1"/>
          <p:nvPr>
            <p:ph idx="2" type="subTitle"/>
          </p:nvPr>
        </p:nvSpPr>
        <p:spPr>
          <a:xfrm>
            <a:off x="761809" y="5756000"/>
            <a:ext cx="5262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Public Sector • Higher Education • Synthetic demonstration</a:t>
            </a:r>
          </a:p>
        </p:txBody>
      </p:sp>
      <p:sp>
        <p:nvSpPr>
          <p:cNvPr id="508" name="Google Shape;508;p56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4" name="Google Shape;664;p71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2</a:t>
            </a:r>
          </a:p>
        </p:txBody>
      </p:sp>
      <p:sp>
        <p:nvSpPr>
          <p:cNvPr id="665" name="Google Shape;665;p71"/>
          <p:cNvSpPr txBox="1"/>
          <p:nvPr>
            <p:ph type="title"/>
          </p:nvPr>
        </p:nvSpPr>
        <p:spPr>
          <a:xfrm>
            <a:off x="1341898" y="535633"/>
            <a:ext cx="9474000" cy="5712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Advisors need to know who needs attention today—and why—without compromising trust.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4" name="Google Shape;744;p81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3</a:t>
            </a:r>
          </a:p>
        </p:txBody>
      </p:sp>
      <p:sp>
        <p:nvSpPr>
          <p:cNvPr id="745" name="Google Shape;745;p81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Buyer KPIs and synthetic demo baseline</a:t>
            </a:r>
          </a:p>
        </p:txBody>
      </p:sp>
      <p:sp>
        <p:nvSpPr>
          <p:cNvPr id="746" name="Google Shape;746;p81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Designed values demonstrate the workflow—not real institutional performance.</a:t>
            </a:r>
          </a:p>
        </p:txBody>
      </p:sp>
      <p:sp>
        <p:nvSpPr>
          <p:cNvPr id="747" name="Google Shape;747;p81"/>
          <p:cNvSpPr txBox="1"/>
          <p:nvPr>
            <p:ph idx="2" type="subTitle"/>
          </p:nvPr>
        </p:nvSpPr>
        <p:spPr>
          <a:xfrm>
            <a:off x="764709" y="1988833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88.88%</a:t>
            </a:r>
          </a:p>
          <a:p>
            <a:r>
              <a:t>Synthetic retention rate</a:t>
            </a:r>
          </a:p>
        </p:txBody>
      </p:sp>
      <p:sp>
        <p:nvSpPr>
          <p:cNvPr id="748" name="Google Shape;748;p81"/>
          <p:cNvSpPr txBox="1"/>
          <p:nvPr>
            <p:ph idx="3" type="subTitle"/>
          </p:nvPr>
        </p:nvSpPr>
        <p:spPr>
          <a:xfrm>
            <a:off x="6313520" y="1988833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2,664</a:t>
            </a:r>
          </a:p>
          <a:p>
            <a:r>
              <a:t>Initially elevated-risk students</a:t>
            </a:r>
          </a:p>
        </p:txBody>
      </p:sp>
      <p:sp>
        <p:nvSpPr>
          <p:cNvPr id="749" name="Google Shape;749;p81"/>
          <p:cNvSpPr txBox="1"/>
          <p:nvPr>
            <p:ph idx="4" type="subTitle"/>
          </p:nvPr>
        </p:nvSpPr>
        <p:spPr>
          <a:xfrm>
            <a:off x="764709" y="4302068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$24.1M</a:t>
            </a:r>
          </a:p>
          <a:p>
            <a:r>
              <a:t>Estimated synthetic tuition exposure</a:t>
            </a:r>
          </a:p>
        </p:txBody>
      </p:sp>
      <p:sp>
        <p:nvSpPr>
          <p:cNvPr id="750" name="Google Shape;750;p81"/>
          <p:cNvSpPr txBox="1"/>
          <p:nvPr>
            <p:ph idx="5" type="subTitle"/>
          </p:nvPr>
        </p:nvSpPr>
        <p:spPr>
          <a:xfrm>
            <a:off x="6313520" y="4302068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20,000</a:t>
            </a:r>
          </a:p>
          <a:p>
            <a:r>
              <a:t>Current synthetic students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4" name="Google Shape;694;p76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4</a:t>
            </a:r>
          </a:p>
        </p:txBody>
      </p:sp>
      <p:sp>
        <p:nvSpPr>
          <p:cNvPr id="695" name="Google Shape;695;p76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Current-state friction delays action</a:t>
            </a:r>
          </a:p>
        </p:txBody>
      </p:sp>
      <p:sp>
        <p:nvSpPr>
          <p:cNvPr id="696" name="Google Shape;696;p76"/>
          <p:cNvSpPr txBox="1"/>
          <p:nvPr>
            <p:ph idx="1" type="body"/>
          </p:nvPr>
        </p:nvSpPr>
        <p:spPr>
          <a:xfrm>
            <a:off x="761809" y="2825567"/>
            <a:ext cx="3224100" cy="32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Attendance, LMS, finance, enrollment, and case data arrive on different clocks.</a:t>
            </a:r>
          </a:p>
        </p:txBody>
      </p:sp>
      <p:sp>
        <p:nvSpPr>
          <p:cNvPr id="697" name="Google Shape;697;p76"/>
          <p:cNvSpPr txBox="1"/>
          <p:nvPr>
            <p:ph idx="2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The problem is operational, not simply predictive.</a:t>
            </a:r>
          </a:p>
        </p:txBody>
      </p:sp>
      <p:sp>
        <p:nvSpPr>
          <p:cNvPr id="698" name="Google Shape;698;p76"/>
          <p:cNvSpPr txBox="1"/>
          <p:nvPr>
            <p:ph idx="3" type="body"/>
          </p:nvPr>
        </p:nvSpPr>
        <p:spPr>
          <a:xfrm>
            <a:off x="4482478" y="2825567"/>
            <a:ext cx="3224100" cy="32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Advisors reconcile data manually and lack a defensible daily queue.</a:t>
            </a:r>
          </a:p>
        </p:txBody>
      </p:sp>
      <p:sp>
        <p:nvSpPr>
          <p:cNvPr id="699" name="Google Shape;699;p76"/>
          <p:cNvSpPr txBox="1"/>
          <p:nvPr>
            <p:ph idx="4" type="body"/>
          </p:nvPr>
        </p:nvSpPr>
        <p:spPr>
          <a:xfrm>
            <a:off x="8167756" y="2825567"/>
            <a:ext cx="3224100" cy="32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Outreach and outcomes are disconnected from executive coverage and analytics.</a:t>
            </a:r>
          </a:p>
        </p:txBody>
      </p:sp>
      <p:sp>
        <p:nvSpPr>
          <p:cNvPr id="700" name="Google Shape;700;p76"/>
          <p:cNvSpPr txBox="1"/>
          <p:nvPr>
            <p:ph idx="5" type="subTitle"/>
          </p:nvPr>
        </p:nvSpPr>
        <p:spPr>
          <a:xfrm>
            <a:off x="786070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Fragmented signals</a:t>
            </a:r>
          </a:p>
        </p:txBody>
      </p:sp>
      <p:sp>
        <p:nvSpPr>
          <p:cNvPr id="701" name="Google Shape;701;p76"/>
          <p:cNvSpPr txBox="1"/>
          <p:nvPr>
            <p:ph idx="6" type="subTitle"/>
          </p:nvPr>
        </p:nvSpPr>
        <p:spPr>
          <a:xfrm>
            <a:off x="4494675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Inconsistent prioritization</a:t>
            </a:r>
          </a:p>
        </p:txBody>
      </p:sp>
      <p:sp>
        <p:nvSpPr>
          <p:cNvPr id="702" name="Google Shape;702;p76"/>
          <p:cNvSpPr txBox="1"/>
          <p:nvPr>
            <p:ph idx="7" type="subTitle"/>
          </p:nvPr>
        </p:nvSpPr>
        <p:spPr>
          <a:xfrm>
            <a:off x="8179953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Weak feedback loop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5" name="Google Shape;595;p65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5</a:t>
            </a:r>
          </a:p>
        </p:txBody>
      </p:sp>
      <p:sp>
        <p:nvSpPr>
          <p:cNvPr id="596" name="Google Shape;596;p65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A closed-loop workflow from signal to action</a:t>
            </a:r>
          </a:p>
        </p:txBody>
      </p:sp>
      <p:sp>
        <p:nvSpPr>
          <p:cNvPr id="597" name="Google Shape;597;p65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One governed path connects observation, human action, and analytical learning.</a:t>
            </a:r>
          </a:p>
        </p:txBody>
      </p:sp>
      <p:sp>
        <p:nvSpPr>
          <p:cNvPr id="598" name="Google Shape;598;p65"/>
          <p:cNvSpPr txBox="1"/>
          <p:nvPr>
            <p:ph idx="2" type="body"/>
          </p:nvPr>
        </p:nvSpPr>
        <p:spPr>
          <a:xfrm>
            <a:off x="761809" y="1988833"/>
            <a:ext cx="10659300" cy="41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1. Observe — trigger one deterministic synthetic day</a:t>
            </a:r>
          </a:p>
          <a:p>
            <a:r>
              <a:t>2. Govern — apply quality, lineage, grants, and row filters</a:t>
            </a:r>
          </a:p>
          <a:p>
            <a:r>
              <a:t>3. Prioritize — score current snapshots with a versioned ML model</a:t>
            </a:r>
          </a:p>
          <a:p>
            <a:r>
              <a:t>4. Assist — generate cited, evaluated advisor briefings</a:t>
            </a:r>
          </a:p>
          <a:p>
            <a:r>
              <a:t>5. Act — record interventions transactionally in Lakebase</a:t>
            </a:r>
          </a:p>
          <a:p>
            <a:r>
              <a:t>6. Learn — return CDC to governed Gold</a:t>
            </a:r>
          </a:p>
          <a:p>
            <a:r>
              <a:t>7. Understand — ask embedded Genie and inspect its SQL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1" name="Google Shape;611;p67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6</a:t>
            </a:r>
          </a:p>
        </p:txBody>
      </p:sp>
      <p:sp>
        <p:nvSpPr>
          <p:cNvPr id="612" name="Google Shape;612;p67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Business value for two accountable owners</a:t>
            </a:r>
          </a:p>
        </p:txBody>
      </p:sp>
      <p:sp>
        <p:nvSpPr>
          <p:cNvPr id="613" name="Google Shape;613;p67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A single experience serves different decisions without collapsing access boundaries.</a:t>
            </a:r>
          </a:p>
        </p:txBody>
      </p:sp>
      <p:sp>
        <p:nvSpPr>
          <p:cNvPr id="614" name="Google Shape;614;p67"/>
          <p:cNvSpPr txBox="1"/>
          <p:nvPr>
            <p:ph idx="2" type="body"/>
          </p:nvPr>
        </p:nvSpPr>
        <p:spPr>
          <a:xfrm>
            <a:off x="761809" y="2691865"/>
            <a:ext cx="4518900" cy="3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See aggregate risk concentration, intervention coverage, retention, and estimated tuition exposure—without student detail.</a:t>
            </a:r>
          </a:p>
        </p:txBody>
      </p:sp>
      <p:sp>
        <p:nvSpPr>
          <p:cNvPr id="615" name="Google Shape;615;p67"/>
          <p:cNvSpPr txBox="1"/>
          <p:nvPr>
            <p:ph idx="3" type="body"/>
          </p:nvPr>
        </p:nvSpPr>
        <p:spPr>
          <a:xfrm>
            <a:off x="6916469" y="2691865"/>
            <a:ext cx="4518900" cy="3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Reduce signal-to-outreach time with a prioritized caseload, grounded context, and closed-loop follow-up history.</a:t>
            </a:r>
          </a:p>
        </p:txBody>
      </p:sp>
      <p:sp>
        <p:nvSpPr>
          <p:cNvPr id="616" name="Google Shape;616;p67"/>
          <p:cNvSpPr txBox="1"/>
          <p:nvPr>
            <p:ph idx="4" type="subTitle"/>
          </p:nvPr>
        </p:nvSpPr>
        <p:spPr>
          <a:xfrm>
            <a:off x="795814" y="1970333"/>
            <a:ext cx="44844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Executive sponsor</a:t>
            </a:r>
          </a:p>
        </p:txBody>
      </p:sp>
      <p:sp>
        <p:nvSpPr>
          <p:cNvPr id="617" name="Google Shape;617;p67"/>
          <p:cNvSpPr txBox="1"/>
          <p:nvPr>
            <p:ph idx="5" type="subTitle"/>
          </p:nvPr>
        </p:nvSpPr>
        <p:spPr>
          <a:xfrm>
            <a:off x="6933565" y="1970333"/>
            <a:ext cx="44850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Student-success owner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3" name="Google Shape;603;p66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7</a:t>
            </a:r>
          </a:p>
        </p:txBody>
      </p:sp>
      <p:sp>
        <p:nvSpPr>
          <p:cNvPr id="604" name="Google Shape;604;p66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Governed Databricks architecture</a:t>
            </a:r>
          </a:p>
        </p:txBody>
      </p:sp>
      <p:sp>
        <p:nvSpPr>
          <p:cNvPr id="605" name="Google Shape;605;p66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Serving refreshes cannot overwrite advisor transactions.</a:t>
            </a:r>
          </a:p>
        </p:txBody>
      </p:sp>
      <p:sp>
        <p:nvSpPr>
          <p:cNvPr id="606" name="Google Shape;606;p66"/>
          <p:cNvSpPr txBox="1"/>
          <p:nvPr>
            <p:ph idx="2" type="body"/>
          </p:nvPr>
        </p:nvSpPr>
        <p:spPr>
          <a:xfrm>
            <a:off x="761809" y="1988833"/>
            <a:ext cx="10659300" cy="41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Synthetic signals → Lakeflow Bronze / Silver → MLflow scoring → Unity Catalog Gold → read-only Lakebase serving → Databricks App + embedded Genie → Lakebase-owned interventions → CDC → governed intervention Gold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4" name="Google Shape;694;p76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8</a:t>
            </a:r>
          </a:p>
        </p:txBody>
      </p:sp>
      <p:sp>
        <p:nvSpPr>
          <p:cNvPr id="695" name="Google Shape;695;p76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Hybrid intelligence keeps each decision explainable</a:t>
            </a:r>
          </a:p>
        </p:txBody>
      </p:sp>
      <p:sp>
        <p:nvSpPr>
          <p:cNvPr id="696" name="Google Shape;696;p76"/>
          <p:cNvSpPr txBox="1"/>
          <p:nvPr>
            <p:ph idx="1" type="body"/>
          </p:nvPr>
        </p:nvSpPr>
        <p:spPr>
          <a:xfrm>
            <a:off x="761809" y="2825567"/>
            <a:ext cx="3224100" cy="32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Repeatable prioritization, calibrated scores, stable tiers, version history, and baseline comparison.</a:t>
            </a:r>
          </a:p>
        </p:txBody>
      </p:sp>
      <p:sp>
        <p:nvSpPr>
          <p:cNvPr id="697" name="Google Shape;697;p76"/>
          <p:cNvSpPr txBox="1"/>
          <p:nvPr>
            <p:ph idx="2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Use each capability for what it does best.</a:t>
            </a:r>
          </a:p>
        </p:txBody>
      </p:sp>
      <p:sp>
        <p:nvSpPr>
          <p:cNvPr id="698" name="Google Shape;698;p76"/>
          <p:cNvSpPr txBox="1"/>
          <p:nvPr>
            <p:ph idx="3" type="body"/>
          </p:nvPr>
        </p:nvSpPr>
        <p:spPr>
          <a:xfrm>
            <a:off x="4482478" y="2825567"/>
            <a:ext cx="3224100" cy="32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Allowlisted facts, citations, bounded discussion prompts, and fixed-set evaluation.</a:t>
            </a:r>
          </a:p>
        </p:txBody>
      </p:sp>
      <p:sp>
        <p:nvSpPr>
          <p:cNvPr id="699" name="Google Shape;699;p76"/>
          <p:cNvSpPr txBox="1"/>
          <p:nvPr>
            <p:ph idx="4" type="body"/>
          </p:nvPr>
        </p:nvSpPr>
        <p:spPr>
          <a:xfrm>
            <a:off x="8167756" y="2825567"/>
            <a:ext cx="3224100" cy="32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Judgment, outreach, reconciliation, and accountable action remain with people.</a:t>
            </a:r>
          </a:p>
        </p:txBody>
      </p:sp>
      <p:sp>
        <p:nvSpPr>
          <p:cNvPr id="700" name="Google Shape;700;p76"/>
          <p:cNvSpPr txBox="1"/>
          <p:nvPr>
            <p:ph idx="5" type="subTitle"/>
          </p:nvPr>
        </p:nvSpPr>
        <p:spPr>
          <a:xfrm>
            <a:off x="786070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ML classifier</a:t>
            </a:r>
          </a:p>
        </p:txBody>
      </p:sp>
      <p:sp>
        <p:nvSpPr>
          <p:cNvPr id="701" name="Google Shape;701;p76"/>
          <p:cNvSpPr txBox="1"/>
          <p:nvPr>
            <p:ph idx="6" type="subTitle"/>
          </p:nvPr>
        </p:nvSpPr>
        <p:spPr>
          <a:xfrm>
            <a:off x="4494675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Grounded GenAI</a:t>
            </a:r>
          </a:p>
        </p:txBody>
      </p:sp>
      <p:sp>
        <p:nvSpPr>
          <p:cNvPr id="702" name="Google Shape;702;p76"/>
          <p:cNvSpPr txBox="1"/>
          <p:nvPr>
            <p:ph idx="7" type="subTitle"/>
          </p:nvPr>
        </p:nvSpPr>
        <p:spPr>
          <a:xfrm>
            <a:off x="8179953" y="1970336"/>
            <a:ext cx="31995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Human advisor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5" name="Google Shape;595;p65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9</a:t>
            </a:r>
          </a:p>
        </p:txBody>
      </p:sp>
      <p:sp>
        <p:nvSpPr>
          <p:cNvPr id="596" name="Google Shape;596;p65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Live demo: one coherent student-success story</a:t>
            </a:r>
          </a:p>
        </p:txBody>
      </p:sp>
      <p:sp>
        <p:nvSpPr>
          <p:cNvPr id="597" name="Google Shape;597;p65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Expected duration: 12–15 minutes; no manual data repair.</a:t>
            </a:r>
          </a:p>
        </p:txBody>
      </p:sp>
      <p:sp>
        <p:nvSpPr>
          <p:cNvPr id="598" name="Google Shape;598;p65"/>
          <p:cNvSpPr txBox="1"/>
          <p:nvPr>
            <p:ph idx="2" type="body"/>
          </p:nvPr>
        </p:nvSpPr>
        <p:spPr>
          <a:xfrm>
            <a:off x="761809" y="1988833"/>
            <a:ext cx="10659300" cy="41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Replay the September 23 synthetic incident day</a:t>
            </a:r>
          </a:p>
          <a:p>
            <a:r>
              <a:t>Inspect quality and feature freshness</a:t>
            </a:r>
          </a:p>
          <a:p>
            <a:r>
              <a:t>Show a medium-to-high risk transition</a:t>
            </a:r>
          </a:p>
          <a:p>
            <a:r>
              <a:t>Review the governed caseload and cited briefing</a:t>
            </a:r>
          </a:p>
          <a:p>
            <a:r>
              <a:t>Record outreach and a follow-up</a:t>
            </a:r>
          </a:p>
          <a:p>
            <a:r>
              <a:t>Verify Lakebase CDC and intervention Gold</a:t>
            </a:r>
          </a:p>
          <a:p>
            <a:r>
              <a:t>View aggregate executive coverage</a:t>
            </a:r>
          </a:p>
          <a:p>
            <a:r>
              <a:t>Ask embedded Genie and inspect generated SQL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4" name="Google Shape;744;p81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10</a:t>
            </a:r>
          </a:p>
        </p:txBody>
      </p:sp>
      <p:sp>
        <p:nvSpPr>
          <p:cNvPr id="745" name="Google Shape;745;p81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Execution evidence—not screenshots</a:t>
            </a:r>
          </a:p>
        </p:txBody>
      </p:sp>
      <p:sp>
        <p:nvSpPr>
          <p:cNvPr id="746" name="Google Shape;746;p81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Every build domain has committed, text-readable proof.</a:t>
            </a:r>
          </a:p>
        </p:txBody>
      </p:sp>
      <p:sp>
        <p:nvSpPr>
          <p:cNvPr id="747" name="Google Shape;747;p81"/>
          <p:cNvSpPr txBox="1"/>
          <p:nvPr>
            <p:ph idx="2" type="subTitle"/>
          </p:nvPr>
        </p:nvSpPr>
        <p:spPr>
          <a:xfrm>
            <a:off x="764709" y="1988833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60,000</a:t>
            </a:r>
          </a:p>
          <a:p>
            <a:r>
              <a:t>Immutable daily risk-history rows</a:t>
            </a:r>
          </a:p>
        </p:txBody>
      </p:sp>
      <p:sp>
        <p:nvSpPr>
          <p:cNvPr id="748" name="Google Shape;748;p81"/>
          <p:cNvSpPr txBox="1"/>
          <p:nvPr>
            <p:ph idx="3" type="subTitle"/>
          </p:nvPr>
        </p:nvSpPr>
        <p:spPr>
          <a:xfrm>
            <a:off x="6313520" y="1988833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0.9669</a:t>
            </a:r>
          </a:p>
          <a:p>
            <a:r>
              <a:t>Synthetic validation PR-AUC</a:t>
            </a:r>
          </a:p>
        </p:txBody>
      </p:sp>
      <p:sp>
        <p:nvSpPr>
          <p:cNvPr id="749" name="Google Shape;749;p81"/>
          <p:cNvSpPr txBox="1"/>
          <p:nvPr>
            <p:ph idx="4" type="subTitle"/>
          </p:nvPr>
        </p:nvSpPr>
        <p:spPr>
          <a:xfrm>
            <a:off x="764709" y="4302068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SUCCESS</a:t>
            </a:r>
          </a:p>
          <a:p>
            <a:r>
              <a:t>Workflow and idempotent replay</a:t>
            </a:r>
          </a:p>
        </p:txBody>
      </p:sp>
      <p:sp>
        <p:nvSpPr>
          <p:cNvPr id="750" name="Google Shape;750;p81"/>
          <p:cNvSpPr txBox="1"/>
          <p:nvPr>
            <p:ph idx="5" type="subTitle"/>
          </p:nvPr>
        </p:nvSpPr>
        <p:spPr>
          <a:xfrm>
            <a:off x="6313520" y="4302068"/>
            <a:ext cx="5110800" cy="17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ONLINE</a:t>
            </a:r>
          </a:p>
          <a:p>
            <a:r>
              <a:t>Both serving sync tables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1" name="Google Shape;611;p67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11</a:t>
            </a:r>
          </a:p>
        </p:txBody>
      </p:sp>
      <p:sp>
        <p:nvSpPr>
          <p:cNvPr id="612" name="Google Shape;612;p67"/>
          <p:cNvSpPr txBox="1"/>
          <p:nvPr>
            <p:ph type="title"/>
          </p:nvPr>
        </p:nvSpPr>
        <p:spPr>
          <a:xfrm>
            <a:off x="749245" y="535597"/>
            <a:ext cx="10659300" cy="58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Trust is designed in—and limitations stay visible</a:t>
            </a:r>
          </a:p>
        </p:txBody>
      </p:sp>
      <p:sp>
        <p:nvSpPr>
          <p:cNvPr id="613" name="Google Shape;613;p67"/>
          <p:cNvSpPr txBox="1"/>
          <p:nvPr>
            <p:ph idx="1" type="subTitle"/>
          </p:nvPr>
        </p:nvSpPr>
        <p:spPr>
          <a:xfrm>
            <a:off x="764809" y="1174702"/>
            <a:ext cx="10659300" cy="5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Responsible use means exposing both controls and boundaries.</a:t>
            </a:r>
          </a:p>
        </p:txBody>
      </p:sp>
      <p:sp>
        <p:nvSpPr>
          <p:cNvPr id="614" name="Google Shape;614;p67"/>
          <p:cNvSpPr txBox="1"/>
          <p:nvPr>
            <p:ph idx="2" type="body"/>
          </p:nvPr>
        </p:nvSpPr>
        <p:spPr>
          <a:xfrm>
            <a:off x="761809" y="2691865"/>
            <a:ext cx="4518900" cy="3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Row-filtered advisor access</a:t>
            </a:r>
          </a:p>
          <a:p>
            <a:r>
              <a:t>Aggregate-only executive products</a:t>
            </a:r>
          </a:p>
          <a:p>
            <a:r>
              <a:t>Read-only serving tables</a:t>
            </a:r>
          </a:p>
          <a:p>
            <a:r>
              <a:t>Cited AI and inspectable SQL</a:t>
            </a:r>
          </a:p>
          <a:p>
            <a:r>
              <a:t>Visible stale, partial, and error states</a:t>
            </a:r>
          </a:p>
        </p:txBody>
      </p:sp>
      <p:sp>
        <p:nvSpPr>
          <p:cNvPr id="615" name="Google Shape;615;p67"/>
          <p:cNvSpPr txBox="1"/>
          <p:nvPr>
            <p:ph idx="3" type="body"/>
          </p:nvPr>
        </p:nvSpPr>
        <p:spPr>
          <a:xfrm>
            <a:off x="6916469" y="2691865"/>
            <a:ext cx="4518900" cy="3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Synthetic data and designed signals</a:t>
            </a:r>
          </a:p>
          <a:p>
            <a:r>
              <a:t>No causal impact claim</a:t>
            </a:r>
          </a:p>
          <a:p>
            <a:r>
              <a:t>No automated adverse action</a:t>
            </a:r>
          </a:p>
          <a:p>
            <a:r>
              <a:t>No institutional validation yet</a:t>
            </a:r>
          </a:p>
          <a:p>
            <a:r>
              <a:t>Triggered daily—not real time</a:t>
            </a:r>
          </a:p>
        </p:txBody>
      </p:sp>
      <p:sp>
        <p:nvSpPr>
          <p:cNvPr id="616" name="Google Shape;616;p67"/>
          <p:cNvSpPr txBox="1"/>
          <p:nvPr>
            <p:ph idx="4" type="subTitle"/>
          </p:nvPr>
        </p:nvSpPr>
        <p:spPr>
          <a:xfrm>
            <a:off x="795814" y="1970333"/>
            <a:ext cx="44844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Trust controls</a:t>
            </a:r>
          </a:p>
        </p:txBody>
      </p:sp>
      <p:sp>
        <p:nvSpPr>
          <p:cNvPr id="617" name="Google Shape;617;p67"/>
          <p:cNvSpPr txBox="1"/>
          <p:nvPr>
            <p:ph idx="5" type="subTitle"/>
          </p:nvPr>
        </p:nvSpPr>
        <p:spPr>
          <a:xfrm>
            <a:off x="6933565" y="1970333"/>
            <a:ext cx="4485000" cy="6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Honest boundaries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3" name="Google Shape;513;p57"/>
          <p:cNvSpPr txBox="1"/>
          <p:nvPr>
            <p:ph type="ctrTitle"/>
          </p:nvPr>
        </p:nvSpPr>
        <p:spPr>
          <a:xfrm>
            <a:off x="761800" y="1186975"/>
            <a:ext cx="5332800" cy="23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Pilot the workflow—not just the model</a:t>
            </a:r>
          </a:p>
        </p:txBody>
      </p:sp>
      <p:sp>
        <p:nvSpPr>
          <p:cNvPr id="514" name="Google Shape;514;p57"/>
          <p:cNvSpPr txBox="1"/>
          <p:nvPr>
            <p:ph idx="1" type="subTitle"/>
          </p:nvPr>
        </p:nvSpPr>
        <p:spPr>
          <a:xfrm>
            <a:off x="761809" y="3835400"/>
            <a:ext cx="6170100" cy="122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Align owners • validate institutional data and thresholds • measure signal-to-outreach time and intervention coverage</a:t>
            </a:r>
          </a:p>
        </p:txBody>
      </p:sp>
      <p:sp>
        <p:nvSpPr>
          <p:cNvPr id="515" name="Google Shape;515;p57"/>
          <p:cNvSpPr txBox="1"/>
          <p:nvPr>
            <p:ph idx="12" type="sldNum"/>
          </p:nvPr>
        </p:nvSpPr>
        <p:spPr>
          <a:xfrm>
            <a:off x="11097669" y="6473300"/>
            <a:ext cx="324300" cy="1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12</a:t>
            </a:r>
          </a:p>
        </p:txBody>
      </p:sp>
      <p:sp>
        <p:nvSpPr>
          <p:cNvPr id="516" name="Google Shape;516;p57"/>
          <p:cNvSpPr txBox="1"/>
          <p:nvPr>
            <p:ph idx="2" type="subTitle"/>
          </p:nvPr>
        </p:nvSpPr>
        <p:spPr>
          <a:xfrm>
            <a:off x="761809" y="5756000"/>
            <a:ext cx="5262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Governed decisions. Accountable action. Measurable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bricks Theme">
  <a:themeElements>
    <a:clrScheme name="Office">
      <a:dk1>
        <a:srgbClr val="1B3139"/>
      </a:dk1>
      <a:lt1>
        <a:srgbClr val="F9F7F4"/>
      </a:lt1>
      <a:dk2>
        <a:srgbClr val="FF5F46"/>
      </a:dk2>
      <a:lt2>
        <a:srgbClr val="EEEDE9"/>
      </a:lt2>
      <a:accent1>
        <a:srgbClr val="1B5162"/>
      </a:accent1>
      <a:accent2>
        <a:srgbClr val="00A972"/>
      </a:accent2>
      <a:accent3>
        <a:srgbClr val="98102A"/>
      </a:accent3>
      <a:accent4>
        <a:srgbClr val="FFAB00"/>
      </a:accent4>
      <a:accent5>
        <a:srgbClr val="618794"/>
      </a:accent5>
      <a:accent6>
        <a:srgbClr val="4359FF"/>
      </a:accent6>
      <a:hlink>
        <a:srgbClr val="FF362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